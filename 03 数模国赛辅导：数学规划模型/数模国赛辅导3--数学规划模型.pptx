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3"/>
    <p:sldMasterId id="2147483678" r:id="rId4"/>
  </p:sldMasterIdLst>
  <p:notesMasterIdLst>
    <p:notesMasterId r:id="rId47"/>
  </p:notesMasterIdLst>
  <p:handoutMasterIdLst>
    <p:handoutMasterId r:id="rId48"/>
  </p:handoutMasterIdLst>
  <p:sldIdLst>
    <p:sldId id="257" r:id="rId5"/>
    <p:sldId id="493" r:id="rId6"/>
    <p:sldId id="494" r:id="rId7"/>
    <p:sldId id="495" r:id="rId8"/>
    <p:sldId id="259" r:id="rId9"/>
    <p:sldId id="260" r:id="rId10"/>
    <p:sldId id="265" r:id="rId11"/>
    <p:sldId id="352" r:id="rId12"/>
    <p:sldId id="353" r:id="rId13"/>
    <p:sldId id="496" r:id="rId14"/>
    <p:sldId id="497" r:id="rId15"/>
    <p:sldId id="498" r:id="rId16"/>
    <p:sldId id="508" r:id="rId17"/>
    <p:sldId id="509" r:id="rId18"/>
    <p:sldId id="510" r:id="rId19"/>
    <p:sldId id="351" r:id="rId20"/>
    <p:sldId id="511" r:id="rId21"/>
    <p:sldId id="359" r:id="rId22"/>
    <p:sldId id="360" r:id="rId23"/>
    <p:sldId id="361" r:id="rId24"/>
    <p:sldId id="362" r:id="rId25"/>
    <p:sldId id="356" r:id="rId26"/>
    <p:sldId id="357" r:id="rId27"/>
    <p:sldId id="364" r:id="rId28"/>
    <p:sldId id="367" r:id="rId29"/>
    <p:sldId id="373" r:id="rId30"/>
    <p:sldId id="374" r:id="rId31"/>
    <p:sldId id="375" r:id="rId32"/>
    <p:sldId id="376" r:id="rId33"/>
    <p:sldId id="489" r:id="rId34"/>
    <p:sldId id="385" r:id="rId35"/>
    <p:sldId id="490" r:id="rId36"/>
    <p:sldId id="386" r:id="rId37"/>
    <p:sldId id="387" r:id="rId38"/>
    <p:sldId id="388" r:id="rId39"/>
    <p:sldId id="390" r:id="rId40"/>
    <p:sldId id="389" r:id="rId41"/>
    <p:sldId id="391" r:id="rId42"/>
    <p:sldId id="394" r:id="rId43"/>
    <p:sldId id="395" r:id="rId44"/>
    <p:sldId id="392" r:id="rId45"/>
    <p:sldId id="614" r:id="rId46"/>
  </p:sldIdLst>
  <p:sldSz cx="9144000" cy="6858000" type="screen4x3"/>
  <p:notesSz cx="6858000" cy="9144000"/>
  <p:defaultTextStyle>
    <a:defPPr>
      <a:defRPr lang="zh-CN"/>
    </a:defPPr>
    <a:lvl1pPr marL="0" lvl="0"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1pPr>
    <a:lvl2pPr marL="457200" lvl="1"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2pPr>
    <a:lvl3pPr marL="914400" lvl="2"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3pPr>
    <a:lvl4pPr marL="1371600" lvl="3"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4pPr>
    <a:lvl5pPr marL="1828800" lvl="4"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5pPr>
    <a:lvl6pPr marL="2286000" lvl="5"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6pPr>
    <a:lvl7pPr marL="2743200" lvl="6"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7pPr>
    <a:lvl8pPr marL="3200400" lvl="7"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8pPr>
    <a:lvl9pPr marL="3657600" lvl="8"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FF9999"/>
    <a:srgbClr val="A50021"/>
    <a:srgbClr val="66FF33"/>
    <a:srgbClr val="3366FF"/>
    <a:srgbClr val="FFCCCC"/>
    <a:srgbClr val="0033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29"/>
    <p:restoredTop sz="94585"/>
  </p:normalViewPr>
  <p:slideViewPr>
    <p:cSldViewPr showGuides="1">
      <p:cViewPr>
        <p:scale>
          <a:sx n="100" d="100"/>
          <a:sy n="100" d="100"/>
        </p:scale>
        <p:origin x="-204" y="354"/>
      </p:cViewPr>
      <p:guideLst>
        <p:guide orient="horz" pos="2160"/>
        <p:guide pos="288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1.xml"/><Relationship Id="rId49" Type="http://schemas.openxmlformats.org/officeDocument/2006/relationships/presProps" Target="presProps.xml"/><Relationship Id="rId48" Type="http://schemas.openxmlformats.org/officeDocument/2006/relationships/handoutMaster" Target="handoutMasters/handoutMaster1.xml"/><Relationship Id="rId47" Type="http://schemas.openxmlformats.org/officeDocument/2006/relationships/notesMaster" Target="notesMasters/notesMaster1.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Master" Target="slideMasters/slideMaster3.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20.wmf"/><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25.wmf"/><Relationship Id="rId8" Type="http://schemas.openxmlformats.org/officeDocument/2006/relationships/image" Target="../media/image24.wmf"/><Relationship Id="rId7" Type="http://schemas.openxmlformats.org/officeDocument/2006/relationships/image" Target="../media/image23.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image" Target="../media/image28.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0.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2.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3.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5.png"/></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image" Target="../media/image36.png"/></Relationships>
</file>

<file path=ppt/drawings/_rels/vmlDrawing17.vml.rels><?xml version="1.0" encoding="UTF-8" standalone="yes"?>
<Relationships xmlns="http://schemas.openxmlformats.org/package/2006/relationships"><Relationship Id="rId7" Type="http://schemas.openxmlformats.org/officeDocument/2006/relationships/image" Target="../media/image44.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18.vml.rels><?xml version="1.0" encoding="UTF-8" standalone="yes"?>
<Relationships xmlns="http://schemas.openxmlformats.org/package/2006/relationships"><Relationship Id="rId5" Type="http://schemas.openxmlformats.org/officeDocument/2006/relationships/image" Target="../media/image50.wmf"/><Relationship Id="rId4" Type="http://schemas.openxmlformats.org/officeDocument/2006/relationships/image" Target="../media/image49.wmf"/><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4818" name="页眉占位符 34817"/>
          <p:cNvSpPr>
            <a:spLocks noGrp="1"/>
          </p:cNvSpPr>
          <p:nvPr>
            <p:ph type="hdr" sz="quarter"/>
          </p:nvPr>
        </p:nvSpPr>
        <p:spPr>
          <a:xfrm>
            <a:off x="0" y="0"/>
            <a:ext cx="2971800" cy="457200"/>
          </a:xfrm>
          <a:prstGeom prst="rect">
            <a:avLst/>
          </a:prstGeom>
          <a:noFill/>
          <a:ln w="9525">
            <a:noFill/>
          </a:ln>
        </p:spPr>
        <p:txBody>
          <a:bodyPr/>
          <a:p>
            <a:pPr lvl="0"/>
            <a:endParaRPr lang="zh-CN" altLang="en-US" sz="1200" b="0" dirty="0"/>
          </a:p>
        </p:txBody>
      </p:sp>
      <p:sp>
        <p:nvSpPr>
          <p:cNvPr id="34819" name="日期占位符 34818"/>
          <p:cNvSpPr>
            <a:spLocks noGrp="1"/>
          </p:cNvSpPr>
          <p:nvPr>
            <p:ph type="dt" sz="quarter" idx="1"/>
          </p:nvPr>
        </p:nvSpPr>
        <p:spPr>
          <a:xfrm>
            <a:off x="3884613" y="0"/>
            <a:ext cx="2971800" cy="457200"/>
          </a:xfrm>
          <a:prstGeom prst="rect">
            <a:avLst/>
          </a:prstGeom>
          <a:noFill/>
          <a:ln w="9525">
            <a:noFill/>
          </a:ln>
        </p:spPr>
        <p:txBody>
          <a:bodyPr/>
          <a:p>
            <a:pPr lvl="0" algn="r"/>
            <a:endParaRPr lang="zh-CN" altLang="en-US" sz="1200" b="0" dirty="0"/>
          </a:p>
        </p:txBody>
      </p:sp>
      <p:sp>
        <p:nvSpPr>
          <p:cNvPr id="34820" name="页脚占位符 34819"/>
          <p:cNvSpPr>
            <a:spLocks noGrp="1"/>
          </p:cNvSpPr>
          <p:nvPr>
            <p:ph type="ftr" sz="quarter" idx="2"/>
          </p:nvPr>
        </p:nvSpPr>
        <p:spPr>
          <a:xfrm>
            <a:off x="0" y="8685213"/>
            <a:ext cx="2971800" cy="457200"/>
          </a:xfrm>
          <a:prstGeom prst="rect">
            <a:avLst/>
          </a:prstGeom>
          <a:noFill/>
          <a:ln w="9525">
            <a:noFill/>
          </a:ln>
        </p:spPr>
        <p:txBody>
          <a:bodyPr anchor="b"/>
          <a:p>
            <a:pPr lvl="0"/>
            <a:endParaRPr lang="zh-CN" altLang="en-US" sz="1200" b="0" dirty="0"/>
          </a:p>
        </p:txBody>
      </p:sp>
      <p:sp>
        <p:nvSpPr>
          <p:cNvPr id="34821" name="灯片编号占位符 34820"/>
          <p:cNvSpPr>
            <a:spLocks noGrp="1"/>
          </p:cNvSpPr>
          <p:nvPr>
            <p:ph type="sldNum" sz="quarter" idx="3"/>
          </p:nvPr>
        </p:nvSpPr>
        <p:spPr>
          <a:xfrm>
            <a:off x="3884613" y="8685213"/>
            <a:ext cx="2971800" cy="457200"/>
          </a:xfrm>
          <a:prstGeom prst="rect">
            <a:avLst/>
          </a:prstGeom>
          <a:noFill/>
          <a:ln w="9525">
            <a:noFill/>
          </a:ln>
        </p:spPr>
        <p:txBody>
          <a:bodyPr anchor="b"/>
          <a:p>
            <a:pPr lvl="0" algn="r"/>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9938" name="页眉占位符 39937"/>
          <p:cNvSpPr>
            <a:spLocks noGrp="1"/>
          </p:cNvSpPr>
          <p:nvPr>
            <p:ph type="hdr" sz="quarter"/>
          </p:nvPr>
        </p:nvSpPr>
        <p:spPr>
          <a:xfrm>
            <a:off x="0" y="0"/>
            <a:ext cx="2971800" cy="457200"/>
          </a:xfrm>
          <a:prstGeom prst="rect">
            <a:avLst/>
          </a:prstGeom>
          <a:noFill/>
          <a:ln w="9525">
            <a:noFill/>
          </a:ln>
        </p:spPr>
        <p:txBody>
          <a:bodyPr/>
          <a:p>
            <a:pPr lvl="0"/>
            <a:endParaRPr lang="zh-CN" altLang="en-US" sz="1200" b="0" dirty="0"/>
          </a:p>
        </p:txBody>
      </p:sp>
      <p:sp>
        <p:nvSpPr>
          <p:cNvPr id="39939" name="日期占位符 39938"/>
          <p:cNvSpPr>
            <a:spLocks noGrp="1"/>
          </p:cNvSpPr>
          <p:nvPr>
            <p:ph type="dt" idx="1"/>
          </p:nvPr>
        </p:nvSpPr>
        <p:spPr>
          <a:xfrm>
            <a:off x="3884613" y="0"/>
            <a:ext cx="2971800" cy="457200"/>
          </a:xfrm>
          <a:prstGeom prst="rect">
            <a:avLst/>
          </a:prstGeom>
          <a:noFill/>
          <a:ln w="9525">
            <a:noFill/>
          </a:ln>
        </p:spPr>
        <p:txBody>
          <a:bodyPr/>
          <a:p>
            <a:pPr lvl="0" algn="r"/>
            <a:endParaRPr lang="zh-CN" altLang="en-US" sz="1200" b="0" dirty="0"/>
          </a:p>
        </p:txBody>
      </p:sp>
      <p:sp>
        <p:nvSpPr>
          <p:cNvPr id="39940" name="幻灯片图像占位符 39939"/>
          <p:cNvSpPr>
            <a:spLocks noRot="1" noTextEdit="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39941" name="文本占位符 39940"/>
          <p:cNvSpPr>
            <a:spLocks noGrp="1"/>
          </p:cNvSpPr>
          <p:nvPr>
            <p:ph type="body" sz="quarter" idx="3"/>
          </p:nvPr>
        </p:nvSpPr>
        <p:spPr>
          <a:xfrm>
            <a:off x="685800" y="4343400"/>
            <a:ext cx="5486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9942" name="页脚占位符 39941"/>
          <p:cNvSpPr>
            <a:spLocks noGrp="1"/>
          </p:cNvSpPr>
          <p:nvPr>
            <p:ph type="ftr" sz="quarter" idx="4"/>
          </p:nvPr>
        </p:nvSpPr>
        <p:spPr>
          <a:xfrm>
            <a:off x="0" y="8685213"/>
            <a:ext cx="2971800" cy="457200"/>
          </a:xfrm>
          <a:prstGeom prst="rect">
            <a:avLst/>
          </a:prstGeom>
          <a:noFill/>
          <a:ln w="9525">
            <a:noFill/>
          </a:ln>
        </p:spPr>
        <p:txBody>
          <a:bodyPr anchor="b"/>
          <a:p>
            <a:pPr lvl="0"/>
            <a:endParaRPr lang="zh-CN" altLang="en-US" sz="1200" b="0" dirty="0"/>
          </a:p>
        </p:txBody>
      </p:sp>
      <p:sp>
        <p:nvSpPr>
          <p:cNvPr id="39943" name="灯片编号占位符 39942"/>
          <p:cNvSpPr>
            <a:spLocks noGrp="1"/>
          </p:cNvSpPr>
          <p:nvPr>
            <p:ph type="sldNum" sz="quarter" idx="5"/>
          </p:nvPr>
        </p:nvSpPr>
        <p:spPr>
          <a:xfrm>
            <a:off x="3884613" y="8685213"/>
            <a:ext cx="2971800" cy="457200"/>
          </a:xfrm>
          <a:prstGeom prst="rect">
            <a:avLst/>
          </a:prstGeom>
          <a:noFill/>
          <a:ln w="9525">
            <a:noFill/>
          </a:ln>
        </p:spPr>
        <p:txBody>
          <a:bodyPr anchor="b"/>
          <a:p>
            <a:pPr lvl="0" algn="r"/>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p:grpSp>
        <p:nvGrpSpPr>
          <p:cNvPr id="30722" name="组合 30721"/>
          <p:cNvGrpSpPr/>
          <p:nvPr/>
        </p:nvGrpSpPr>
        <p:grpSpPr>
          <a:xfrm>
            <a:off x="0" y="0"/>
            <a:ext cx="9144000" cy="6858000"/>
            <a:chOff x="0" y="0"/>
            <a:chExt cx="5760" cy="4320"/>
          </a:xfrm>
        </p:grpSpPr>
        <p:sp>
          <p:nvSpPr>
            <p:cNvPr id="30723" name="矩形 30722"/>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p>
              <a:pPr lvl="0" algn="ctr">
                <a:buClr>
                  <a:schemeClr val="bg1"/>
                </a:buClr>
              </a:pPr>
              <a:endParaRPr sz="2400" b="0" dirty="0">
                <a:latin typeface="Times New Roman" panose="02020603050405020304" pitchFamily="18" charset="0"/>
              </a:endParaRPr>
            </a:p>
          </p:txBody>
        </p:sp>
        <p:sp>
          <p:nvSpPr>
            <p:cNvPr id="30724" name="矩形 30723"/>
            <p:cNvSpPr/>
            <p:nvPr/>
          </p:nvSpPr>
          <p:spPr>
            <a:xfrm>
              <a:off x="1081" y="1065"/>
              <a:ext cx="4679" cy="1596"/>
            </a:xfrm>
            <a:prstGeom prst="rect">
              <a:avLst/>
            </a:prstGeom>
            <a:solidFill>
              <a:schemeClr val="bg2"/>
            </a:solidFill>
            <a:ln w="9525">
              <a:noFill/>
            </a:ln>
          </p:spPr>
          <p:txBody>
            <a:bodyPr/>
            <a:p>
              <a:pPr lvl="0" algn="l">
                <a:buClr>
                  <a:schemeClr val="bg1"/>
                </a:buClr>
              </a:pPr>
              <a:endParaRPr sz="2400" b="0" dirty="0">
                <a:latin typeface="Times New Roman" panose="02020603050405020304" pitchFamily="18" charset="0"/>
              </a:endParaRPr>
            </a:p>
          </p:txBody>
        </p:sp>
        <p:grpSp>
          <p:nvGrpSpPr>
            <p:cNvPr id="30725" name="组合 30724"/>
            <p:cNvGrpSpPr/>
            <p:nvPr/>
          </p:nvGrpSpPr>
          <p:grpSpPr>
            <a:xfrm>
              <a:off x="0" y="672"/>
              <a:ext cx="1806" cy="1989"/>
              <a:chOff x="0" y="672"/>
              <a:chExt cx="1806" cy="1989"/>
            </a:xfrm>
          </p:grpSpPr>
          <p:sp>
            <p:nvSpPr>
              <p:cNvPr id="30726" name="矩形 30725"/>
              <p:cNvSpPr/>
              <p:nvPr userDrawn="1"/>
            </p:nvSpPr>
            <p:spPr>
              <a:xfrm>
                <a:off x="361" y="2257"/>
                <a:ext cx="363" cy="404"/>
              </a:xfrm>
              <a:prstGeom prst="rect">
                <a:avLst/>
              </a:prstGeom>
              <a:solidFill>
                <a:schemeClr val="accent2"/>
              </a:solidFill>
              <a:ln w="9525">
                <a:noFill/>
              </a:ln>
            </p:spPr>
            <p:txBody>
              <a:bodyPr/>
              <a:p>
                <a:pPr lvl="0" algn="l">
                  <a:buClr>
                    <a:schemeClr val="bg1"/>
                  </a:buClr>
                </a:pPr>
                <a:endParaRPr sz="2400" b="0" dirty="0">
                  <a:latin typeface="Times New Roman" panose="02020603050405020304" pitchFamily="18" charset="0"/>
                </a:endParaRPr>
              </a:p>
            </p:txBody>
          </p:sp>
          <p:sp>
            <p:nvSpPr>
              <p:cNvPr id="30727" name="矩形 30726"/>
              <p:cNvSpPr/>
              <p:nvPr userDrawn="1"/>
            </p:nvSpPr>
            <p:spPr>
              <a:xfrm>
                <a:off x="1081" y="1065"/>
                <a:ext cx="362" cy="405"/>
              </a:xfrm>
              <a:prstGeom prst="rect">
                <a:avLst/>
              </a:prstGeom>
              <a:solidFill>
                <a:schemeClr val="folHlink"/>
              </a:solidFill>
              <a:ln w="9525">
                <a:noFill/>
              </a:ln>
            </p:spPr>
            <p:txBody>
              <a:bodyPr/>
              <a:p>
                <a:pPr lvl="0" algn="l">
                  <a:buClr>
                    <a:schemeClr val="bg1"/>
                  </a:buClr>
                </a:pPr>
                <a:endParaRPr sz="2400" b="0" dirty="0">
                  <a:latin typeface="Times New Roman" panose="02020603050405020304" pitchFamily="18" charset="0"/>
                </a:endParaRPr>
              </a:p>
            </p:txBody>
          </p:sp>
          <p:sp>
            <p:nvSpPr>
              <p:cNvPr id="30728" name="矩形 30727"/>
              <p:cNvSpPr/>
              <p:nvPr userDrawn="1"/>
            </p:nvSpPr>
            <p:spPr>
              <a:xfrm>
                <a:off x="1437" y="672"/>
                <a:ext cx="369" cy="400"/>
              </a:xfrm>
              <a:prstGeom prst="rect">
                <a:avLst/>
              </a:prstGeom>
              <a:solidFill>
                <a:schemeClr val="folHlink"/>
              </a:solidFill>
              <a:ln w="9525">
                <a:noFill/>
              </a:ln>
            </p:spPr>
            <p:txBody>
              <a:bodyPr/>
              <a:p>
                <a:pPr lvl="0" algn="l">
                  <a:buClr>
                    <a:schemeClr val="bg1"/>
                  </a:buClr>
                </a:pPr>
                <a:endParaRPr sz="2400" b="0" dirty="0">
                  <a:latin typeface="Times New Roman" panose="02020603050405020304" pitchFamily="18" charset="0"/>
                </a:endParaRPr>
              </a:p>
            </p:txBody>
          </p:sp>
          <p:sp>
            <p:nvSpPr>
              <p:cNvPr id="30729" name="矩形 30728"/>
              <p:cNvSpPr/>
              <p:nvPr userDrawn="1"/>
            </p:nvSpPr>
            <p:spPr>
              <a:xfrm>
                <a:off x="719" y="2257"/>
                <a:ext cx="368" cy="404"/>
              </a:xfrm>
              <a:prstGeom prst="rect">
                <a:avLst/>
              </a:prstGeom>
              <a:solidFill>
                <a:schemeClr val="bg2"/>
              </a:solidFill>
              <a:ln w="9525">
                <a:noFill/>
              </a:ln>
            </p:spPr>
            <p:txBody>
              <a:bodyPr/>
              <a:p>
                <a:pPr lvl="0" algn="l">
                  <a:buClr>
                    <a:schemeClr val="bg1"/>
                  </a:buClr>
                </a:pPr>
                <a:endParaRPr sz="2400" b="0" dirty="0">
                  <a:latin typeface="Times New Roman" panose="02020603050405020304" pitchFamily="18" charset="0"/>
                </a:endParaRPr>
              </a:p>
            </p:txBody>
          </p:sp>
          <p:sp>
            <p:nvSpPr>
              <p:cNvPr id="30730" name="矩形 30729"/>
              <p:cNvSpPr/>
              <p:nvPr userDrawn="1"/>
            </p:nvSpPr>
            <p:spPr>
              <a:xfrm>
                <a:off x="1437" y="1065"/>
                <a:ext cx="369" cy="405"/>
              </a:xfrm>
              <a:prstGeom prst="rect">
                <a:avLst/>
              </a:prstGeom>
              <a:solidFill>
                <a:schemeClr val="accent2"/>
              </a:solidFill>
              <a:ln w="9525">
                <a:noFill/>
              </a:ln>
            </p:spPr>
            <p:txBody>
              <a:bodyPr/>
              <a:p>
                <a:pPr lvl="0" algn="l">
                  <a:buClr>
                    <a:schemeClr val="bg1"/>
                  </a:buClr>
                </a:pPr>
                <a:endParaRPr sz="2400" b="0" dirty="0">
                  <a:latin typeface="Times New Roman" panose="02020603050405020304" pitchFamily="18" charset="0"/>
                </a:endParaRPr>
              </a:p>
            </p:txBody>
          </p:sp>
          <p:sp>
            <p:nvSpPr>
              <p:cNvPr id="30731" name="矩形 30730"/>
              <p:cNvSpPr/>
              <p:nvPr userDrawn="1"/>
            </p:nvSpPr>
            <p:spPr>
              <a:xfrm>
                <a:off x="719" y="1464"/>
                <a:ext cx="368" cy="399"/>
              </a:xfrm>
              <a:prstGeom prst="rect">
                <a:avLst/>
              </a:prstGeom>
              <a:solidFill>
                <a:schemeClr val="folHlink"/>
              </a:solidFill>
              <a:ln w="9525">
                <a:noFill/>
              </a:ln>
            </p:spPr>
            <p:txBody>
              <a:bodyPr/>
              <a:p>
                <a:pPr lvl="0" algn="l">
                  <a:buClr>
                    <a:schemeClr val="bg1"/>
                  </a:buClr>
                </a:pPr>
                <a:endParaRPr sz="2400" b="0" dirty="0">
                  <a:latin typeface="Times New Roman" panose="02020603050405020304" pitchFamily="18" charset="0"/>
                </a:endParaRPr>
              </a:p>
            </p:txBody>
          </p:sp>
          <p:sp>
            <p:nvSpPr>
              <p:cNvPr id="30732" name="矩形 30731"/>
              <p:cNvSpPr/>
              <p:nvPr userDrawn="1"/>
            </p:nvSpPr>
            <p:spPr>
              <a:xfrm>
                <a:off x="0" y="1464"/>
                <a:ext cx="367" cy="399"/>
              </a:xfrm>
              <a:prstGeom prst="rect">
                <a:avLst/>
              </a:prstGeom>
              <a:solidFill>
                <a:schemeClr val="bg2"/>
              </a:solidFill>
              <a:ln w="9525">
                <a:noFill/>
              </a:ln>
            </p:spPr>
            <p:txBody>
              <a:bodyPr/>
              <a:p>
                <a:pPr lvl="0" algn="l">
                  <a:buClr>
                    <a:schemeClr val="bg1"/>
                  </a:buClr>
                </a:pPr>
                <a:endParaRPr sz="2400" b="0" dirty="0">
                  <a:latin typeface="Times New Roman" panose="02020603050405020304" pitchFamily="18" charset="0"/>
                </a:endParaRPr>
              </a:p>
            </p:txBody>
          </p:sp>
          <p:sp>
            <p:nvSpPr>
              <p:cNvPr id="30733" name="矩形 30732"/>
              <p:cNvSpPr/>
              <p:nvPr userDrawn="1"/>
            </p:nvSpPr>
            <p:spPr>
              <a:xfrm>
                <a:off x="1081" y="1464"/>
                <a:ext cx="362" cy="399"/>
              </a:xfrm>
              <a:prstGeom prst="rect">
                <a:avLst/>
              </a:prstGeom>
              <a:solidFill>
                <a:schemeClr val="accent2"/>
              </a:solidFill>
              <a:ln w="9525">
                <a:noFill/>
              </a:ln>
            </p:spPr>
            <p:txBody>
              <a:bodyPr/>
              <a:p>
                <a:pPr lvl="0" algn="l">
                  <a:buClr>
                    <a:schemeClr val="bg1"/>
                  </a:buClr>
                </a:pPr>
                <a:endParaRPr sz="2400" b="0" dirty="0">
                  <a:latin typeface="Times New Roman" panose="02020603050405020304" pitchFamily="18" charset="0"/>
                </a:endParaRPr>
              </a:p>
            </p:txBody>
          </p:sp>
          <p:sp>
            <p:nvSpPr>
              <p:cNvPr id="30734" name="矩形 30733"/>
              <p:cNvSpPr/>
              <p:nvPr userDrawn="1"/>
            </p:nvSpPr>
            <p:spPr>
              <a:xfrm>
                <a:off x="361" y="1857"/>
                <a:ext cx="363" cy="406"/>
              </a:xfrm>
              <a:prstGeom prst="rect">
                <a:avLst/>
              </a:prstGeom>
              <a:solidFill>
                <a:schemeClr val="folHlink"/>
              </a:solidFill>
              <a:ln w="9525">
                <a:noFill/>
              </a:ln>
            </p:spPr>
            <p:txBody>
              <a:bodyPr/>
              <a:p>
                <a:pPr lvl="0" algn="l">
                  <a:buClr>
                    <a:schemeClr val="bg1"/>
                  </a:buClr>
                </a:pPr>
                <a:endParaRPr sz="2400" b="0" dirty="0">
                  <a:latin typeface="Times New Roman" panose="02020603050405020304" pitchFamily="18" charset="0"/>
                </a:endParaRPr>
              </a:p>
            </p:txBody>
          </p:sp>
          <p:sp>
            <p:nvSpPr>
              <p:cNvPr id="30735" name="矩形 30734"/>
              <p:cNvSpPr/>
              <p:nvPr userDrawn="1"/>
            </p:nvSpPr>
            <p:spPr>
              <a:xfrm>
                <a:off x="719" y="1857"/>
                <a:ext cx="368" cy="406"/>
              </a:xfrm>
              <a:prstGeom prst="rect">
                <a:avLst/>
              </a:prstGeom>
              <a:solidFill>
                <a:schemeClr val="accent2"/>
              </a:solidFill>
              <a:ln w="9525">
                <a:noFill/>
              </a:ln>
            </p:spPr>
            <p:txBody>
              <a:bodyPr/>
              <a:p>
                <a:pPr lvl="0" algn="l">
                  <a:buClr>
                    <a:schemeClr val="bg1"/>
                  </a:buClr>
                </a:pPr>
                <a:endParaRPr sz="2400" b="0" dirty="0">
                  <a:latin typeface="Times New Roman" panose="02020603050405020304" pitchFamily="18" charset="0"/>
                </a:endParaRPr>
              </a:p>
            </p:txBody>
          </p:sp>
        </p:grpSp>
      </p:grpSp>
      <p:sp>
        <p:nvSpPr>
          <p:cNvPr id="30736" name="日期占位符 30735"/>
          <p:cNvSpPr>
            <a:spLocks noGrp="1"/>
          </p:cNvSpPr>
          <p:nvPr>
            <p:ph type="dt" sz="half" idx="2"/>
          </p:nvPr>
        </p:nvSpPr>
        <p:spPr>
          <a:xfrm>
            <a:off x="457200" y="6248400"/>
            <a:ext cx="2133600" cy="457200"/>
          </a:xfrm>
          <a:prstGeom prst="rect">
            <a:avLst/>
          </a:prstGeom>
          <a:noFill/>
          <a:ln w="9525">
            <a:noFill/>
          </a:ln>
        </p:spPr>
        <p:txBody>
          <a:bodyPr anchor="b"/>
          <a:lstStyle>
            <a:lvl1pPr>
              <a:defRPr sz="1200" b="0"/>
            </a:lvl1pPr>
          </a:lstStyle>
          <a:p>
            <a:pPr lvl="0"/>
            <a:endParaRPr lang="zh-CN" altLang="en-US" dirty="0">
              <a:latin typeface="Arial" panose="020B0604020202020204" pitchFamily="34" charset="0"/>
            </a:endParaRPr>
          </a:p>
        </p:txBody>
      </p:sp>
      <p:sp>
        <p:nvSpPr>
          <p:cNvPr id="30737" name="页脚占位符 30736"/>
          <p:cNvSpPr>
            <a:spLocks noGrp="1"/>
          </p:cNvSpPr>
          <p:nvPr>
            <p:ph type="ftr" sz="quarter" idx="3"/>
          </p:nvPr>
        </p:nvSpPr>
        <p:spPr>
          <a:xfrm>
            <a:off x="3124200" y="6248400"/>
            <a:ext cx="2895600" cy="457200"/>
          </a:xfrm>
          <a:prstGeom prst="rect">
            <a:avLst/>
          </a:prstGeom>
          <a:noFill/>
          <a:ln w="9525">
            <a:noFill/>
          </a:ln>
        </p:spPr>
        <p:txBody>
          <a:bodyPr anchor="b"/>
          <a:lstStyle>
            <a:lvl1pPr algn="ctr">
              <a:defRPr sz="1200" b="0"/>
            </a:lvl1pPr>
          </a:lstStyle>
          <a:p>
            <a:pPr lvl="0"/>
            <a:endParaRPr lang="zh-CN" altLang="en-US" dirty="0">
              <a:latin typeface="Arial" panose="020B0604020202020204" pitchFamily="34" charset="0"/>
            </a:endParaRPr>
          </a:p>
        </p:txBody>
      </p:sp>
      <p:sp>
        <p:nvSpPr>
          <p:cNvPr id="30738" name="灯片编号占位符 30737"/>
          <p:cNvSpPr>
            <a:spLocks noGrp="1"/>
          </p:cNvSpPr>
          <p:nvPr>
            <p:ph type="sldNum" sz="quarter" idx="4"/>
          </p:nvPr>
        </p:nvSpPr>
        <p:spPr>
          <a:xfrm>
            <a:off x="6553200" y="6248400"/>
            <a:ext cx="2133600" cy="457200"/>
          </a:xfrm>
          <a:prstGeom prst="rect">
            <a:avLst/>
          </a:prstGeom>
          <a:noFill/>
          <a:ln w="9525">
            <a:noFill/>
          </a:ln>
        </p:spPr>
        <p:txBody>
          <a:bodyPr anchor="ctr"/>
          <a:lstStyle>
            <a:lvl1pPr algn="r">
              <a:defRPr sz="1200" b="0">
                <a:latin typeface="Arial Black" panose="020B0A04020102020204" pitchFamily="34" charset="0"/>
              </a:defRPr>
            </a:lvl1pPr>
          </a:lstStyle>
          <a:p>
            <a:fld id="{9A0DB2DC-4C9A-4742-B13C-FB6460FD3503}" type="slidenum">
              <a:rPr lang="zh-CN" altLang="en-US" dirty="0"/>
            </a:fld>
            <a:endParaRPr lang="zh-CN" altLang="en-US" dirty="0"/>
          </a:p>
        </p:txBody>
      </p:sp>
      <p:sp>
        <p:nvSpPr>
          <p:cNvPr id="30739" name="标题 30738"/>
          <p:cNvSpPr>
            <a:spLocks noGrp="1"/>
          </p:cNvSpPr>
          <p:nvPr>
            <p:ph type="ctrTitle"/>
          </p:nvPr>
        </p:nvSpPr>
        <p:spPr>
          <a:xfrm>
            <a:off x="2971800" y="1828800"/>
            <a:ext cx="6019800" cy="2209800"/>
          </a:xfrm>
          <a:prstGeom prst="rect">
            <a:avLst/>
          </a:prstGeom>
          <a:noFill/>
          <a:ln w="9525">
            <a:noFill/>
          </a:ln>
        </p:spPr>
        <p:txBody>
          <a:bodyPr anchor="ctr"/>
          <a:lstStyle>
            <a:lvl1pPr lvl="0">
              <a:defRPr sz="5000">
                <a:solidFill>
                  <a:srgbClr val="FFFFFF"/>
                </a:solidFill>
              </a:defRPr>
            </a:lvl1pPr>
          </a:lstStyle>
          <a:p>
            <a:pPr lvl="0"/>
            <a:r>
              <a:rPr lang="zh-CN" altLang="en-US" dirty="0"/>
              <a:t>单击此处编辑母版标题样式</a:t>
            </a:r>
            <a:endParaRPr lang="zh-CN" altLang="en-US" dirty="0"/>
          </a:p>
        </p:txBody>
      </p:sp>
      <p:sp>
        <p:nvSpPr>
          <p:cNvPr id="30740" name="副标题 30739"/>
          <p:cNvSpPr>
            <a:spLocks noGrp="1"/>
          </p:cNvSpPr>
          <p:nvPr>
            <p:ph type="subTitle" idx="1"/>
          </p:nvPr>
        </p:nvSpPr>
        <p:spPr>
          <a:xfrm>
            <a:off x="2971800" y="4267200"/>
            <a:ext cx="6019800" cy="1752600"/>
          </a:xfrm>
          <a:prstGeom prst="rect">
            <a:avLst/>
          </a:prstGeom>
          <a:noFill/>
          <a:ln w="9525">
            <a:noFill/>
          </a:ln>
        </p:spPr>
        <p:txBody>
          <a:bodyPr anchor="t"/>
          <a:lstStyle>
            <a:lvl1pPr marL="0" lvl="0" indent="0">
              <a:buNone/>
              <a:defRPr sz="3400"/>
            </a:lvl1pPr>
            <a:lvl2pPr marL="457200" lvl="1" indent="0" algn="ctr">
              <a:buNone/>
              <a:defRPr sz="3400"/>
            </a:lvl2pPr>
            <a:lvl3pPr marL="914400" lvl="2" indent="0" algn="ctr">
              <a:buNone/>
              <a:defRPr sz="3400"/>
            </a:lvl3pPr>
            <a:lvl4pPr marL="1371600" lvl="3" indent="0" algn="ctr">
              <a:buNone/>
              <a:defRPr sz="3400"/>
            </a:lvl4pPr>
            <a:lvl5pPr marL="1828800" lvl="4" indent="0" algn="ctr">
              <a:buNone/>
              <a:defRPr sz="3400"/>
            </a:lvl5pPr>
          </a:lstStyle>
          <a:p>
            <a:pPr lvl="0"/>
            <a:r>
              <a:rPr lang="zh-CN" altLang="en-US" dirty="0"/>
              <a:t>单击此处编辑母版副标题样式</a:t>
            </a:r>
            <a:endParaRPr lang="zh-CN" alt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2504"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981200"/>
            <a:ext cx="4032504"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673100"/>
            <a:ext cx="2057400" cy="51943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673100"/>
            <a:ext cx="6052930" cy="51943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p:txBody>
          <a:bodyPr/>
          <a:lstStyle/>
          <a:p>
            <a:endParaRPr lang="zh-CN" altLang="en-US"/>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291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291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灯片编号占位符 7"/>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6286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291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286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291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p:sp>
        <p:nvSpPr>
          <p:cNvPr id="394242" name="任意多边形 394241"/>
          <p:cNvSpPr/>
          <p:nvPr/>
        </p:nvSpPr>
        <p:spPr>
          <a:xfrm>
            <a:off x="4760913" y="20638"/>
            <a:ext cx="4438650" cy="4038600"/>
          </a:xfrm>
          <a:custGeom>
            <a:avLst/>
            <a:gdLst/>
            <a:ahLst/>
            <a:cxnLst/>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w="0">
            <a:noFill/>
          </a:ln>
        </p:spPr>
        <p:txBody>
          <a:bodyPr/>
          <a:p>
            <a:endParaRPr lang="zh-CN" altLang="en-US"/>
          </a:p>
        </p:txBody>
      </p:sp>
      <p:grpSp>
        <p:nvGrpSpPr>
          <p:cNvPr id="394243" name="组合 394242"/>
          <p:cNvGrpSpPr/>
          <p:nvPr/>
        </p:nvGrpSpPr>
        <p:grpSpPr>
          <a:xfrm>
            <a:off x="4572000" y="28575"/>
            <a:ext cx="4756150" cy="4338638"/>
            <a:chOff x="2918" y="18"/>
            <a:chExt cx="2958" cy="2699"/>
          </a:xfrm>
        </p:grpSpPr>
        <p:sp>
          <p:nvSpPr>
            <p:cNvPr id="394244" name="任意多边形 394243"/>
            <p:cNvSpPr/>
            <p:nvPr/>
          </p:nvSpPr>
          <p:spPr>
            <a:xfrm>
              <a:off x="3060" y="18"/>
              <a:ext cx="490" cy="187"/>
            </a:xfrm>
            <a:custGeom>
              <a:avLst/>
              <a:gdLst/>
              <a:ahLst/>
              <a:cxnLst/>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w="0">
              <a:noFill/>
            </a:ln>
          </p:spPr>
          <p:txBody>
            <a:bodyPr/>
            <a:p>
              <a:endParaRPr lang="zh-CN" altLang="en-US"/>
            </a:p>
          </p:txBody>
        </p:sp>
        <p:sp>
          <p:nvSpPr>
            <p:cNvPr id="394245" name="任意多边形 394244"/>
            <p:cNvSpPr>
              <a:spLocks noEditPoints="1"/>
            </p:cNvSpPr>
            <p:nvPr/>
          </p:nvSpPr>
          <p:spPr>
            <a:xfrm>
              <a:off x="2918" y="18"/>
              <a:ext cx="2958" cy="2699"/>
            </a:xfrm>
            <a:custGeom>
              <a:avLst/>
              <a:gdLst/>
              <a:ahLst/>
              <a:cxnLst/>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w="0">
              <a:noFill/>
            </a:ln>
          </p:spPr>
          <p:txBody>
            <a:bodyPr/>
            <a:p>
              <a:endParaRPr lang="zh-CN" altLang="en-US"/>
            </a:p>
          </p:txBody>
        </p:sp>
        <p:sp>
          <p:nvSpPr>
            <p:cNvPr id="394246" name="任意多边形 394245"/>
            <p:cNvSpPr/>
            <p:nvPr/>
          </p:nvSpPr>
          <p:spPr>
            <a:xfrm>
              <a:off x="3621" y="1287"/>
              <a:ext cx="238" cy="283"/>
            </a:xfrm>
            <a:custGeom>
              <a:avLst/>
              <a:gdLst/>
              <a:ahLst/>
              <a:cxnLst/>
              <a:pathLst>
                <a:path w="47" h="56">
                  <a:moveTo>
                    <a:pt x="40" y="15"/>
                  </a:moveTo>
                  <a:cubicBezTo>
                    <a:pt x="37" y="0"/>
                    <a:pt x="0" y="23"/>
                    <a:pt x="27" y="56"/>
                  </a:cubicBezTo>
                  <a:cubicBezTo>
                    <a:pt x="27" y="56"/>
                    <a:pt x="47" y="49"/>
                    <a:pt x="40" y="15"/>
                  </a:cubicBezTo>
                  <a:close/>
                </a:path>
              </a:pathLst>
            </a:custGeom>
            <a:solidFill>
              <a:schemeClr val="bg1"/>
            </a:solidFill>
            <a:ln w="0">
              <a:noFill/>
            </a:ln>
          </p:spPr>
          <p:txBody>
            <a:bodyPr/>
            <a:p>
              <a:endParaRPr lang="zh-CN" altLang="en-US"/>
            </a:p>
          </p:txBody>
        </p:sp>
        <p:sp>
          <p:nvSpPr>
            <p:cNvPr id="394247" name="任意多边形 394246"/>
            <p:cNvSpPr/>
            <p:nvPr/>
          </p:nvSpPr>
          <p:spPr>
            <a:xfrm>
              <a:off x="3403" y="1403"/>
              <a:ext cx="208" cy="379"/>
            </a:xfrm>
            <a:custGeom>
              <a:avLst/>
              <a:gdLst/>
              <a:ahLst/>
              <a:cxnLst/>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w="0">
              <a:noFill/>
            </a:ln>
          </p:spPr>
          <p:txBody>
            <a:bodyPr/>
            <a:p>
              <a:endParaRPr lang="zh-CN" altLang="en-US"/>
            </a:p>
          </p:txBody>
        </p:sp>
        <p:sp>
          <p:nvSpPr>
            <p:cNvPr id="394248" name="任意多边形 394247"/>
            <p:cNvSpPr/>
            <p:nvPr/>
          </p:nvSpPr>
          <p:spPr>
            <a:xfrm>
              <a:off x="3272" y="645"/>
              <a:ext cx="683" cy="318"/>
            </a:xfrm>
            <a:custGeom>
              <a:avLst/>
              <a:gdLst/>
              <a:ahLst/>
              <a:cxnLst/>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w="0">
              <a:noFill/>
            </a:ln>
          </p:spPr>
          <p:txBody>
            <a:bodyPr/>
            <a:p>
              <a:endParaRPr lang="zh-CN" altLang="en-US"/>
            </a:p>
          </p:txBody>
        </p:sp>
        <p:sp>
          <p:nvSpPr>
            <p:cNvPr id="394249" name="任意多边形 394248"/>
            <p:cNvSpPr/>
            <p:nvPr/>
          </p:nvSpPr>
          <p:spPr>
            <a:xfrm>
              <a:off x="4046" y="1545"/>
              <a:ext cx="490" cy="515"/>
            </a:xfrm>
            <a:custGeom>
              <a:avLst/>
              <a:gdLst/>
              <a:ahLst/>
              <a:cxnLst/>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w="0">
              <a:noFill/>
            </a:ln>
          </p:spPr>
          <p:txBody>
            <a:bodyPr/>
            <a:p>
              <a:endParaRPr lang="zh-CN" altLang="en-US"/>
            </a:p>
          </p:txBody>
        </p:sp>
        <p:sp>
          <p:nvSpPr>
            <p:cNvPr id="394250" name="任意多边形 394249"/>
            <p:cNvSpPr/>
            <p:nvPr/>
          </p:nvSpPr>
          <p:spPr>
            <a:xfrm>
              <a:off x="5173" y="1024"/>
              <a:ext cx="501" cy="96"/>
            </a:xfrm>
            <a:custGeom>
              <a:avLst/>
              <a:gdLst/>
              <a:ahLst/>
              <a:cxnLst/>
              <a:pathLst>
                <a:path w="99" h="19">
                  <a:moveTo>
                    <a:pt x="15" y="0"/>
                  </a:moveTo>
                  <a:cubicBezTo>
                    <a:pt x="0" y="0"/>
                    <a:pt x="19" y="19"/>
                    <a:pt x="40" y="15"/>
                  </a:cubicBezTo>
                  <a:cubicBezTo>
                    <a:pt x="99" y="1"/>
                    <a:pt x="15" y="0"/>
                    <a:pt x="15" y="0"/>
                  </a:cubicBezTo>
                  <a:close/>
                </a:path>
              </a:pathLst>
            </a:custGeom>
            <a:solidFill>
              <a:schemeClr val="bg1"/>
            </a:solidFill>
            <a:ln w="0">
              <a:noFill/>
            </a:ln>
          </p:spPr>
          <p:txBody>
            <a:bodyPr/>
            <a:p>
              <a:endParaRPr lang="zh-CN" altLang="en-US"/>
            </a:p>
          </p:txBody>
        </p:sp>
        <p:sp>
          <p:nvSpPr>
            <p:cNvPr id="394251" name="任意多边形 394250"/>
            <p:cNvSpPr/>
            <p:nvPr/>
          </p:nvSpPr>
          <p:spPr>
            <a:xfrm>
              <a:off x="5340" y="1004"/>
              <a:ext cx="385" cy="237"/>
            </a:xfrm>
            <a:custGeom>
              <a:avLst/>
              <a:gdLst/>
              <a:ahLst/>
              <a:cxnLst/>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w="0">
              <a:noFill/>
            </a:ln>
          </p:spPr>
          <p:txBody>
            <a:bodyPr/>
            <a:p>
              <a:endParaRPr lang="zh-CN" altLang="en-US"/>
            </a:p>
          </p:txBody>
        </p:sp>
        <p:sp>
          <p:nvSpPr>
            <p:cNvPr id="394252" name="任意多边形 394251"/>
            <p:cNvSpPr/>
            <p:nvPr/>
          </p:nvSpPr>
          <p:spPr>
            <a:xfrm>
              <a:off x="5325" y="1201"/>
              <a:ext cx="415" cy="187"/>
            </a:xfrm>
            <a:custGeom>
              <a:avLst/>
              <a:gdLst/>
              <a:ahLst/>
              <a:cxnLst/>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w="0">
              <a:noFill/>
            </a:ln>
          </p:spPr>
          <p:txBody>
            <a:bodyPr/>
            <a:p>
              <a:endParaRPr lang="zh-CN" altLang="en-US"/>
            </a:p>
          </p:txBody>
        </p:sp>
        <p:sp>
          <p:nvSpPr>
            <p:cNvPr id="394253" name="任意多边形 394252"/>
            <p:cNvSpPr/>
            <p:nvPr/>
          </p:nvSpPr>
          <p:spPr>
            <a:xfrm>
              <a:off x="5001" y="1378"/>
              <a:ext cx="698" cy="167"/>
            </a:xfrm>
            <a:custGeom>
              <a:avLst/>
              <a:gdLst/>
              <a:ahLst/>
              <a:cxnLst/>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w="0">
              <a:noFill/>
            </a:ln>
          </p:spPr>
          <p:txBody>
            <a:bodyPr/>
            <a:p>
              <a:endParaRPr lang="zh-CN" altLang="en-US"/>
            </a:p>
          </p:txBody>
        </p:sp>
        <p:sp>
          <p:nvSpPr>
            <p:cNvPr id="394254" name="任意多边形 394253"/>
            <p:cNvSpPr/>
            <p:nvPr/>
          </p:nvSpPr>
          <p:spPr>
            <a:xfrm>
              <a:off x="5077" y="1540"/>
              <a:ext cx="567" cy="146"/>
            </a:xfrm>
            <a:custGeom>
              <a:avLst/>
              <a:gdLst/>
              <a:ahLst/>
              <a:cxnLst/>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w="0">
              <a:noFill/>
            </a:ln>
          </p:spPr>
          <p:txBody>
            <a:bodyPr/>
            <a:p>
              <a:endParaRPr lang="zh-CN" altLang="en-US"/>
            </a:p>
          </p:txBody>
        </p:sp>
        <p:sp>
          <p:nvSpPr>
            <p:cNvPr id="394255" name="任意多边形 394254"/>
            <p:cNvSpPr/>
            <p:nvPr/>
          </p:nvSpPr>
          <p:spPr>
            <a:xfrm>
              <a:off x="5042" y="1656"/>
              <a:ext cx="581" cy="480"/>
            </a:xfrm>
            <a:custGeom>
              <a:avLst/>
              <a:gdLst/>
              <a:ahLst/>
              <a:cxnLst/>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w="0">
              <a:noFill/>
            </a:ln>
          </p:spPr>
          <p:txBody>
            <a:bodyPr/>
            <a:p>
              <a:endParaRPr lang="zh-CN" altLang="en-US"/>
            </a:p>
          </p:txBody>
        </p:sp>
        <p:sp>
          <p:nvSpPr>
            <p:cNvPr id="394256" name="任意多边形 394255"/>
            <p:cNvSpPr/>
            <p:nvPr/>
          </p:nvSpPr>
          <p:spPr>
            <a:xfrm>
              <a:off x="5421" y="1464"/>
              <a:ext cx="329" cy="854"/>
            </a:xfrm>
            <a:custGeom>
              <a:avLst/>
              <a:gdLst/>
              <a:ahLst/>
              <a:cxnLst/>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w="0">
              <a:noFill/>
            </a:ln>
          </p:spPr>
          <p:txBody>
            <a:bodyPr/>
            <a:p>
              <a:endParaRPr lang="zh-CN" altLang="en-US"/>
            </a:p>
          </p:txBody>
        </p:sp>
      </p:grpSp>
      <p:grpSp>
        <p:nvGrpSpPr>
          <p:cNvPr id="394257" name="组合 394256"/>
          <p:cNvGrpSpPr/>
          <p:nvPr/>
        </p:nvGrpSpPr>
        <p:grpSpPr>
          <a:xfrm>
            <a:off x="554038" y="36513"/>
            <a:ext cx="7891462" cy="6821487"/>
            <a:chOff x="349" y="23"/>
            <a:chExt cx="4971" cy="4297"/>
          </a:xfrm>
        </p:grpSpPr>
        <p:sp>
          <p:nvSpPr>
            <p:cNvPr id="394258" name="矩形 394257"/>
            <p:cNvSpPr/>
            <p:nvPr/>
          </p:nvSpPr>
          <p:spPr>
            <a:xfrm>
              <a:off x="384" y="23"/>
              <a:ext cx="21" cy="101"/>
            </a:xfrm>
            <a:prstGeom prst="rect">
              <a:avLst/>
            </a:prstGeom>
            <a:solidFill>
              <a:schemeClr val="bg2">
                <a:alpha val="50000"/>
              </a:schemeClr>
            </a:solidFill>
            <a:ln w="0">
              <a:noFill/>
            </a:ln>
          </p:spPr>
          <p:txBody>
            <a:bodyPr/>
            <a:p>
              <a:endParaRPr lang="zh-CN" altLang="en-US"/>
            </a:p>
          </p:txBody>
        </p:sp>
        <p:sp>
          <p:nvSpPr>
            <p:cNvPr id="394259" name="任意多边形 394258"/>
            <p:cNvSpPr>
              <a:spLocks noEditPoints="1"/>
            </p:cNvSpPr>
            <p:nvPr/>
          </p:nvSpPr>
          <p:spPr>
            <a:xfrm>
              <a:off x="384" y="225"/>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60" name="任意多边形 394259"/>
            <p:cNvSpPr>
              <a:spLocks noEditPoints="1"/>
            </p:cNvSpPr>
            <p:nvPr/>
          </p:nvSpPr>
          <p:spPr>
            <a:xfrm>
              <a:off x="384" y="630"/>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61" name="任意多边形 394260"/>
            <p:cNvSpPr>
              <a:spLocks noEditPoints="1"/>
            </p:cNvSpPr>
            <p:nvPr/>
          </p:nvSpPr>
          <p:spPr>
            <a:xfrm>
              <a:off x="384" y="1034"/>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62" name="任意多边形 394261"/>
            <p:cNvSpPr>
              <a:spLocks noEditPoints="1"/>
            </p:cNvSpPr>
            <p:nvPr/>
          </p:nvSpPr>
          <p:spPr>
            <a:xfrm>
              <a:off x="384" y="1438"/>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63" name="任意多边形 394262"/>
            <p:cNvSpPr>
              <a:spLocks noEditPoints="1"/>
            </p:cNvSpPr>
            <p:nvPr/>
          </p:nvSpPr>
          <p:spPr>
            <a:xfrm>
              <a:off x="384" y="1843"/>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64" name="任意多边形 394263"/>
            <p:cNvSpPr>
              <a:spLocks noEditPoints="1"/>
            </p:cNvSpPr>
            <p:nvPr/>
          </p:nvSpPr>
          <p:spPr>
            <a:xfrm>
              <a:off x="384" y="2247"/>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65" name="任意多边形 394264"/>
            <p:cNvSpPr>
              <a:spLocks noEditPoints="1"/>
            </p:cNvSpPr>
            <p:nvPr/>
          </p:nvSpPr>
          <p:spPr>
            <a:xfrm>
              <a:off x="384" y="2652"/>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66" name="任意多边形 394265"/>
            <p:cNvSpPr>
              <a:spLocks noEditPoints="1"/>
            </p:cNvSpPr>
            <p:nvPr/>
          </p:nvSpPr>
          <p:spPr>
            <a:xfrm>
              <a:off x="384" y="3056"/>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67" name="任意多边形 394266"/>
            <p:cNvSpPr>
              <a:spLocks noEditPoints="1"/>
            </p:cNvSpPr>
            <p:nvPr/>
          </p:nvSpPr>
          <p:spPr>
            <a:xfrm>
              <a:off x="384" y="3461"/>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68" name="任意多边形 394267"/>
            <p:cNvSpPr>
              <a:spLocks noEditPoints="1"/>
            </p:cNvSpPr>
            <p:nvPr/>
          </p:nvSpPr>
          <p:spPr>
            <a:xfrm>
              <a:off x="384" y="3865"/>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69" name="矩形 394268"/>
            <p:cNvSpPr/>
            <p:nvPr/>
          </p:nvSpPr>
          <p:spPr>
            <a:xfrm>
              <a:off x="384" y="4269"/>
              <a:ext cx="21" cy="51"/>
            </a:xfrm>
            <a:prstGeom prst="rect">
              <a:avLst/>
            </a:prstGeom>
            <a:solidFill>
              <a:schemeClr val="bg2">
                <a:alpha val="50000"/>
              </a:schemeClr>
            </a:solidFill>
            <a:ln w="0">
              <a:noFill/>
            </a:ln>
          </p:spPr>
          <p:txBody>
            <a:bodyPr/>
            <a:p>
              <a:endParaRPr lang="zh-CN" altLang="en-US"/>
            </a:p>
          </p:txBody>
        </p:sp>
        <p:sp>
          <p:nvSpPr>
            <p:cNvPr id="394270" name="矩形 394269"/>
            <p:cNvSpPr/>
            <p:nvPr/>
          </p:nvSpPr>
          <p:spPr>
            <a:xfrm>
              <a:off x="829" y="23"/>
              <a:ext cx="21" cy="101"/>
            </a:xfrm>
            <a:prstGeom prst="rect">
              <a:avLst/>
            </a:prstGeom>
            <a:solidFill>
              <a:schemeClr val="bg2">
                <a:alpha val="50000"/>
              </a:schemeClr>
            </a:solidFill>
            <a:ln w="0">
              <a:noFill/>
            </a:ln>
          </p:spPr>
          <p:txBody>
            <a:bodyPr/>
            <a:p>
              <a:endParaRPr lang="zh-CN" altLang="en-US"/>
            </a:p>
          </p:txBody>
        </p:sp>
        <p:sp>
          <p:nvSpPr>
            <p:cNvPr id="394271" name="任意多边形 394270"/>
            <p:cNvSpPr>
              <a:spLocks noEditPoints="1"/>
            </p:cNvSpPr>
            <p:nvPr/>
          </p:nvSpPr>
          <p:spPr>
            <a:xfrm>
              <a:off x="829" y="225"/>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72" name="任意多边形 394271"/>
            <p:cNvSpPr>
              <a:spLocks noEditPoints="1"/>
            </p:cNvSpPr>
            <p:nvPr/>
          </p:nvSpPr>
          <p:spPr>
            <a:xfrm>
              <a:off x="829" y="630"/>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73" name="任意多边形 394272"/>
            <p:cNvSpPr>
              <a:spLocks noEditPoints="1"/>
            </p:cNvSpPr>
            <p:nvPr/>
          </p:nvSpPr>
          <p:spPr>
            <a:xfrm>
              <a:off x="829" y="1034"/>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74" name="任意多边形 394273"/>
            <p:cNvSpPr>
              <a:spLocks noEditPoints="1"/>
            </p:cNvSpPr>
            <p:nvPr/>
          </p:nvSpPr>
          <p:spPr>
            <a:xfrm>
              <a:off x="829" y="1438"/>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75" name="任意多边形 394274"/>
            <p:cNvSpPr>
              <a:spLocks noEditPoints="1"/>
            </p:cNvSpPr>
            <p:nvPr/>
          </p:nvSpPr>
          <p:spPr>
            <a:xfrm>
              <a:off x="829" y="1843"/>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76" name="任意多边形 394275"/>
            <p:cNvSpPr>
              <a:spLocks noEditPoints="1"/>
            </p:cNvSpPr>
            <p:nvPr/>
          </p:nvSpPr>
          <p:spPr>
            <a:xfrm>
              <a:off x="829" y="2247"/>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77" name="任意多边形 394276"/>
            <p:cNvSpPr>
              <a:spLocks noEditPoints="1"/>
            </p:cNvSpPr>
            <p:nvPr/>
          </p:nvSpPr>
          <p:spPr>
            <a:xfrm>
              <a:off x="829" y="2652"/>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78" name="任意多边形 394277"/>
            <p:cNvSpPr>
              <a:spLocks noEditPoints="1"/>
            </p:cNvSpPr>
            <p:nvPr/>
          </p:nvSpPr>
          <p:spPr>
            <a:xfrm>
              <a:off x="829" y="3056"/>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79" name="任意多边形 394278"/>
            <p:cNvSpPr>
              <a:spLocks noEditPoints="1"/>
            </p:cNvSpPr>
            <p:nvPr/>
          </p:nvSpPr>
          <p:spPr>
            <a:xfrm>
              <a:off x="829" y="3461"/>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80" name="任意多边形 394279"/>
            <p:cNvSpPr>
              <a:spLocks noEditPoints="1"/>
            </p:cNvSpPr>
            <p:nvPr/>
          </p:nvSpPr>
          <p:spPr>
            <a:xfrm>
              <a:off x="829" y="3865"/>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81" name="矩形 394280"/>
            <p:cNvSpPr/>
            <p:nvPr/>
          </p:nvSpPr>
          <p:spPr>
            <a:xfrm>
              <a:off x="829" y="4269"/>
              <a:ext cx="21" cy="51"/>
            </a:xfrm>
            <a:prstGeom prst="rect">
              <a:avLst/>
            </a:prstGeom>
            <a:solidFill>
              <a:schemeClr val="bg2">
                <a:alpha val="50000"/>
              </a:schemeClr>
            </a:solidFill>
            <a:ln w="0">
              <a:noFill/>
            </a:ln>
          </p:spPr>
          <p:txBody>
            <a:bodyPr/>
            <a:p>
              <a:endParaRPr lang="zh-CN" altLang="en-US"/>
            </a:p>
          </p:txBody>
        </p:sp>
        <p:sp>
          <p:nvSpPr>
            <p:cNvPr id="394282" name="矩形 394281"/>
            <p:cNvSpPr/>
            <p:nvPr/>
          </p:nvSpPr>
          <p:spPr>
            <a:xfrm>
              <a:off x="1279" y="23"/>
              <a:ext cx="21" cy="101"/>
            </a:xfrm>
            <a:prstGeom prst="rect">
              <a:avLst/>
            </a:prstGeom>
            <a:solidFill>
              <a:schemeClr val="bg2">
                <a:alpha val="50000"/>
              </a:schemeClr>
            </a:solidFill>
            <a:ln w="0">
              <a:noFill/>
            </a:ln>
          </p:spPr>
          <p:txBody>
            <a:bodyPr/>
            <a:p>
              <a:endParaRPr lang="zh-CN" altLang="en-US"/>
            </a:p>
          </p:txBody>
        </p:sp>
        <p:sp>
          <p:nvSpPr>
            <p:cNvPr id="394283" name="任意多边形 394282"/>
            <p:cNvSpPr>
              <a:spLocks noEditPoints="1"/>
            </p:cNvSpPr>
            <p:nvPr/>
          </p:nvSpPr>
          <p:spPr>
            <a:xfrm>
              <a:off x="1279" y="225"/>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84" name="任意多边形 394283"/>
            <p:cNvSpPr>
              <a:spLocks noEditPoints="1"/>
            </p:cNvSpPr>
            <p:nvPr/>
          </p:nvSpPr>
          <p:spPr>
            <a:xfrm>
              <a:off x="1279" y="630"/>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85" name="任意多边形 394284"/>
            <p:cNvSpPr>
              <a:spLocks noEditPoints="1"/>
            </p:cNvSpPr>
            <p:nvPr/>
          </p:nvSpPr>
          <p:spPr>
            <a:xfrm>
              <a:off x="1279" y="1034"/>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86" name="任意多边形 394285"/>
            <p:cNvSpPr>
              <a:spLocks noEditPoints="1"/>
            </p:cNvSpPr>
            <p:nvPr/>
          </p:nvSpPr>
          <p:spPr>
            <a:xfrm>
              <a:off x="1279" y="1438"/>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87" name="任意多边形 394286"/>
            <p:cNvSpPr>
              <a:spLocks noEditPoints="1"/>
            </p:cNvSpPr>
            <p:nvPr/>
          </p:nvSpPr>
          <p:spPr>
            <a:xfrm>
              <a:off x="1279" y="1843"/>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88" name="任意多边形 394287"/>
            <p:cNvSpPr>
              <a:spLocks noEditPoints="1"/>
            </p:cNvSpPr>
            <p:nvPr/>
          </p:nvSpPr>
          <p:spPr>
            <a:xfrm>
              <a:off x="1279" y="2247"/>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89" name="任意多边形 394288"/>
            <p:cNvSpPr>
              <a:spLocks noEditPoints="1"/>
            </p:cNvSpPr>
            <p:nvPr/>
          </p:nvSpPr>
          <p:spPr>
            <a:xfrm>
              <a:off x="1279" y="2652"/>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90" name="任意多边形 394289"/>
            <p:cNvSpPr>
              <a:spLocks noEditPoints="1"/>
            </p:cNvSpPr>
            <p:nvPr/>
          </p:nvSpPr>
          <p:spPr>
            <a:xfrm>
              <a:off x="1279" y="3056"/>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91" name="任意多边形 394290"/>
            <p:cNvSpPr>
              <a:spLocks noEditPoints="1"/>
            </p:cNvSpPr>
            <p:nvPr/>
          </p:nvSpPr>
          <p:spPr>
            <a:xfrm>
              <a:off x="1279" y="3461"/>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92" name="任意多边形 394291"/>
            <p:cNvSpPr>
              <a:spLocks noEditPoints="1"/>
            </p:cNvSpPr>
            <p:nvPr/>
          </p:nvSpPr>
          <p:spPr>
            <a:xfrm>
              <a:off x="1279" y="3865"/>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93" name="矩形 394292"/>
            <p:cNvSpPr/>
            <p:nvPr/>
          </p:nvSpPr>
          <p:spPr>
            <a:xfrm>
              <a:off x="1279" y="4269"/>
              <a:ext cx="21" cy="51"/>
            </a:xfrm>
            <a:prstGeom prst="rect">
              <a:avLst/>
            </a:prstGeom>
            <a:solidFill>
              <a:schemeClr val="bg2">
                <a:alpha val="50000"/>
              </a:schemeClr>
            </a:solidFill>
            <a:ln w="0">
              <a:noFill/>
            </a:ln>
          </p:spPr>
          <p:txBody>
            <a:bodyPr/>
            <a:p>
              <a:endParaRPr lang="zh-CN" altLang="en-US"/>
            </a:p>
          </p:txBody>
        </p:sp>
        <p:sp>
          <p:nvSpPr>
            <p:cNvPr id="394294" name="矩形 394293"/>
            <p:cNvSpPr/>
            <p:nvPr/>
          </p:nvSpPr>
          <p:spPr>
            <a:xfrm>
              <a:off x="1724" y="23"/>
              <a:ext cx="21" cy="101"/>
            </a:xfrm>
            <a:prstGeom prst="rect">
              <a:avLst/>
            </a:prstGeom>
            <a:solidFill>
              <a:schemeClr val="bg2">
                <a:alpha val="50000"/>
              </a:schemeClr>
            </a:solidFill>
            <a:ln w="0">
              <a:noFill/>
            </a:ln>
          </p:spPr>
          <p:txBody>
            <a:bodyPr/>
            <a:p>
              <a:endParaRPr lang="zh-CN" altLang="en-US"/>
            </a:p>
          </p:txBody>
        </p:sp>
        <p:sp>
          <p:nvSpPr>
            <p:cNvPr id="394295" name="任意多边形 394294"/>
            <p:cNvSpPr>
              <a:spLocks noEditPoints="1"/>
            </p:cNvSpPr>
            <p:nvPr/>
          </p:nvSpPr>
          <p:spPr>
            <a:xfrm>
              <a:off x="1724" y="225"/>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96" name="任意多边形 394295"/>
            <p:cNvSpPr>
              <a:spLocks noEditPoints="1"/>
            </p:cNvSpPr>
            <p:nvPr/>
          </p:nvSpPr>
          <p:spPr>
            <a:xfrm>
              <a:off x="1724" y="630"/>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97" name="任意多边形 394296"/>
            <p:cNvSpPr>
              <a:spLocks noEditPoints="1"/>
            </p:cNvSpPr>
            <p:nvPr/>
          </p:nvSpPr>
          <p:spPr>
            <a:xfrm>
              <a:off x="1724" y="1034"/>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98" name="任意多边形 394297"/>
            <p:cNvSpPr>
              <a:spLocks noEditPoints="1"/>
            </p:cNvSpPr>
            <p:nvPr/>
          </p:nvSpPr>
          <p:spPr>
            <a:xfrm>
              <a:off x="1724" y="1438"/>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299" name="任意多边形 394298"/>
            <p:cNvSpPr>
              <a:spLocks noEditPoints="1"/>
            </p:cNvSpPr>
            <p:nvPr/>
          </p:nvSpPr>
          <p:spPr>
            <a:xfrm>
              <a:off x="1724" y="1843"/>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00" name="任意多边形 394299"/>
            <p:cNvSpPr>
              <a:spLocks noEditPoints="1"/>
            </p:cNvSpPr>
            <p:nvPr/>
          </p:nvSpPr>
          <p:spPr>
            <a:xfrm>
              <a:off x="1724" y="2247"/>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01" name="任意多边形 394300"/>
            <p:cNvSpPr>
              <a:spLocks noEditPoints="1"/>
            </p:cNvSpPr>
            <p:nvPr/>
          </p:nvSpPr>
          <p:spPr>
            <a:xfrm>
              <a:off x="1724" y="2652"/>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02" name="任意多边形 394301"/>
            <p:cNvSpPr>
              <a:spLocks noEditPoints="1"/>
            </p:cNvSpPr>
            <p:nvPr/>
          </p:nvSpPr>
          <p:spPr>
            <a:xfrm>
              <a:off x="1724" y="3056"/>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03" name="任意多边形 394302"/>
            <p:cNvSpPr>
              <a:spLocks noEditPoints="1"/>
            </p:cNvSpPr>
            <p:nvPr/>
          </p:nvSpPr>
          <p:spPr>
            <a:xfrm>
              <a:off x="1724" y="3461"/>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04" name="任意多边形 394303"/>
            <p:cNvSpPr>
              <a:spLocks noEditPoints="1"/>
            </p:cNvSpPr>
            <p:nvPr/>
          </p:nvSpPr>
          <p:spPr>
            <a:xfrm>
              <a:off x="1724" y="3865"/>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05" name="矩形 394304"/>
            <p:cNvSpPr/>
            <p:nvPr/>
          </p:nvSpPr>
          <p:spPr>
            <a:xfrm>
              <a:off x="1724" y="4269"/>
              <a:ext cx="21" cy="51"/>
            </a:xfrm>
            <a:prstGeom prst="rect">
              <a:avLst/>
            </a:prstGeom>
            <a:solidFill>
              <a:schemeClr val="bg2">
                <a:alpha val="50000"/>
              </a:schemeClr>
            </a:solidFill>
            <a:ln w="0">
              <a:noFill/>
            </a:ln>
          </p:spPr>
          <p:txBody>
            <a:bodyPr/>
            <a:p>
              <a:endParaRPr lang="zh-CN" altLang="en-US"/>
            </a:p>
          </p:txBody>
        </p:sp>
        <p:sp>
          <p:nvSpPr>
            <p:cNvPr id="394306" name="矩形 394305"/>
            <p:cNvSpPr/>
            <p:nvPr/>
          </p:nvSpPr>
          <p:spPr>
            <a:xfrm>
              <a:off x="2169" y="23"/>
              <a:ext cx="21" cy="101"/>
            </a:xfrm>
            <a:prstGeom prst="rect">
              <a:avLst/>
            </a:prstGeom>
            <a:solidFill>
              <a:schemeClr val="bg2">
                <a:alpha val="50000"/>
              </a:schemeClr>
            </a:solidFill>
            <a:ln w="0">
              <a:noFill/>
            </a:ln>
          </p:spPr>
          <p:txBody>
            <a:bodyPr/>
            <a:p>
              <a:endParaRPr lang="zh-CN" altLang="en-US"/>
            </a:p>
          </p:txBody>
        </p:sp>
        <p:sp>
          <p:nvSpPr>
            <p:cNvPr id="394307" name="任意多边形 394306"/>
            <p:cNvSpPr>
              <a:spLocks noEditPoints="1"/>
            </p:cNvSpPr>
            <p:nvPr/>
          </p:nvSpPr>
          <p:spPr>
            <a:xfrm>
              <a:off x="2169" y="225"/>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08" name="任意多边形 394307"/>
            <p:cNvSpPr>
              <a:spLocks noEditPoints="1"/>
            </p:cNvSpPr>
            <p:nvPr/>
          </p:nvSpPr>
          <p:spPr>
            <a:xfrm>
              <a:off x="2169" y="630"/>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09" name="任意多边形 394308"/>
            <p:cNvSpPr>
              <a:spLocks noEditPoints="1"/>
            </p:cNvSpPr>
            <p:nvPr/>
          </p:nvSpPr>
          <p:spPr>
            <a:xfrm>
              <a:off x="2169" y="1034"/>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10" name="任意多边形 394309"/>
            <p:cNvSpPr>
              <a:spLocks noEditPoints="1"/>
            </p:cNvSpPr>
            <p:nvPr/>
          </p:nvSpPr>
          <p:spPr>
            <a:xfrm>
              <a:off x="2169" y="1438"/>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11" name="任意多边形 394310"/>
            <p:cNvSpPr>
              <a:spLocks noEditPoints="1"/>
            </p:cNvSpPr>
            <p:nvPr/>
          </p:nvSpPr>
          <p:spPr>
            <a:xfrm>
              <a:off x="2169" y="1843"/>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12" name="任意多边形 394311"/>
            <p:cNvSpPr>
              <a:spLocks noEditPoints="1"/>
            </p:cNvSpPr>
            <p:nvPr/>
          </p:nvSpPr>
          <p:spPr>
            <a:xfrm>
              <a:off x="2169" y="2247"/>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13" name="任意多边形 394312"/>
            <p:cNvSpPr>
              <a:spLocks noEditPoints="1"/>
            </p:cNvSpPr>
            <p:nvPr/>
          </p:nvSpPr>
          <p:spPr>
            <a:xfrm>
              <a:off x="2169" y="2652"/>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14" name="任意多边形 394313"/>
            <p:cNvSpPr>
              <a:spLocks noEditPoints="1"/>
            </p:cNvSpPr>
            <p:nvPr/>
          </p:nvSpPr>
          <p:spPr>
            <a:xfrm>
              <a:off x="2169" y="3056"/>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15" name="任意多边形 394314"/>
            <p:cNvSpPr>
              <a:spLocks noEditPoints="1"/>
            </p:cNvSpPr>
            <p:nvPr/>
          </p:nvSpPr>
          <p:spPr>
            <a:xfrm>
              <a:off x="2169" y="3461"/>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16" name="任意多边形 394315"/>
            <p:cNvSpPr>
              <a:spLocks noEditPoints="1"/>
            </p:cNvSpPr>
            <p:nvPr/>
          </p:nvSpPr>
          <p:spPr>
            <a:xfrm>
              <a:off x="2169" y="3865"/>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17" name="矩形 394316"/>
            <p:cNvSpPr/>
            <p:nvPr/>
          </p:nvSpPr>
          <p:spPr>
            <a:xfrm>
              <a:off x="2169" y="4269"/>
              <a:ext cx="21" cy="51"/>
            </a:xfrm>
            <a:prstGeom prst="rect">
              <a:avLst/>
            </a:prstGeom>
            <a:solidFill>
              <a:schemeClr val="bg2">
                <a:alpha val="50000"/>
              </a:schemeClr>
            </a:solidFill>
            <a:ln w="0">
              <a:noFill/>
            </a:ln>
          </p:spPr>
          <p:txBody>
            <a:bodyPr/>
            <a:p>
              <a:endParaRPr lang="zh-CN" altLang="en-US"/>
            </a:p>
          </p:txBody>
        </p:sp>
        <p:sp>
          <p:nvSpPr>
            <p:cNvPr id="394318" name="矩形 394317"/>
            <p:cNvSpPr/>
            <p:nvPr/>
          </p:nvSpPr>
          <p:spPr>
            <a:xfrm>
              <a:off x="2620" y="23"/>
              <a:ext cx="20" cy="101"/>
            </a:xfrm>
            <a:prstGeom prst="rect">
              <a:avLst/>
            </a:prstGeom>
            <a:solidFill>
              <a:schemeClr val="bg2">
                <a:alpha val="50000"/>
              </a:schemeClr>
            </a:solidFill>
            <a:ln w="0">
              <a:noFill/>
            </a:ln>
          </p:spPr>
          <p:txBody>
            <a:bodyPr/>
            <a:p>
              <a:endParaRPr lang="zh-CN" altLang="en-US"/>
            </a:p>
          </p:txBody>
        </p:sp>
        <p:sp>
          <p:nvSpPr>
            <p:cNvPr id="394319" name="任意多边形 394318"/>
            <p:cNvSpPr>
              <a:spLocks noEditPoints="1"/>
            </p:cNvSpPr>
            <p:nvPr/>
          </p:nvSpPr>
          <p:spPr>
            <a:xfrm>
              <a:off x="2620" y="225"/>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20" name="任意多边形 394319"/>
            <p:cNvSpPr>
              <a:spLocks noEditPoints="1"/>
            </p:cNvSpPr>
            <p:nvPr/>
          </p:nvSpPr>
          <p:spPr>
            <a:xfrm>
              <a:off x="2620" y="630"/>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21" name="任意多边形 394320"/>
            <p:cNvSpPr>
              <a:spLocks noEditPoints="1"/>
            </p:cNvSpPr>
            <p:nvPr/>
          </p:nvSpPr>
          <p:spPr>
            <a:xfrm>
              <a:off x="2620" y="1034"/>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22" name="任意多边形 394321"/>
            <p:cNvSpPr>
              <a:spLocks noEditPoints="1"/>
            </p:cNvSpPr>
            <p:nvPr/>
          </p:nvSpPr>
          <p:spPr>
            <a:xfrm>
              <a:off x="2620" y="1438"/>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23" name="任意多边形 394322"/>
            <p:cNvSpPr>
              <a:spLocks noEditPoints="1"/>
            </p:cNvSpPr>
            <p:nvPr/>
          </p:nvSpPr>
          <p:spPr>
            <a:xfrm>
              <a:off x="2620" y="1843"/>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24" name="任意多边形 394323"/>
            <p:cNvSpPr>
              <a:spLocks noEditPoints="1"/>
            </p:cNvSpPr>
            <p:nvPr/>
          </p:nvSpPr>
          <p:spPr>
            <a:xfrm>
              <a:off x="2620" y="2247"/>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25" name="任意多边形 394324"/>
            <p:cNvSpPr>
              <a:spLocks noEditPoints="1"/>
            </p:cNvSpPr>
            <p:nvPr/>
          </p:nvSpPr>
          <p:spPr>
            <a:xfrm>
              <a:off x="2620" y="2652"/>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26" name="任意多边形 394325"/>
            <p:cNvSpPr>
              <a:spLocks noEditPoints="1"/>
            </p:cNvSpPr>
            <p:nvPr/>
          </p:nvSpPr>
          <p:spPr>
            <a:xfrm>
              <a:off x="2620" y="3056"/>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27" name="任意多边形 394326"/>
            <p:cNvSpPr>
              <a:spLocks noEditPoints="1"/>
            </p:cNvSpPr>
            <p:nvPr/>
          </p:nvSpPr>
          <p:spPr>
            <a:xfrm>
              <a:off x="2620" y="3461"/>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28" name="任意多边形 394327"/>
            <p:cNvSpPr>
              <a:spLocks noEditPoints="1"/>
            </p:cNvSpPr>
            <p:nvPr/>
          </p:nvSpPr>
          <p:spPr>
            <a:xfrm>
              <a:off x="2620" y="3865"/>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29" name="矩形 394328"/>
            <p:cNvSpPr/>
            <p:nvPr/>
          </p:nvSpPr>
          <p:spPr>
            <a:xfrm>
              <a:off x="2620" y="4269"/>
              <a:ext cx="20" cy="51"/>
            </a:xfrm>
            <a:prstGeom prst="rect">
              <a:avLst/>
            </a:prstGeom>
            <a:solidFill>
              <a:schemeClr val="bg2">
                <a:alpha val="50000"/>
              </a:schemeClr>
            </a:solidFill>
            <a:ln w="0">
              <a:noFill/>
            </a:ln>
          </p:spPr>
          <p:txBody>
            <a:bodyPr/>
            <a:p>
              <a:endParaRPr lang="zh-CN" altLang="en-US"/>
            </a:p>
          </p:txBody>
        </p:sp>
        <p:sp>
          <p:nvSpPr>
            <p:cNvPr id="394330" name="矩形 394329"/>
            <p:cNvSpPr/>
            <p:nvPr/>
          </p:nvSpPr>
          <p:spPr>
            <a:xfrm>
              <a:off x="3065" y="23"/>
              <a:ext cx="20" cy="101"/>
            </a:xfrm>
            <a:prstGeom prst="rect">
              <a:avLst/>
            </a:prstGeom>
            <a:solidFill>
              <a:schemeClr val="bg2">
                <a:alpha val="50000"/>
              </a:schemeClr>
            </a:solidFill>
            <a:ln w="0">
              <a:noFill/>
            </a:ln>
          </p:spPr>
          <p:txBody>
            <a:bodyPr/>
            <a:p>
              <a:endParaRPr lang="zh-CN" altLang="en-US"/>
            </a:p>
          </p:txBody>
        </p:sp>
        <p:sp>
          <p:nvSpPr>
            <p:cNvPr id="394331" name="任意多边形 394330"/>
            <p:cNvSpPr>
              <a:spLocks noEditPoints="1"/>
            </p:cNvSpPr>
            <p:nvPr/>
          </p:nvSpPr>
          <p:spPr>
            <a:xfrm>
              <a:off x="3065" y="225"/>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32" name="任意多边形 394331"/>
            <p:cNvSpPr>
              <a:spLocks noEditPoints="1"/>
            </p:cNvSpPr>
            <p:nvPr/>
          </p:nvSpPr>
          <p:spPr>
            <a:xfrm>
              <a:off x="3065" y="630"/>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33" name="任意多边形 394332"/>
            <p:cNvSpPr>
              <a:spLocks noEditPoints="1"/>
            </p:cNvSpPr>
            <p:nvPr/>
          </p:nvSpPr>
          <p:spPr>
            <a:xfrm>
              <a:off x="3065" y="1034"/>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34" name="任意多边形 394333"/>
            <p:cNvSpPr>
              <a:spLocks noEditPoints="1"/>
            </p:cNvSpPr>
            <p:nvPr/>
          </p:nvSpPr>
          <p:spPr>
            <a:xfrm>
              <a:off x="3065" y="1438"/>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35" name="任意多边形 394334"/>
            <p:cNvSpPr>
              <a:spLocks noEditPoints="1"/>
            </p:cNvSpPr>
            <p:nvPr/>
          </p:nvSpPr>
          <p:spPr>
            <a:xfrm>
              <a:off x="3065" y="1843"/>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36" name="任意多边形 394335"/>
            <p:cNvSpPr>
              <a:spLocks noEditPoints="1"/>
            </p:cNvSpPr>
            <p:nvPr/>
          </p:nvSpPr>
          <p:spPr>
            <a:xfrm>
              <a:off x="3065" y="2247"/>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37" name="任意多边形 394336"/>
            <p:cNvSpPr>
              <a:spLocks noEditPoints="1"/>
            </p:cNvSpPr>
            <p:nvPr/>
          </p:nvSpPr>
          <p:spPr>
            <a:xfrm>
              <a:off x="3065" y="2652"/>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38" name="任意多边形 394337"/>
            <p:cNvSpPr>
              <a:spLocks noEditPoints="1"/>
            </p:cNvSpPr>
            <p:nvPr/>
          </p:nvSpPr>
          <p:spPr>
            <a:xfrm>
              <a:off x="3065" y="3056"/>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39" name="任意多边形 394338"/>
            <p:cNvSpPr>
              <a:spLocks noEditPoints="1"/>
            </p:cNvSpPr>
            <p:nvPr/>
          </p:nvSpPr>
          <p:spPr>
            <a:xfrm>
              <a:off x="3065" y="3461"/>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40" name="任意多边形 394339"/>
            <p:cNvSpPr>
              <a:spLocks noEditPoints="1"/>
            </p:cNvSpPr>
            <p:nvPr/>
          </p:nvSpPr>
          <p:spPr>
            <a:xfrm>
              <a:off x="3065" y="3865"/>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41" name="矩形 394340"/>
            <p:cNvSpPr/>
            <p:nvPr/>
          </p:nvSpPr>
          <p:spPr>
            <a:xfrm>
              <a:off x="3065" y="4269"/>
              <a:ext cx="20" cy="51"/>
            </a:xfrm>
            <a:prstGeom prst="rect">
              <a:avLst/>
            </a:prstGeom>
            <a:solidFill>
              <a:schemeClr val="bg2">
                <a:alpha val="50000"/>
              </a:schemeClr>
            </a:solidFill>
            <a:ln w="0">
              <a:noFill/>
            </a:ln>
          </p:spPr>
          <p:txBody>
            <a:bodyPr/>
            <a:p>
              <a:endParaRPr lang="zh-CN" altLang="en-US"/>
            </a:p>
          </p:txBody>
        </p:sp>
        <p:sp>
          <p:nvSpPr>
            <p:cNvPr id="394342" name="矩形 394341"/>
            <p:cNvSpPr/>
            <p:nvPr/>
          </p:nvSpPr>
          <p:spPr>
            <a:xfrm>
              <a:off x="3510" y="23"/>
              <a:ext cx="20" cy="101"/>
            </a:xfrm>
            <a:prstGeom prst="rect">
              <a:avLst/>
            </a:prstGeom>
            <a:solidFill>
              <a:schemeClr val="bg2">
                <a:alpha val="50000"/>
              </a:schemeClr>
            </a:solidFill>
            <a:ln w="0">
              <a:noFill/>
            </a:ln>
          </p:spPr>
          <p:txBody>
            <a:bodyPr/>
            <a:p>
              <a:endParaRPr lang="zh-CN" altLang="en-US"/>
            </a:p>
          </p:txBody>
        </p:sp>
        <p:sp>
          <p:nvSpPr>
            <p:cNvPr id="394343" name="任意多边形 394342"/>
            <p:cNvSpPr>
              <a:spLocks noEditPoints="1"/>
            </p:cNvSpPr>
            <p:nvPr/>
          </p:nvSpPr>
          <p:spPr>
            <a:xfrm>
              <a:off x="3510" y="225"/>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44" name="任意多边形 394343"/>
            <p:cNvSpPr>
              <a:spLocks noEditPoints="1"/>
            </p:cNvSpPr>
            <p:nvPr/>
          </p:nvSpPr>
          <p:spPr>
            <a:xfrm>
              <a:off x="3510" y="630"/>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45" name="任意多边形 394344"/>
            <p:cNvSpPr>
              <a:spLocks noEditPoints="1"/>
            </p:cNvSpPr>
            <p:nvPr/>
          </p:nvSpPr>
          <p:spPr>
            <a:xfrm>
              <a:off x="3510" y="1034"/>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46" name="任意多边形 394345"/>
            <p:cNvSpPr>
              <a:spLocks noEditPoints="1"/>
            </p:cNvSpPr>
            <p:nvPr/>
          </p:nvSpPr>
          <p:spPr>
            <a:xfrm>
              <a:off x="3510" y="1438"/>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47" name="任意多边形 394346"/>
            <p:cNvSpPr>
              <a:spLocks noEditPoints="1"/>
            </p:cNvSpPr>
            <p:nvPr/>
          </p:nvSpPr>
          <p:spPr>
            <a:xfrm>
              <a:off x="3510" y="1843"/>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48" name="任意多边形 394347"/>
            <p:cNvSpPr>
              <a:spLocks noEditPoints="1"/>
            </p:cNvSpPr>
            <p:nvPr/>
          </p:nvSpPr>
          <p:spPr>
            <a:xfrm>
              <a:off x="3510" y="2247"/>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49" name="任意多边形 394348"/>
            <p:cNvSpPr>
              <a:spLocks noEditPoints="1"/>
            </p:cNvSpPr>
            <p:nvPr/>
          </p:nvSpPr>
          <p:spPr>
            <a:xfrm>
              <a:off x="3510" y="2652"/>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50" name="任意多边形 394349"/>
            <p:cNvSpPr>
              <a:spLocks noEditPoints="1"/>
            </p:cNvSpPr>
            <p:nvPr/>
          </p:nvSpPr>
          <p:spPr>
            <a:xfrm>
              <a:off x="3510" y="3056"/>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51" name="任意多边形 394350"/>
            <p:cNvSpPr>
              <a:spLocks noEditPoints="1"/>
            </p:cNvSpPr>
            <p:nvPr/>
          </p:nvSpPr>
          <p:spPr>
            <a:xfrm>
              <a:off x="3510" y="3461"/>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52" name="任意多边形 394351"/>
            <p:cNvSpPr>
              <a:spLocks noEditPoints="1"/>
            </p:cNvSpPr>
            <p:nvPr/>
          </p:nvSpPr>
          <p:spPr>
            <a:xfrm>
              <a:off x="3510" y="3865"/>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53" name="矩形 394352"/>
            <p:cNvSpPr/>
            <p:nvPr/>
          </p:nvSpPr>
          <p:spPr>
            <a:xfrm>
              <a:off x="3510" y="4269"/>
              <a:ext cx="20" cy="51"/>
            </a:xfrm>
            <a:prstGeom prst="rect">
              <a:avLst/>
            </a:prstGeom>
            <a:solidFill>
              <a:schemeClr val="bg2">
                <a:alpha val="50000"/>
              </a:schemeClr>
            </a:solidFill>
            <a:ln w="0">
              <a:noFill/>
            </a:ln>
          </p:spPr>
          <p:txBody>
            <a:bodyPr/>
            <a:p>
              <a:endParaRPr lang="zh-CN" altLang="en-US"/>
            </a:p>
          </p:txBody>
        </p:sp>
        <p:sp>
          <p:nvSpPr>
            <p:cNvPr id="394354" name="矩形 394353"/>
            <p:cNvSpPr/>
            <p:nvPr/>
          </p:nvSpPr>
          <p:spPr>
            <a:xfrm>
              <a:off x="3960" y="23"/>
              <a:ext cx="20" cy="101"/>
            </a:xfrm>
            <a:prstGeom prst="rect">
              <a:avLst/>
            </a:prstGeom>
            <a:solidFill>
              <a:schemeClr val="bg2">
                <a:alpha val="50000"/>
              </a:schemeClr>
            </a:solidFill>
            <a:ln w="0">
              <a:noFill/>
            </a:ln>
          </p:spPr>
          <p:txBody>
            <a:bodyPr/>
            <a:p>
              <a:endParaRPr lang="zh-CN" altLang="en-US"/>
            </a:p>
          </p:txBody>
        </p:sp>
        <p:sp>
          <p:nvSpPr>
            <p:cNvPr id="394355" name="任意多边形 394354"/>
            <p:cNvSpPr>
              <a:spLocks noEditPoints="1"/>
            </p:cNvSpPr>
            <p:nvPr/>
          </p:nvSpPr>
          <p:spPr>
            <a:xfrm>
              <a:off x="3960" y="225"/>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56" name="任意多边形 394355"/>
            <p:cNvSpPr>
              <a:spLocks noEditPoints="1"/>
            </p:cNvSpPr>
            <p:nvPr/>
          </p:nvSpPr>
          <p:spPr>
            <a:xfrm>
              <a:off x="3960" y="630"/>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57" name="任意多边形 394356"/>
            <p:cNvSpPr>
              <a:spLocks noEditPoints="1"/>
            </p:cNvSpPr>
            <p:nvPr/>
          </p:nvSpPr>
          <p:spPr>
            <a:xfrm>
              <a:off x="3960" y="1034"/>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58" name="任意多边形 394357"/>
            <p:cNvSpPr>
              <a:spLocks noEditPoints="1"/>
            </p:cNvSpPr>
            <p:nvPr/>
          </p:nvSpPr>
          <p:spPr>
            <a:xfrm>
              <a:off x="3960" y="1438"/>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59" name="任意多边形 394358"/>
            <p:cNvSpPr>
              <a:spLocks noEditPoints="1"/>
            </p:cNvSpPr>
            <p:nvPr/>
          </p:nvSpPr>
          <p:spPr>
            <a:xfrm>
              <a:off x="3960" y="1843"/>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60" name="任意多边形 394359"/>
            <p:cNvSpPr>
              <a:spLocks noEditPoints="1"/>
            </p:cNvSpPr>
            <p:nvPr/>
          </p:nvSpPr>
          <p:spPr>
            <a:xfrm>
              <a:off x="3960" y="2247"/>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61" name="任意多边形 394360"/>
            <p:cNvSpPr>
              <a:spLocks noEditPoints="1"/>
            </p:cNvSpPr>
            <p:nvPr/>
          </p:nvSpPr>
          <p:spPr>
            <a:xfrm>
              <a:off x="3960" y="2652"/>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62" name="任意多边形 394361"/>
            <p:cNvSpPr>
              <a:spLocks noEditPoints="1"/>
            </p:cNvSpPr>
            <p:nvPr/>
          </p:nvSpPr>
          <p:spPr>
            <a:xfrm>
              <a:off x="3960" y="3056"/>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63" name="任意多边形 394362"/>
            <p:cNvSpPr>
              <a:spLocks noEditPoints="1"/>
            </p:cNvSpPr>
            <p:nvPr/>
          </p:nvSpPr>
          <p:spPr>
            <a:xfrm>
              <a:off x="3960" y="3461"/>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64" name="任意多边形 394363"/>
            <p:cNvSpPr>
              <a:spLocks noEditPoints="1"/>
            </p:cNvSpPr>
            <p:nvPr/>
          </p:nvSpPr>
          <p:spPr>
            <a:xfrm>
              <a:off x="3960" y="3865"/>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65" name="矩形 394364"/>
            <p:cNvSpPr/>
            <p:nvPr/>
          </p:nvSpPr>
          <p:spPr>
            <a:xfrm>
              <a:off x="3960" y="4269"/>
              <a:ext cx="20" cy="51"/>
            </a:xfrm>
            <a:prstGeom prst="rect">
              <a:avLst/>
            </a:prstGeom>
            <a:solidFill>
              <a:schemeClr val="bg2">
                <a:alpha val="50000"/>
              </a:schemeClr>
            </a:solidFill>
            <a:ln w="0">
              <a:noFill/>
            </a:ln>
          </p:spPr>
          <p:txBody>
            <a:bodyPr/>
            <a:p>
              <a:endParaRPr lang="zh-CN" altLang="en-US"/>
            </a:p>
          </p:txBody>
        </p:sp>
        <p:sp>
          <p:nvSpPr>
            <p:cNvPr id="394366" name="矩形 394365"/>
            <p:cNvSpPr/>
            <p:nvPr/>
          </p:nvSpPr>
          <p:spPr>
            <a:xfrm>
              <a:off x="4405" y="23"/>
              <a:ext cx="20" cy="101"/>
            </a:xfrm>
            <a:prstGeom prst="rect">
              <a:avLst/>
            </a:prstGeom>
            <a:solidFill>
              <a:schemeClr val="bg2">
                <a:alpha val="50000"/>
              </a:schemeClr>
            </a:solidFill>
            <a:ln w="0">
              <a:noFill/>
            </a:ln>
          </p:spPr>
          <p:txBody>
            <a:bodyPr/>
            <a:p>
              <a:endParaRPr lang="zh-CN" altLang="en-US"/>
            </a:p>
          </p:txBody>
        </p:sp>
        <p:sp>
          <p:nvSpPr>
            <p:cNvPr id="394367" name="任意多边形 394366"/>
            <p:cNvSpPr>
              <a:spLocks noEditPoints="1"/>
            </p:cNvSpPr>
            <p:nvPr/>
          </p:nvSpPr>
          <p:spPr>
            <a:xfrm>
              <a:off x="4405" y="225"/>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68" name="任意多边形 394367"/>
            <p:cNvSpPr>
              <a:spLocks noEditPoints="1"/>
            </p:cNvSpPr>
            <p:nvPr/>
          </p:nvSpPr>
          <p:spPr>
            <a:xfrm>
              <a:off x="4405" y="630"/>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69" name="任意多边形 394368"/>
            <p:cNvSpPr>
              <a:spLocks noEditPoints="1"/>
            </p:cNvSpPr>
            <p:nvPr/>
          </p:nvSpPr>
          <p:spPr>
            <a:xfrm>
              <a:off x="4405" y="1034"/>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70" name="任意多边形 394369"/>
            <p:cNvSpPr>
              <a:spLocks noEditPoints="1"/>
            </p:cNvSpPr>
            <p:nvPr/>
          </p:nvSpPr>
          <p:spPr>
            <a:xfrm>
              <a:off x="4405" y="1438"/>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71" name="任意多边形 394370"/>
            <p:cNvSpPr>
              <a:spLocks noEditPoints="1"/>
            </p:cNvSpPr>
            <p:nvPr/>
          </p:nvSpPr>
          <p:spPr>
            <a:xfrm>
              <a:off x="4405" y="1843"/>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72" name="任意多边形 394371"/>
            <p:cNvSpPr>
              <a:spLocks noEditPoints="1"/>
            </p:cNvSpPr>
            <p:nvPr/>
          </p:nvSpPr>
          <p:spPr>
            <a:xfrm>
              <a:off x="4405" y="2247"/>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73" name="任意多边形 394372"/>
            <p:cNvSpPr>
              <a:spLocks noEditPoints="1"/>
            </p:cNvSpPr>
            <p:nvPr/>
          </p:nvSpPr>
          <p:spPr>
            <a:xfrm>
              <a:off x="4405" y="2652"/>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74" name="任意多边形 394373"/>
            <p:cNvSpPr>
              <a:spLocks noEditPoints="1"/>
            </p:cNvSpPr>
            <p:nvPr/>
          </p:nvSpPr>
          <p:spPr>
            <a:xfrm>
              <a:off x="4405" y="3056"/>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75" name="任意多边形 394374"/>
            <p:cNvSpPr>
              <a:spLocks noEditPoints="1"/>
            </p:cNvSpPr>
            <p:nvPr/>
          </p:nvSpPr>
          <p:spPr>
            <a:xfrm>
              <a:off x="4405" y="3461"/>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76" name="任意多边形 394375"/>
            <p:cNvSpPr>
              <a:spLocks noEditPoints="1"/>
            </p:cNvSpPr>
            <p:nvPr/>
          </p:nvSpPr>
          <p:spPr>
            <a:xfrm>
              <a:off x="4405" y="3865"/>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77" name="矩形 394376"/>
            <p:cNvSpPr/>
            <p:nvPr/>
          </p:nvSpPr>
          <p:spPr>
            <a:xfrm>
              <a:off x="4405" y="4269"/>
              <a:ext cx="20" cy="51"/>
            </a:xfrm>
            <a:prstGeom prst="rect">
              <a:avLst/>
            </a:prstGeom>
            <a:solidFill>
              <a:schemeClr val="bg2">
                <a:alpha val="50000"/>
              </a:schemeClr>
            </a:solidFill>
            <a:ln w="0">
              <a:noFill/>
            </a:ln>
          </p:spPr>
          <p:txBody>
            <a:bodyPr/>
            <a:p>
              <a:endParaRPr lang="zh-CN" altLang="en-US"/>
            </a:p>
          </p:txBody>
        </p:sp>
        <p:sp>
          <p:nvSpPr>
            <p:cNvPr id="394378" name="矩形 394377"/>
            <p:cNvSpPr/>
            <p:nvPr/>
          </p:nvSpPr>
          <p:spPr>
            <a:xfrm>
              <a:off x="4850" y="23"/>
              <a:ext cx="20" cy="101"/>
            </a:xfrm>
            <a:prstGeom prst="rect">
              <a:avLst/>
            </a:prstGeom>
            <a:solidFill>
              <a:schemeClr val="bg2">
                <a:alpha val="50000"/>
              </a:schemeClr>
            </a:solidFill>
            <a:ln w="0">
              <a:noFill/>
            </a:ln>
          </p:spPr>
          <p:txBody>
            <a:bodyPr/>
            <a:p>
              <a:endParaRPr lang="zh-CN" altLang="en-US"/>
            </a:p>
          </p:txBody>
        </p:sp>
        <p:sp>
          <p:nvSpPr>
            <p:cNvPr id="394379" name="任意多边形 394378"/>
            <p:cNvSpPr>
              <a:spLocks noEditPoints="1"/>
            </p:cNvSpPr>
            <p:nvPr/>
          </p:nvSpPr>
          <p:spPr>
            <a:xfrm>
              <a:off x="4850" y="225"/>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80" name="任意多边形 394379"/>
            <p:cNvSpPr>
              <a:spLocks noEditPoints="1"/>
            </p:cNvSpPr>
            <p:nvPr/>
          </p:nvSpPr>
          <p:spPr>
            <a:xfrm>
              <a:off x="4850" y="630"/>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81" name="任意多边形 394380"/>
            <p:cNvSpPr>
              <a:spLocks noEditPoints="1"/>
            </p:cNvSpPr>
            <p:nvPr/>
          </p:nvSpPr>
          <p:spPr>
            <a:xfrm>
              <a:off x="4850" y="1034"/>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82" name="任意多边形 394381"/>
            <p:cNvSpPr>
              <a:spLocks noEditPoints="1"/>
            </p:cNvSpPr>
            <p:nvPr/>
          </p:nvSpPr>
          <p:spPr>
            <a:xfrm>
              <a:off x="4850" y="1438"/>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83" name="任意多边形 394382"/>
            <p:cNvSpPr>
              <a:spLocks noEditPoints="1"/>
            </p:cNvSpPr>
            <p:nvPr/>
          </p:nvSpPr>
          <p:spPr>
            <a:xfrm>
              <a:off x="4850" y="1843"/>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84" name="任意多边形 394383"/>
            <p:cNvSpPr>
              <a:spLocks noEditPoints="1"/>
            </p:cNvSpPr>
            <p:nvPr/>
          </p:nvSpPr>
          <p:spPr>
            <a:xfrm>
              <a:off x="4850" y="2247"/>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85" name="任意多边形 394384"/>
            <p:cNvSpPr>
              <a:spLocks noEditPoints="1"/>
            </p:cNvSpPr>
            <p:nvPr/>
          </p:nvSpPr>
          <p:spPr>
            <a:xfrm>
              <a:off x="4850" y="2652"/>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86" name="任意多边形 394385"/>
            <p:cNvSpPr>
              <a:spLocks noEditPoints="1"/>
            </p:cNvSpPr>
            <p:nvPr/>
          </p:nvSpPr>
          <p:spPr>
            <a:xfrm>
              <a:off x="4850" y="3056"/>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87" name="任意多边形 394386"/>
            <p:cNvSpPr>
              <a:spLocks noEditPoints="1"/>
            </p:cNvSpPr>
            <p:nvPr/>
          </p:nvSpPr>
          <p:spPr>
            <a:xfrm>
              <a:off x="4850" y="3461"/>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88" name="任意多边形 394387"/>
            <p:cNvSpPr>
              <a:spLocks noEditPoints="1"/>
            </p:cNvSpPr>
            <p:nvPr/>
          </p:nvSpPr>
          <p:spPr>
            <a:xfrm>
              <a:off x="4850" y="3865"/>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89" name="矩形 394388"/>
            <p:cNvSpPr/>
            <p:nvPr/>
          </p:nvSpPr>
          <p:spPr>
            <a:xfrm>
              <a:off x="4850" y="4269"/>
              <a:ext cx="20" cy="51"/>
            </a:xfrm>
            <a:prstGeom prst="rect">
              <a:avLst/>
            </a:prstGeom>
            <a:solidFill>
              <a:schemeClr val="bg2">
                <a:alpha val="50000"/>
              </a:schemeClr>
            </a:solidFill>
            <a:ln w="0">
              <a:noFill/>
            </a:ln>
          </p:spPr>
          <p:txBody>
            <a:bodyPr/>
            <a:p>
              <a:endParaRPr lang="zh-CN" altLang="en-US"/>
            </a:p>
          </p:txBody>
        </p:sp>
        <p:sp>
          <p:nvSpPr>
            <p:cNvPr id="394390" name="矩形 394389"/>
            <p:cNvSpPr/>
            <p:nvPr/>
          </p:nvSpPr>
          <p:spPr>
            <a:xfrm>
              <a:off x="5300" y="23"/>
              <a:ext cx="20" cy="101"/>
            </a:xfrm>
            <a:prstGeom prst="rect">
              <a:avLst/>
            </a:prstGeom>
            <a:solidFill>
              <a:schemeClr val="bg2">
                <a:alpha val="50000"/>
              </a:schemeClr>
            </a:solidFill>
            <a:ln w="0">
              <a:noFill/>
            </a:ln>
          </p:spPr>
          <p:txBody>
            <a:bodyPr/>
            <a:p>
              <a:endParaRPr lang="zh-CN" altLang="en-US"/>
            </a:p>
          </p:txBody>
        </p:sp>
        <p:sp>
          <p:nvSpPr>
            <p:cNvPr id="394391" name="任意多边形 394390"/>
            <p:cNvSpPr>
              <a:spLocks noEditPoints="1"/>
            </p:cNvSpPr>
            <p:nvPr/>
          </p:nvSpPr>
          <p:spPr>
            <a:xfrm>
              <a:off x="5300" y="225"/>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92" name="任意多边形 394391"/>
            <p:cNvSpPr>
              <a:spLocks noEditPoints="1"/>
            </p:cNvSpPr>
            <p:nvPr/>
          </p:nvSpPr>
          <p:spPr>
            <a:xfrm>
              <a:off x="5300" y="630"/>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93" name="任意多边形 394392"/>
            <p:cNvSpPr>
              <a:spLocks noEditPoints="1"/>
            </p:cNvSpPr>
            <p:nvPr/>
          </p:nvSpPr>
          <p:spPr>
            <a:xfrm>
              <a:off x="5300" y="1034"/>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94" name="任意多边形 394393"/>
            <p:cNvSpPr>
              <a:spLocks noEditPoints="1"/>
            </p:cNvSpPr>
            <p:nvPr/>
          </p:nvSpPr>
          <p:spPr>
            <a:xfrm>
              <a:off x="5300" y="1438"/>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95" name="任意多边形 394394"/>
            <p:cNvSpPr>
              <a:spLocks noEditPoints="1"/>
            </p:cNvSpPr>
            <p:nvPr/>
          </p:nvSpPr>
          <p:spPr>
            <a:xfrm>
              <a:off x="5300" y="1843"/>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96" name="任意多边形 394395"/>
            <p:cNvSpPr>
              <a:spLocks noEditPoints="1"/>
            </p:cNvSpPr>
            <p:nvPr/>
          </p:nvSpPr>
          <p:spPr>
            <a:xfrm>
              <a:off x="5300" y="2247"/>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97" name="任意多边形 394396"/>
            <p:cNvSpPr>
              <a:spLocks noEditPoints="1"/>
            </p:cNvSpPr>
            <p:nvPr/>
          </p:nvSpPr>
          <p:spPr>
            <a:xfrm>
              <a:off x="5300" y="2652"/>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98" name="任意多边形 394397"/>
            <p:cNvSpPr>
              <a:spLocks noEditPoints="1"/>
            </p:cNvSpPr>
            <p:nvPr/>
          </p:nvSpPr>
          <p:spPr>
            <a:xfrm>
              <a:off x="5300" y="3056"/>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399" name="任意多边形 394398"/>
            <p:cNvSpPr>
              <a:spLocks noEditPoints="1"/>
            </p:cNvSpPr>
            <p:nvPr/>
          </p:nvSpPr>
          <p:spPr>
            <a:xfrm>
              <a:off x="5300" y="3461"/>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400" name="任意多边形 394399"/>
            <p:cNvSpPr>
              <a:spLocks noEditPoints="1"/>
            </p:cNvSpPr>
            <p:nvPr/>
          </p:nvSpPr>
          <p:spPr>
            <a:xfrm>
              <a:off x="5300" y="3865"/>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ln>
          </p:spPr>
          <p:txBody>
            <a:bodyPr/>
            <a:p>
              <a:endParaRPr lang="zh-CN" altLang="en-US"/>
            </a:p>
          </p:txBody>
        </p:sp>
        <p:sp>
          <p:nvSpPr>
            <p:cNvPr id="394401" name="矩形 394400"/>
            <p:cNvSpPr/>
            <p:nvPr/>
          </p:nvSpPr>
          <p:spPr>
            <a:xfrm>
              <a:off x="5300" y="4269"/>
              <a:ext cx="20" cy="51"/>
            </a:xfrm>
            <a:prstGeom prst="rect">
              <a:avLst/>
            </a:prstGeom>
            <a:solidFill>
              <a:schemeClr val="bg2">
                <a:alpha val="50000"/>
              </a:schemeClr>
            </a:solidFill>
            <a:ln w="0">
              <a:noFill/>
            </a:ln>
          </p:spPr>
          <p:txBody>
            <a:bodyPr/>
            <a:p>
              <a:endParaRPr lang="zh-CN" altLang="en-US"/>
            </a:p>
          </p:txBody>
        </p:sp>
        <p:sp>
          <p:nvSpPr>
            <p:cNvPr id="394402" name="任意多边形 394401"/>
            <p:cNvSpPr/>
            <p:nvPr/>
          </p:nvSpPr>
          <p:spPr>
            <a:xfrm>
              <a:off x="349" y="3304"/>
              <a:ext cx="20" cy="10"/>
            </a:xfrm>
            <a:custGeom>
              <a:avLst/>
              <a:gdLst/>
              <a:ahLst/>
              <a:cxnLst/>
              <a:pathLst>
                <a:path w="4" h="2">
                  <a:moveTo>
                    <a:pt x="0" y="1"/>
                  </a:moveTo>
                  <a:cubicBezTo>
                    <a:pt x="1" y="2"/>
                    <a:pt x="4" y="0"/>
                    <a:pt x="0" y="1"/>
                  </a:cubicBezTo>
                  <a:close/>
                </a:path>
              </a:pathLst>
            </a:custGeom>
            <a:solidFill>
              <a:schemeClr val="bg2">
                <a:alpha val="50000"/>
              </a:schemeClr>
            </a:solidFill>
            <a:ln w="0">
              <a:noFill/>
            </a:ln>
          </p:spPr>
          <p:txBody>
            <a:bodyPr/>
            <a:p>
              <a:endParaRPr lang="zh-CN" altLang="en-US"/>
            </a:p>
          </p:txBody>
        </p:sp>
      </p:grpSp>
      <p:sp>
        <p:nvSpPr>
          <p:cNvPr id="394403" name="标题 394402"/>
          <p:cNvSpPr>
            <a:spLocks noGrp="1" noRot="1"/>
          </p:cNvSpPr>
          <p:nvPr>
            <p:ph type="ctrTitle"/>
          </p:nvPr>
        </p:nvSpPr>
        <p:spPr>
          <a:xfrm>
            <a:off x="685800" y="2057400"/>
            <a:ext cx="7772400" cy="1143000"/>
          </a:xfrm>
          <a:prstGeom prst="rect">
            <a:avLst/>
          </a:prstGeom>
          <a:noFill/>
          <a:ln w="9525">
            <a:noFill/>
          </a:ln>
        </p:spPr>
        <p:txBody>
          <a:bodyPr anchor="ctr"/>
          <a:lstStyle>
            <a:lvl1pPr lvl="0">
              <a:defRPr/>
            </a:lvl1pPr>
          </a:lstStyle>
          <a:p>
            <a:pPr lvl="0"/>
            <a:r>
              <a:rPr lang="zh-CN" altLang="en-US" dirty="0"/>
              <a:t>单击此处编辑母版标题样式</a:t>
            </a:r>
            <a:endParaRPr lang="zh-CN" altLang="en-US" dirty="0"/>
          </a:p>
        </p:txBody>
      </p:sp>
      <p:sp>
        <p:nvSpPr>
          <p:cNvPr id="394404" name="日期占位符 394403"/>
          <p:cNvSpPr>
            <a:spLocks noGrp="1"/>
          </p:cNvSpPr>
          <p:nvPr>
            <p:ph type="dt" sz="half" idx="2"/>
          </p:nvPr>
        </p:nvSpPr>
        <p:spPr>
          <a:xfrm>
            <a:off x="301625" y="6248400"/>
            <a:ext cx="2289175" cy="476250"/>
          </a:xfrm>
          <a:prstGeom prst="rect">
            <a:avLst/>
          </a:prstGeom>
          <a:noFill/>
          <a:ln w="9525">
            <a:noFill/>
          </a:ln>
        </p:spPr>
        <p:txBody>
          <a:bodyPr anchor="t"/>
          <a:lstStyle>
            <a:lvl1pPr>
              <a:defRPr sz="1400" b="0"/>
            </a:lvl1pPr>
          </a:lstStyle>
          <a:p>
            <a:endParaRPr lang="zh-CN" altLang="en-US" dirty="0">
              <a:latin typeface="Arial" panose="020B0604020202020204" pitchFamily="34" charset="0"/>
            </a:endParaRPr>
          </a:p>
        </p:txBody>
      </p:sp>
      <p:sp>
        <p:nvSpPr>
          <p:cNvPr id="394405" name="页脚占位符 394404"/>
          <p:cNvSpPr>
            <a:spLocks noGrp="1"/>
          </p:cNvSpPr>
          <p:nvPr>
            <p:ph type="ftr" sz="quarter" idx="3"/>
          </p:nvPr>
        </p:nvSpPr>
        <p:spPr>
          <a:xfrm>
            <a:off x="3124200" y="6248400"/>
            <a:ext cx="2895600" cy="476250"/>
          </a:xfrm>
          <a:prstGeom prst="rect">
            <a:avLst/>
          </a:prstGeom>
          <a:noFill/>
          <a:ln w="9525">
            <a:noFill/>
          </a:ln>
        </p:spPr>
        <p:txBody>
          <a:bodyPr anchor="t"/>
          <a:lstStyle>
            <a:lvl1pPr algn="ctr">
              <a:defRPr sz="1400" b="0"/>
            </a:lvl1pPr>
          </a:lstStyle>
          <a:p>
            <a:endParaRPr lang="zh-CN" altLang="en-US" dirty="0">
              <a:latin typeface="Arial" panose="020B0604020202020204" pitchFamily="34" charset="0"/>
            </a:endParaRPr>
          </a:p>
        </p:txBody>
      </p:sp>
      <p:sp>
        <p:nvSpPr>
          <p:cNvPr id="394406" name="灯片编号占位符 394405"/>
          <p:cNvSpPr>
            <a:spLocks noGrp="1"/>
          </p:cNvSpPr>
          <p:nvPr>
            <p:ph type="sldNum" sz="quarter" idx="4"/>
          </p:nvPr>
        </p:nvSpPr>
        <p:spPr>
          <a:xfrm>
            <a:off x="6553200" y="6248400"/>
            <a:ext cx="2289175" cy="476250"/>
          </a:xfrm>
          <a:prstGeom prst="rect">
            <a:avLst/>
          </a:prstGeom>
          <a:noFill/>
          <a:ln w="9525">
            <a:noFill/>
          </a:ln>
        </p:spPr>
        <p:txBody>
          <a:bodyPr anchor="t"/>
          <a:lstStyle>
            <a:lvl1pPr algn="r">
              <a:defRPr sz="1400" b="0"/>
            </a:lvl1pPr>
          </a:lstStyle>
          <a:p>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394407" name="副标题 394406"/>
          <p:cNvSpPr>
            <a:spLocks noGrp="1" noRot="1"/>
          </p:cNvSpPr>
          <p:nvPr>
            <p:ph type="subTitle" idx="1"/>
          </p:nvPr>
        </p:nvSpPr>
        <p:spPr>
          <a:xfrm>
            <a:off x="1371600" y="3505200"/>
            <a:ext cx="6400800" cy="1752600"/>
          </a:xfrm>
          <a:prstGeom prst="rect">
            <a:avLst/>
          </a:prstGeom>
          <a:noFill/>
          <a:ln w="9525">
            <a:noFill/>
          </a:ln>
        </p:spPr>
        <p:txBody>
          <a:bodyPr anchor="t"/>
          <a:lstStyle>
            <a:lvl1pPr marL="0" lvl="0" indent="0" algn="ctr">
              <a:buNone/>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a:r>
              <a:rPr lang="zh-CN" altLang="en-US" dirty="0"/>
              <a:t>单击此处编辑母版副标题样式</a:t>
            </a:r>
            <a:endParaRPr lang="zh-CN" altLang="en-US" dirty="0"/>
          </a:p>
        </p:txBody>
      </p:sp>
      <p:grpSp>
        <p:nvGrpSpPr>
          <p:cNvPr id="394408" name="组合 394407"/>
          <p:cNvGrpSpPr/>
          <p:nvPr/>
        </p:nvGrpSpPr>
        <p:grpSpPr>
          <a:xfrm>
            <a:off x="152400" y="4724400"/>
            <a:ext cx="1685925" cy="1557338"/>
            <a:chOff x="96" y="2784"/>
            <a:chExt cx="1062" cy="981"/>
          </a:xfrm>
        </p:grpSpPr>
        <p:sp>
          <p:nvSpPr>
            <p:cNvPr id="394409" name="任意多边形 394408"/>
            <p:cNvSpPr/>
            <p:nvPr userDrawn="1"/>
          </p:nvSpPr>
          <p:spPr>
            <a:xfrm>
              <a:off x="121" y="2784"/>
              <a:ext cx="207" cy="81"/>
            </a:xfrm>
            <a:custGeom>
              <a:avLst/>
              <a:gdLst/>
              <a:ahLst/>
              <a:cxnLst/>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folHlink"/>
            </a:solidFill>
            <a:ln w="0">
              <a:noFill/>
            </a:ln>
          </p:spPr>
          <p:txBody>
            <a:bodyPr/>
            <a:p>
              <a:endParaRPr lang="zh-CN" altLang="en-US"/>
            </a:p>
          </p:txBody>
        </p:sp>
        <p:sp>
          <p:nvSpPr>
            <p:cNvPr id="394410" name="任意多边形 394409"/>
            <p:cNvSpPr>
              <a:spLocks noEditPoints="1"/>
            </p:cNvSpPr>
            <p:nvPr userDrawn="1"/>
          </p:nvSpPr>
          <p:spPr>
            <a:xfrm>
              <a:off x="96" y="2789"/>
              <a:ext cx="1062" cy="976"/>
            </a:xfrm>
            <a:custGeom>
              <a:avLst/>
              <a:gdLst/>
              <a:ahLst/>
              <a:cxnLst/>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folHlink"/>
            </a:solidFill>
            <a:ln w="0">
              <a:noFill/>
            </a:ln>
          </p:spPr>
          <p:txBody>
            <a:bodyPr/>
            <a:p>
              <a:endParaRPr lang="zh-CN" altLang="en-US"/>
            </a:p>
          </p:txBody>
        </p:sp>
        <p:sp>
          <p:nvSpPr>
            <p:cNvPr id="394411" name="任意多边形 394410"/>
            <p:cNvSpPr/>
            <p:nvPr userDrawn="1"/>
          </p:nvSpPr>
          <p:spPr>
            <a:xfrm>
              <a:off x="348" y="3254"/>
              <a:ext cx="86" cy="102"/>
            </a:xfrm>
            <a:custGeom>
              <a:avLst/>
              <a:gdLst/>
              <a:ahLst/>
              <a:cxnLst/>
              <a:pathLst>
                <a:path w="17" h="20">
                  <a:moveTo>
                    <a:pt x="14" y="5"/>
                  </a:moveTo>
                  <a:cubicBezTo>
                    <a:pt x="13" y="0"/>
                    <a:pt x="0" y="8"/>
                    <a:pt x="9" y="20"/>
                  </a:cubicBezTo>
                  <a:cubicBezTo>
                    <a:pt x="9" y="20"/>
                    <a:pt x="17" y="17"/>
                    <a:pt x="14" y="5"/>
                  </a:cubicBezTo>
                  <a:close/>
                </a:path>
              </a:pathLst>
            </a:custGeom>
            <a:solidFill>
              <a:schemeClr val="folHlink"/>
            </a:solidFill>
            <a:ln w="0">
              <a:noFill/>
            </a:ln>
          </p:spPr>
          <p:txBody>
            <a:bodyPr/>
            <a:p>
              <a:endParaRPr lang="zh-CN" altLang="en-US"/>
            </a:p>
          </p:txBody>
        </p:sp>
        <p:sp>
          <p:nvSpPr>
            <p:cNvPr id="394412" name="任意多边形 394411"/>
            <p:cNvSpPr/>
            <p:nvPr userDrawn="1"/>
          </p:nvSpPr>
          <p:spPr>
            <a:xfrm>
              <a:off x="267" y="3295"/>
              <a:ext cx="76" cy="136"/>
            </a:xfrm>
            <a:custGeom>
              <a:avLst/>
              <a:gdLst/>
              <a:ahLst/>
              <a:cxnLst/>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folHlink"/>
            </a:solidFill>
            <a:ln w="0">
              <a:noFill/>
            </a:ln>
          </p:spPr>
          <p:txBody>
            <a:bodyPr/>
            <a:p>
              <a:endParaRPr lang="zh-CN" altLang="en-US"/>
            </a:p>
          </p:txBody>
        </p:sp>
        <p:sp>
          <p:nvSpPr>
            <p:cNvPr id="394413" name="任意多边形 394412"/>
            <p:cNvSpPr/>
            <p:nvPr userDrawn="1"/>
          </p:nvSpPr>
          <p:spPr>
            <a:xfrm>
              <a:off x="222" y="3022"/>
              <a:ext cx="243" cy="116"/>
            </a:xfrm>
            <a:custGeom>
              <a:avLst/>
              <a:gdLst/>
              <a:ahLst/>
              <a:cxnLst/>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folHlink"/>
            </a:solidFill>
            <a:ln w="0">
              <a:noFill/>
            </a:ln>
          </p:spPr>
          <p:txBody>
            <a:bodyPr/>
            <a:p>
              <a:endParaRPr lang="zh-CN" altLang="en-US"/>
            </a:p>
          </p:txBody>
        </p:sp>
        <p:sp>
          <p:nvSpPr>
            <p:cNvPr id="394414" name="任意多边形 394413"/>
            <p:cNvSpPr/>
            <p:nvPr userDrawn="1"/>
          </p:nvSpPr>
          <p:spPr>
            <a:xfrm>
              <a:off x="500" y="3345"/>
              <a:ext cx="177" cy="187"/>
            </a:xfrm>
            <a:custGeom>
              <a:avLst/>
              <a:gdLst/>
              <a:ahLst/>
              <a:cxnLst/>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folHlink"/>
            </a:solidFill>
            <a:ln w="0">
              <a:noFill/>
            </a:ln>
          </p:spPr>
          <p:txBody>
            <a:bodyPr/>
            <a:p>
              <a:endParaRPr lang="zh-CN" altLang="en-US"/>
            </a:p>
          </p:txBody>
        </p:sp>
        <p:sp>
          <p:nvSpPr>
            <p:cNvPr id="394415" name="任意多边形 394414"/>
            <p:cNvSpPr/>
            <p:nvPr userDrawn="1"/>
          </p:nvSpPr>
          <p:spPr>
            <a:xfrm>
              <a:off x="905" y="3158"/>
              <a:ext cx="177" cy="36"/>
            </a:xfrm>
            <a:custGeom>
              <a:avLst/>
              <a:gdLst/>
              <a:ahLst/>
              <a:cxnLst/>
              <a:pathLst>
                <a:path w="35" h="7">
                  <a:moveTo>
                    <a:pt x="5" y="0"/>
                  </a:moveTo>
                  <a:cubicBezTo>
                    <a:pt x="0" y="0"/>
                    <a:pt x="7" y="7"/>
                    <a:pt x="14" y="5"/>
                  </a:cubicBezTo>
                  <a:cubicBezTo>
                    <a:pt x="35" y="1"/>
                    <a:pt x="5" y="0"/>
                    <a:pt x="5" y="0"/>
                  </a:cubicBezTo>
                  <a:close/>
                </a:path>
              </a:pathLst>
            </a:custGeom>
            <a:solidFill>
              <a:schemeClr val="folHlink"/>
            </a:solidFill>
            <a:ln w="0">
              <a:noFill/>
            </a:ln>
          </p:spPr>
          <p:txBody>
            <a:bodyPr/>
            <a:p>
              <a:endParaRPr lang="zh-CN" altLang="en-US"/>
            </a:p>
          </p:txBody>
        </p:sp>
        <p:sp>
          <p:nvSpPr>
            <p:cNvPr id="394416" name="任意多边形 394415"/>
            <p:cNvSpPr/>
            <p:nvPr userDrawn="1"/>
          </p:nvSpPr>
          <p:spPr>
            <a:xfrm>
              <a:off x="965" y="3153"/>
              <a:ext cx="137" cy="81"/>
            </a:xfrm>
            <a:custGeom>
              <a:avLst/>
              <a:gdLst/>
              <a:ahLst/>
              <a:cxnLst/>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folHlink"/>
            </a:solidFill>
            <a:ln w="0">
              <a:noFill/>
            </a:ln>
          </p:spPr>
          <p:txBody>
            <a:bodyPr/>
            <a:p>
              <a:endParaRPr lang="zh-CN" altLang="en-US"/>
            </a:p>
          </p:txBody>
        </p:sp>
        <p:sp>
          <p:nvSpPr>
            <p:cNvPr id="394417" name="任意多边形 394416"/>
            <p:cNvSpPr/>
            <p:nvPr userDrawn="1"/>
          </p:nvSpPr>
          <p:spPr>
            <a:xfrm>
              <a:off x="960" y="3204"/>
              <a:ext cx="177" cy="86"/>
            </a:xfrm>
            <a:custGeom>
              <a:avLst/>
              <a:gdLst/>
              <a:ahLst/>
              <a:cxnLst/>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folHlink"/>
            </a:solidFill>
            <a:ln w="0">
              <a:noFill/>
            </a:ln>
          </p:spPr>
          <p:txBody>
            <a:bodyPr/>
            <a:p>
              <a:endParaRPr lang="zh-CN" altLang="en-US"/>
            </a:p>
          </p:txBody>
        </p:sp>
        <p:sp>
          <p:nvSpPr>
            <p:cNvPr id="394418" name="任意多边形 394417"/>
            <p:cNvSpPr/>
            <p:nvPr userDrawn="1"/>
          </p:nvSpPr>
          <p:spPr>
            <a:xfrm>
              <a:off x="844" y="3285"/>
              <a:ext cx="248" cy="60"/>
            </a:xfrm>
            <a:custGeom>
              <a:avLst/>
              <a:gdLst/>
              <a:ahLst/>
              <a:cxnLst/>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folHlink"/>
            </a:solidFill>
            <a:ln w="0">
              <a:noFill/>
            </a:ln>
          </p:spPr>
          <p:txBody>
            <a:bodyPr/>
            <a:p>
              <a:endParaRPr lang="zh-CN" altLang="en-US"/>
            </a:p>
          </p:txBody>
        </p:sp>
        <p:sp>
          <p:nvSpPr>
            <p:cNvPr id="394419" name="任意多边形 394418"/>
            <p:cNvSpPr/>
            <p:nvPr userDrawn="1"/>
          </p:nvSpPr>
          <p:spPr>
            <a:xfrm>
              <a:off x="869" y="3340"/>
              <a:ext cx="203" cy="56"/>
            </a:xfrm>
            <a:custGeom>
              <a:avLst/>
              <a:gdLst/>
              <a:ahLst/>
              <a:cxnLst/>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folHlink"/>
            </a:solidFill>
            <a:ln w="0">
              <a:noFill/>
            </a:ln>
          </p:spPr>
          <p:txBody>
            <a:bodyPr/>
            <a:p>
              <a:endParaRPr lang="zh-CN" altLang="en-US"/>
            </a:p>
          </p:txBody>
        </p:sp>
        <p:sp>
          <p:nvSpPr>
            <p:cNvPr id="394420" name="任意多边形 394419"/>
            <p:cNvSpPr/>
            <p:nvPr userDrawn="1"/>
          </p:nvSpPr>
          <p:spPr>
            <a:xfrm>
              <a:off x="859" y="3386"/>
              <a:ext cx="207" cy="172"/>
            </a:xfrm>
            <a:custGeom>
              <a:avLst/>
              <a:gdLst/>
              <a:ahLst/>
              <a:cxnLst/>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folHlink"/>
            </a:solidFill>
            <a:ln w="0">
              <a:noFill/>
            </a:ln>
          </p:spPr>
          <p:txBody>
            <a:bodyPr/>
            <a:p>
              <a:endParaRPr lang="zh-CN" altLang="en-US"/>
            </a:p>
          </p:txBody>
        </p:sp>
        <p:sp>
          <p:nvSpPr>
            <p:cNvPr id="394421" name="任意多边形 394420"/>
            <p:cNvSpPr/>
            <p:nvPr userDrawn="1"/>
          </p:nvSpPr>
          <p:spPr>
            <a:xfrm>
              <a:off x="996" y="3305"/>
              <a:ext cx="126" cy="318"/>
            </a:xfrm>
            <a:custGeom>
              <a:avLst/>
              <a:gdLst/>
              <a:ahLst/>
              <a:cxnLst/>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folHlink"/>
            </a:solidFill>
            <a:ln w="0">
              <a:noFill/>
            </a:ln>
          </p:spPr>
          <p:txBody>
            <a:bodyPr/>
            <a:p>
              <a:endParaRPr lang="zh-CN" altLang="en-US"/>
            </a:p>
          </p:txBody>
        </p:sp>
      </p:gr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3995166" cy="44989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767834" y="1600200"/>
            <a:ext cx="3995166" cy="44989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4013" y="228600"/>
            <a:ext cx="2135188" cy="5870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98450" y="228600"/>
            <a:ext cx="6281784" cy="58705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298450" y="228600"/>
            <a:ext cx="8540750" cy="58705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p:grpSp>
        <p:nvGrpSpPr>
          <p:cNvPr id="30722" name="组合 30721"/>
          <p:cNvGrpSpPr/>
          <p:nvPr/>
        </p:nvGrpSpPr>
        <p:grpSpPr>
          <a:xfrm>
            <a:off x="0" y="0"/>
            <a:ext cx="9144000" cy="6858000"/>
            <a:chOff x="0" y="0"/>
            <a:chExt cx="5760" cy="4320"/>
          </a:xfrm>
        </p:grpSpPr>
        <p:sp>
          <p:nvSpPr>
            <p:cNvPr id="30723" name="矩形 30722"/>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p>
              <a:pPr lvl="0" algn="ctr">
                <a:buClr>
                  <a:schemeClr val="bg1"/>
                </a:buClr>
              </a:pPr>
              <a:endParaRPr sz="2400" b="0" dirty="0">
                <a:latin typeface="Times New Roman" panose="02020603050405020304" pitchFamily="18" charset="0"/>
              </a:endParaRPr>
            </a:p>
          </p:txBody>
        </p:sp>
        <p:sp>
          <p:nvSpPr>
            <p:cNvPr id="30724" name="矩形 30723"/>
            <p:cNvSpPr/>
            <p:nvPr/>
          </p:nvSpPr>
          <p:spPr>
            <a:xfrm>
              <a:off x="1081" y="1065"/>
              <a:ext cx="4679" cy="1596"/>
            </a:xfrm>
            <a:prstGeom prst="rect">
              <a:avLst/>
            </a:prstGeom>
            <a:solidFill>
              <a:schemeClr val="bg2"/>
            </a:solidFill>
            <a:ln w="9525">
              <a:noFill/>
            </a:ln>
          </p:spPr>
          <p:txBody>
            <a:bodyPr/>
            <a:p>
              <a:pPr lvl="0" algn="l">
                <a:buClr>
                  <a:schemeClr val="bg1"/>
                </a:buClr>
              </a:pPr>
              <a:endParaRPr sz="2400" b="0" dirty="0">
                <a:latin typeface="Times New Roman" panose="02020603050405020304" pitchFamily="18" charset="0"/>
              </a:endParaRPr>
            </a:p>
          </p:txBody>
        </p:sp>
        <p:grpSp>
          <p:nvGrpSpPr>
            <p:cNvPr id="30725" name="组合 30724"/>
            <p:cNvGrpSpPr/>
            <p:nvPr/>
          </p:nvGrpSpPr>
          <p:grpSpPr>
            <a:xfrm>
              <a:off x="0" y="672"/>
              <a:ext cx="1806" cy="1989"/>
              <a:chOff x="0" y="672"/>
              <a:chExt cx="1806" cy="1989"/>
            </a:xfrm>
          </p:grpSpPr>
          <p:sp>
            <p:nvSpPr>
              <p:cNvPr id="30726" name="矩形 30725"/>
              <p:cNvSpPr/>
              <p:nvPr userDrawn="1"/>
            </p:nvSpPr>
            <p:spPr>
              <a:xfrm>
                <a:off x="361" y="2257"/>
                <a:ext cx="363" cy="404"/>
              </a:xfrm>
              <a:prstGeom prst="rect">
                <a:avLst/>
              </a:prstGeom>
              <a:solidFill>
                <a:schemeClr val="accent2"/>
              </a:solidFill>
              <a:ln w="9525">
                <a:noFill/>
              </a:ln>
            </p:spPr>
            <p:txBody>
              <a:bodyPr/>
              <a:p>
                <a:pPr lvl="0" algn="l">
                  <a:buClr>
                    <a:schemeClr val="bg1"/>
                  </a:buClr>
                </a:pPr>
                <a:endParaRPr sz="2400" b="0" dirty="0">
                  <a:latin typeface="Times New Roman" panose="02020603050405020304" pitchFamily="18" charset="0"/>
                </a:endParaRPr>
              </a:p>
            </p:txBody>
          </p:sp>
          <p:sp>
            <p:nvSpPr>
              <p:cNvPr id="30727" name="矩形 30726"/>
              <p:cNvSpPr/>
              <p:nvPr userDrawn="1"/>
            </p:nvSpPr>
            <p:spPr>
              <a:xfrm>
                <a:off x="1081" y="1065"/>
                <a:ext cx="362" cy="405"/>
              </a:xfrm>
              <a:prstGeom prst="rect">
                <a:avLst/>
              </a:prstGeom>
              <a:solidFill>
                <a:schemeClr val="folHlink"/>
              </a:solidFill>
              <a:ln w="9525">
                <a:noFill/>
              </a:ln>
            </p:spPr>
            <p:txBody>
              <a:bodyPr/>
              <a:p>
                <a:pPr lvl="0" algn="l">
                  <a:buClr>
                    <a:schemeClr val="bg1"/>
                  </a:buClr>
                </a:pPr>
                <a:endParaRPr sz="2400" b="0" dirty="0">
                  <a:latin typeface="Times New Roman" panose="02020603050405020304" pitchFamily="18" charset="0"/>
                </a:endParaRPr>
              </a:p>
            </p:txBody>
          </p:sp>
          <p:sp>
            <p:nvSpPr>
              <p:cNvPr id="30728" name="矩形 30727"/>
              <p:cNvSpPr/>
              <p:nvPr userDrawn="1"/>
            </p:nvSpPr>
            <p:spPr>
              <a:xfrm>
                <a:off x="1437" y="672"/>
                <a:ext cx="369" cy="400"/>
              </a:xfrm>
              <a:prstGeom prst="rect">
                <a:avLst/>
              </a:prstGeom>
              <a:solidFill>
                <a:schemeClr val="folHlink"/>
              </a:solidFill>
              <a:ln w="9525">
                <a:noFill/>
              </a:ln>
            </p:spPr>
            <p:txBody>
              <a:bodyPr/>
              <a:p>
                <a:pPr lvl="0" algn="l">
                  <a:buClr>
                    <a:schemeClr val="bg1"/>
                  </a:buClr>
                </a:pPr>
                <a:endParaRPr sz="2400" b="0" dirty="0">
                  <a:latin typeface="Times New Roman" panose="02020603050405020304" pitchFamily="18" charset="0"/>
                </a:endParaRPr>
              </a:p>
            </p:txBody>
          </p:sp>
          <p:sp>
            <p:nvSpPr>
              <p:cNvPr id="30729" name="矩形 30728"/>
              <p:cNvSpPr/>
              <p:nvPr userDrawn="1"/>
            </p:nvSpPr>
            <p:spPr>
              <a:xfrm>
                <a:off x="719" y="2257"/>
                <a:ext cx="368" cy="404"/>
              </a:xfrm>
              <a:prstGeom prst="rect">
                <a:avLst/>
              </a:prstGeom>
              <a:solidFill>
                <a:schemeClr val="bg2"/>
              </a:solidFill>
              <a:ln w="9525">
                <a:noFill/>
              </a:ln>
            </p:spPr>
            <p:txBody>
              <a:bodyPr/>
              <a:p>
                <a:pPr lvl="0" algn="l">
                  <a:buClr>
                    <a:schemeClr val="bg1"/>
                  </a:buClr>
                </a:pPr>
                <a:endParaRPr sz="2400" b="0" dirty="0">
                  <a:latin typeface="Times New Roman" panose="02020603050405020304" pitchFamily="18" charset="0"/>
                </a:endParaRPr>
              </a:p>
            </p:txBody>
          </p:sp>
          <p:sp>
            <p:nvSpPr>
              <p:cNvPr id="30730" name="矩形 30729"/>
              <p:cNvSpPr/>
              <p:nvPr userDrawn="1"/>
            </p:nvSpPr>
            <p:spPr>
              <a:xfrm>
                <a:off x="1437" y="1065"/>
                <a:ext cx="369" cy="405"/>
              </a:xfrm>
              <a:prstGeom prst="rect">
                <a:avLst/>
              </a:prstGeom>
              <a:solidFill>
                <a:schemeClr val="accent2"/>
              </a:solidFill>
              <a:ln w="9525">
                <a:noFill/>
              </a:ln>
            </p:spPr>
            <p:txBody>
              <a:bodyPr/>
              <a:p>
                <a:pPr lvl="0" algn="l">
                  <a:buClr>
                    <a:schemeClr val="bg1"/>
                  </a:buClr>
                </a:pPr>
                <a:endParaRPr sz="2400" b="0" dirty="0">
                  <a:latin typeface="Times New Roman" panose="02020603050405020304" pitchFamily="18" charset="0"/>
                </a:endParaRPr>
              </a:p>
            </p:txBody>
          </p:sp>
          <p:sp>
            <p:nvSpPr>
              <p:cNvPr id="30731" name="矩形 30730"/>
              <p:cNvSpPr/>
              <p:nvPr userDrawn="1"/>
            </p:nvSpPr>
            <p:spPr>
              <a:xfrm>
                <a:off x="719" y="1464"/>
                <a:ext cx="368" cy="399"/>
              </a:xfrm>
              <a:prstGeom prst="rect">
                <a:avLst/>
              </a:prstGeom>
              <a:solidFill>
                <a:schemeClr val="folHlink"/>
              </a:solidFill>
              <a:ln w="9525">
                <a:noFill/>
              </a:ln>
            </p:spPr>
            <p:txBody>
              <a:bodyPr/>
              <a:p>
                <a:pPr lvl="0" algn="l">
                  <a:buClr>
                    <a:schemeClr val="bg1"/>
                  </a:buClr>
                </a:pPr>
                <a:endParaRPr sz="2400" b="0" dirty="0">
                  <a:latin typeface="Times New Roman" panose="02020603050405020304" pitchFamily="18" charset="0"/>
                </a:endParaRPr>
              </a:p>
            </p:txBody>
          </p:sp>
          <p:sp>
            <p:nvSpPr>
              <p:cNvPr id="30732" name="矩形 30731"/>
              <p:cNvSpPr/>
              <p:nvPr userDrawn="1"/>
            </p:nvSpPr>
            <p:spPr>
              <a:xfrm>
                <a:off x="0" y="1464"/>
                <a:ext cx="367" cy="399"/>
              </a:xfrm>
              <a:prstGeom prst="rect">
                <a:avLst/>
              </a:prstGeom>
              <a:solidFill>
                <a:schemeClr val="bg2"/>
              </a:solidFill>
              <a:ln w="9525">
                <a:noFill/>
              </a:ln>
            </p:spPr>
            <p:txBody>
              <a:bodyPr/>
              <a:p>
                <a:pPr lvl="0" algn="l">
                  <a:buClr>
                    <a:schemeClr val="bg1"/>
                  </a:buClr>
                </a:pPr>
                <a:endParaRPr sz="2400" b="0" dirty="0">
                  <a:latin typeface="Times New Roman" panose="02020603050405020304" pitchFamily="18" charset="0"/>
                </a:endParaRPr>
              </a:p>
            </p:txBody>
          </p:sp>
          <p:sp>
            <p:nvSpPr>
              <p:cNvPr id="30733" name="矩形 30732"/>
              <p:cNvSpPr/>
              <p:nvPr userDrawn="1"/>
            </p:nvSpPr>
            <p:spPr>
              <a:xfrm>
                <a:off x="1081" y="1464"/>
                <a:ext cx="362" cy="399"/>
              </a:xfrm>
              <a:prstGeom prst="rect">
                <a:avLst/>
              </a:prstGeom>
              <a:solidFill>
                <a:schemeClr val="accent2"/>
              </a:solidFill>
              <a:ln w="9525">
                <a:noFill/>
              </a:ln>
            </p:spPr>
            <p:txBody>
              <a:bodyPr/>
              <a:p>
                <a:pPr lvl="0" algn="l">
                  <a:buClr>
                    <a:schemeClr val="bg1"/>
                  </a:buClr>
                </a:pPr>
                <a:endParaRPr sz="2400" b="0" dirty="0">
                  <a:latin typeface="Times New Roman" panose="02020603050405020304" pitchFamily="18" charset="0"/>
                </a:endParaRPr>
              </a:p>
            </p:txBody>
          </p:sp>
          <p:sp>
            <p:nvSpPr>
              <p:cNvPr id="30734" name="矩形 30733"/>
              <p:cNvSpPr/>
              <p:nvPr userDrawn="1"/>
            </p:nvSpPr>
            <p:spPr>
              <a:xfrm>
                <a:off x="361" y="1857"/>
                <a:ext cx="363" cy="406"/>
              </a:xfrm>
              <a:prstGeom prst="rect">
                <a:avLst/>
              </a:prstGeom>
              <a:solidFill>
                <a:schemeClr val="folHlink"/>
              </a:solidFill>
              <a:ln w="9525">
                <a:noFill/>
              </a:ln>
            </p:spPr>
            <p:txBody>
              <a:bodyPr/>
              <a:p>
                <a:pPr lvl="0" algn="l">
                  <a:buClr>
                    <a:schemeClr val="bg1"/>
                  </a:buClr>
                </a:pPr>
                <a:endParaRPr sz="2400" b="0" dirty="0">
                  <a:latin typeface="Times New Roman" panose="02020603050405020304" pitchFamily="18" charset="0"/>
                </a:endParaRPr>
              </a:p>
            </p:txBody>
          </p:sp>
          <p:sp>
            <p:nvSpPr>
              <p:cNvPr id="30735" name="矩形 30734"/>
              <p:cNvSpPr/>
              <p:nvPr userDrawn="1"/>
            </p:nvSpPr>
            <p:spPr>
              <a:xfrm>
                <a:off x="719" y="1857"/>
                <a:ext cx="368" cy="406"/>
              </a:xfrm>
              <a:prstGeom prst="rect">
                <a:avLst/>
              </a:prstGeom>
              <a:solidFill>
                <a:schemeClr val="accent2"/>
              </a:solidFill>
              <a:ln w="9525">
                <a:noFill/>
              </a:ln>
            </p:spPr>
            <p:txBody>
              <a:bodyPr/>
              <a:p>
                <a:pPr lvl="0" algn="l">
                  <a:buClr>
                    <a:schemeClr val="bg1"/>
                  </a:buClr>
                </a:pPr>
                <a:endParaRPr sz="2400" b="0" dirty="0">
                  <a:latin typeface="Times New Roman" panose="02020603050405020304" pitchFamily="18" charset="0"/>
                </a:endParaRPr>
              </a:p>
            </p:txBody>
          </p:sp>
        </p:grpSp>
      </p:grpSp>
      <p:sp>
        <p:nvSpPr>
          <p:cNvPr id="30736" name="日期占位符 30735"/>
          <p:cNvSpPr>
            <a:spLocks noGrp="1"/>
          </p:cNvSpPr>
          <p:nvPr>
            <p:ph type="dt" sz="half" idx="2"/>
          </p:nvPr>
        </p:nvSpPr>
        <p:spPr>
          <a:xfrm>
            <a:off x="457200" y="6248400"/>
            <a:ext cx="2133600" cy="457200"/>
          </a:xfrm>
          <a:prstGeom prst="rect">
            <a:avLst/>
          </a:prstGeom>
          <a:noFill/>
          <a:ln w="9525">
            <a:noFill/>
          </a:ln>
        </p:spPr>
        <p:txBody>
          <a:bodyPr anchor="b"/>
          <a:lstStyle>
            <a:lvl1pPr>
              <a:defRPr sz="1200" b="0"/>
            </a:lvl1pPr>
          </a:lstStyle>
          <a:p>
            <a:pPr lvl="0"/>
            <a:endParaRPr lang="zh-CN" altLang="en-US" dirty="0">
              <a:latin typeface="Arial" panose="020B0604020202020204" pitchFamily="34" charset="0"/>
            </a:endParaRPr>
          </a:p>
        </p:txBody>
      </p:sp>
      <p:sp>
        <p:nvSpPr>
          <p:cNvPr id="30737" name="页脚占位符 30736"/>
          <p:cNvSpPr>
            <a:spLocks noGrp="1"/>
          </p:cNvSpPr>
          <p:nvPr>
            <p:ph type="ftr" sz="quarter" idx="3"/>
          </p:nvPr>
        </p:nvSpPr>
        <p:spPr>
          <a:xfrm>
            <a:off x="3124200" y="6248400"/>
            <a:ext cx="2895600" cy="457200"/>
          </a:xfrm>
          <a:prstGeom prst="rect">
            <a:avLst/>
          </a:prstGeom>
          <a:noFill/>
          <a:ln w="9525">
            <a:noFill/>
          </a:ln>
        </p:spPr>
        <p:txBody>
          <a:bodyPr anchor="b"/>
          <a:lstStyle>
            <a:lvl1pPr algn="ctr">
              <a:defRPr sz="1200" b="0"/>
            </a:lvl1pPr>
          </a:lstStyle>
          <a:p>
            <a:pPr lvl="0"/>
            <a:endParaRPr lang="zh-CN" altLang="en-US" dirty="0">
              <a:latin typeface="Arial" panose="020B0604020202020204" pitchFamily="34" charset="0"/>
            </a:endParaRPr>
          </a:p>
        </p:txBody>
      </p:sp>
      <p:sp>
        <p:nvSpPr>
          <p:cNvPr id="30738" name="灯片编号占位符 30737"/>
          <p:cNvSpPr>
            <a:spLocks noGrp="1"/>
          </p:cNvSpPr>
          <p:nvPr>
            <p:ph type="sldNum" sz="quarter" idx="4"/>
          </p:nvPr>
        </p:nvSpPr>
        <p:spPr>
          <a:xfrm>
            <a:off x="6553200" y="6248400"/>
            <a:ext cx="2133600" cy="457200"/>
          </a:xfrm>
          <a:prstGeom prst="rect">
            <a:avLst/>
          </a:prstGeom>
          <a:noFill/>
          <a:ln w="9525">
            <a:noFill/>
          </a:ln>
        </p:spPr>
        <p:txBody>
          <a:bodyPr anchor="ctr"/>
          <a:lstStyle>
            <a:lvl1pPr algn="r">
              <a:defRPr sz="1200" b="0">
                <a:latin typeface="Arial Black" panose="020B0A04020102020204" pitchFamily="34" charset="0"/>
              </a:defRPr>
            </a:lvl1pPr>
          </a:lstStyle>
          <a:p>
            <a:fld id="{9A0DB2DC-4C9A-4742-B13C-FB6460FD3503}" type="slidenum">
              <a:rPr lang="zh-CN" altLang="en-US" dirty="0"/>
            </a:fld>
            <a:endParaRPr lang="zh-CN" altLang="en-US" dirty="0"/>
          </a:p>
        </p:txBody>
      </p:sp>
      <p:sp>
        <p:nvSpPr>
          <p:cNvPr id="30739" name="标题 30738"/>
          <p:cNvSpPr>
            <a:spLocks noGrp="1"/>
          </p:cNvSpPr>
          <p:nvPr>
            <p:ph type="ctrTitle"/>
          </p:nvPr>
        </p:nvSpPr>
        <p:spPr>
          <a:xfrm>
            <a:off x="2971800" y="1828800"/>
            <a:ext cx="6019800" cy="2209800"/>
          </a:xfrm>
          <a:prstGeom prst="rect">
            <a:avLst/>
          </a:prstGeom>
          <a:noFill/>
          <a:ln w="9525">
            <a:noFill/>
          </a:ln>
        </p:spPr>
        <p:txBody>
          <a:bodyPr anchor="ctr"/>
          <a:lstStyle>
            <a:lvl1pPr lvl="0">
              <a:defRPr sz="5000">
                <a:solidFill>
                  <a:srgbClr val="FFFFFF"/>
                </a:solidFill>
              </a:defRPr>
            </a:lvl1pPr>
          </a:lstStyle>
          <a:p>
            <a:pPr lvl="0"/>
            <a:r>
              <a:rPr lang="zh-CN" altLang="en-US" dirty="0"/>
              <a:t>单击此处编辑母版标题样式</a:t>
            </a:r>
            <a:endParaRPr lang="zh-CN" altLang="en-US" dirty="0"/>
          </a:p>
        </p:txBody>
      </p:sp>
      <p:sp>
        <p:nvSpPr>
          <p:cNvPr id="30740" name="副标题 30739"/>
          <p:cNvSpPr>
            <a:spLocks noGrp="1"/>
          </p:cNvSpPr>
          <p:nvPr>
            <p:ph type="subTitle" idx="1"/>
          </p:nvPr>
        </p:nvSpPr>
        <p:spPr>
          <a:xfrm>
            <a:off x="2971800" y="4267200"/>
            <a:ext cx="6019800" cy="1752600"/>
          </a:xfrm>
          <a:prstGeom prst="rect">
            <a:avLst/>
          </a:prstGeom>
          <a:noFill/>
          <a:ln w="9525">
            <a:noFill/>
          </a:ln>
        </p:spPr>
        <p:txBody>
          <a:bodyPr anchor="t"/>
          <a:lstStyle>
            <a:lvl1pPr marL="0" lvl="0" indent="0">
              <a:buNone/>
              <a:defRPr sz="3400"/>
            </a:lvl1pPr>
            <a:lvl2pPr marL="457200" lvl="1" indent="0" algn="ctr">
              <a:buNone/>
              <a:defRPr sz="3400"/>
            </a:lvl2pPr>
            <a:lvl3pPr marL="914400" lvl="2" indent="0" algn="ctr">
              <a:buNone/>
              <a:defRPr sz="3400"/>
            </a:lvl3pPr>
            <a:lvl4pPr marL="1371600" lvl="3" indent="0" algn="ctr">
              <a:buNone/>
              <a:defRPr sz="3400"/>
            </a:lvl4pPr>
            <a:lvl5pPr marL="1828800" lvl="4" indent="0" algn="ctr">
              <a:buNone/>
              <a:defRPr sz="3400"/>
            </a:lvl5pPr>
          </a:lstStyle>
          <a:p>
            <a:pPr lvl="0"/>
            <a:r>
              <a:rPr lang="zh-CN" altLang="en-US" dirty="0"/>
              <a:t>单击此处编辑母版副标题样式</a:t>
            </a:r>
            <a:endParaRPr lang="zh-CN" altLang="en-US" dirty="0"/>
          </a:p>
        </p:txBody>
      </p:sp>
    </p:spTree>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2504"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981200"/>
            <a:ext cx="4032504"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673100"/>
            <a:ext cx="2057400" cy="51943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673100"/>
            <a:ext cx="6052930" cy="51943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p:txBody>
          <a:bodyPr/>
          <a:lstStyle/>
          <a:p>
            <a:endParaRPr lang="zh-CN" altLang="en-US"/>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291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291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灯片编号占位符 7"/>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6286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291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286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291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slideLayout" Target="../slideLayouts/slideLayout23.xml"/><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4" Type="http://schemas.openxmlformats.org/officeDocument/2006/relationships/theme" Target="../theme/theme2.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1" Type="http://schemas.openxmlformats.org/officeDocument/2006/relationships/slideLayout" Target="../slideLayouts/slideLayout26.xml"/><Relationship Id="rId10" Type="http://schemas.openxmlformats.org/officeDocument/2006/relationships/slideLayout" Target="../slideLayouts/slideLayout25.xml"/><Relationship Id="rId1"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7.xml"/><Relationship Id="rId8" Type="http://schemas.openxmlformats.org/officeDocument/2006/relationships/slideLayout" Target="../slideLayouts/slideLayout36.xml"/><Relationship Id="rId7" Type="http://schemas.openxmlformats.org/officeDocument/2006/relationships/slideLayout" Target="../slideLayouts/slideLayout35.xml"/><Relationship Id="rId6" Type="http://schemas.openxmlformats.org/officeDocument/2006/relationships/slideLayout" Target="../slideLayouts/slideLayout34.xml"/><Relationship Id="rId5" Type="http://schemas.openxmlformats.org/officeDocument/2006/relationships/slideLayout" Target="../slideLayouts/slideLayout33.xml"/><Relationship Id="rId4" Type="http://schemas.openxmlformats.org/officeDocument/2006/relationships/slideLayout" Target="../slideLayouts/slideLayout32.xml"/><Relationship Id="rId3" Type="http://schemas.openxmlformats.org/officeDocument/2006/relationships/slideLayout" Target="../slideLayouts/slideLayout31.xml"/><Relationship Id="rId2" Type="http://schemas.openxmlformats.org/officeDocument/2006/relationships/slideLayout" Target="../slideLayouts/slideLayout30.xml"/><Relationship Id="rId16" Type="http://schemas.openxmlformats.org/officeDocument/2006/relationships/theme" Target="../theme/theme3.xml"/><Relationship Id="rId15" Type="http://schemas.openxmlformats.org/officeDocument/2006/relationships/slideLayout" Target="../slideLayouts/slideLayout43.xml"/><Relationship Id="rId14" Type="http://schemas.openxmlformats.org/officeDocument/2006/relationships/slideLayout" Target="../slideLayouts/slideLayout42.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1" Type="http://schemas.openxmlformats.org/officeDocument/2006/relationships/slideLayout" Target="../slideLayouts/slideLayout39.xml"/><Relationship Id="rId10" Type="http://schemas.openxmlformats.org/officeDocument/2006/relationships/slideLayout" Target="../slideLayouts/slideLayout38.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CC"/>
        </a:solidFill>
        <a:effectLst/>
      </p:bgPr>
    </p:bg>
    <p:spTree>
      <p:nvGrpSpPr>
        <p:cNvPr id="1" name=""/>
        <p:cNvGrpSpPr/>
        <p:nvPr/>
      </p:nvGrpSpPr>
      <p:grpSpPr/>
      <p:sp>
        <p:nvSpPr>
          <p:cNvPr id="29710" name="标题 29709"/>
          <p:cNvSpPr>
            <a:spLocks noGrp="1"/>
          </p:cNvSpPr>
          <p:nvPr>
            <p:ph type="title"/>
          </p:nvPr>
        </p:nvSpPr>
        <p:spPr>
          <a:xfrm>
            <a:off x="468313" y="673100"/>
            <a:ext cx="6851650" cy="955675"/>
          </a:xfrm>
          <a:prstGeom prst="rect">
            <a:avLst/>
          </a:prstGeom>
          <a:noFill/>
          <a:ln w="57150" cap="flat" cmpd="thinThick">
            <a:solidFill>
              <a:srgbClr val="993300"/>
            </a:solidFill>
            <a:prstDash val="sysDot"/>
            <a:miter/>
            <a:headEnd type="none" w="med" len="med"/>
            <a:tailEnd type="none" w="med" len="med"/>
          </a:ln>
        </p:spPr>
        <p:txBody>
          <a:bodyPr anchor="ctr"/>
          <a:p>
            <a:pPr lvl="0"/>
            <a:r>
              <a:rPr lang="zh-CN" altLang="en-US" dirty="0"/>
              <a:t>单击此处编辑母版标题样式</a:t>
            </a:r>
            <a:endParaRPr lang="zh-CN" altLang="en-US" dirty="0"/>
          </a:p>
        </p:txBody>
      </p:sp>
      <p:sp>
        <p:nvSpPr>
          <p:cNvPr id="29711" name="文本占位符 29710"/>
          <p:cNvSpPr>
            <a:spLocks noGrp="1"/>
          </p:cNvSpPr>
          <p:nvPr>
            <p:ph type="body" idx="1"/>
          </p:nvPr>
        </p:nvSpPr>
        <p:spPr>
          <a:xfrm>
            <a:off x="457200" y="198120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9713" name="文本框 29712"/>
          <p:cNvSpPr txBox="1"/>
          <p:nvPr/>
        </p:nvSpPr>
        <p:spPr>
          <a:xfrm>
            <a:off x="6699250" y="44450"/>
            <a:ext cx="641350" cy="274638"/>
          </a:xfrm>
          <a:prstGeom prst="rect">
            <a:avLst/>
          </a:prstGeom>
          <a:noFill/>
          <a:ln w="9525">
            <a:noFill/>
          </a:ln>
        </p:spPr>
        <p:txBody>
          <a:bodyPr wrap="none" anchor="b">
            <a:spAutoFit/>
          </a:bodyPr>
          <a:p>
            <a:pPr lvl="0" algn="r"/>
            <a:r>
              <a:rPr lang="zh-CN" altLang="en-US" sz="1200" b="1" dirty="0">
                <a:solidFill>
                  <a:srgbClr val="660033"/>
                </a:solidFill>
                <a:latin typeface="Arial Black" panose="020B0A04020102020204" pitchFamily="34" charset="0"/>
                <a:ea typeface="楷体_GB2312" panose="02010609030101010101" pitchFamily="49" charset="-122"/>
                <a:hlinkClick r:id="" action="ppaction://hlinkshowjump?jump=previousslide"/>
              </a:rPr>
              <a:t>上一页</a:t>
            </a:r>
            <a:endParaRPr lang="zh-CN" altLang="en-US" sz="1200" b="1">
              <a:solidFill>
                <a:srgbClr val="660033"/>
              </a:solidFill>
              <a:latin typeface="Arial Black" panose="020B0A04020102020204" pitchFamily="34" charset="0"/>
              <a:ea typeface="楷体_GB2312" panose="02010609030101010101" pitchFamily="49" charset="-122"/>
            </a:endParaRPr>
          </a:p>
        </p:txBody>
      </p:sp>
      <p:sp>
        <p:nvSpPr>
          <p:cNvPr id="29714" name="文本框 29713"/>
          <p:cNvSpPr txBox="1"/>
          <p:nvPr/>
        </p:nvSpPr>
        <p:spPr>
          <a:xfrm>
            <a:off x="7596188" y="44450"/>
            <a:ext cx="720725" cy="274638"/>
          </a:xfrm>
          <a:prstGeom prst="rect">
            <a:avLst/>
          </a:prstGeom>
          <a:noFill/>
          <a:ln w="9525">
            <a:noFill/>
          </a:ln>
        </p:spPr>
        <p:txBody>
          <a:bodyPr anchor="b">
            <a:spAutoFit/>
          </a:bodyPr>
          <a:p>
            <a:pPr lvl="0" algn="r"/>
            <a:r>
              <a:rPr lang="zh-CN" altLang="en-US" sz="1200" b="1" dirty="0">
                <a:solidFill>
                  <a:schemeClr val="bg2"/>
                </a:solidFill>
                <a:latin typeface="Arial Black" panose="020B0A04020102020204" pitchFamily="34" charset="0"/>
                <a:ea typeface="楷体_GB2312" panose="02010609030101010101" pitchFamily="49" charset="-122"/>
                <a:hlinkClick r:id="" action="ppaction://hlinkshowjump?jump=nextslide"/>
              </a:rPr>
              <a:t>下一页</a:t>
            </a:r>
            <a:endParaRPr lang="zh-CN" altLang="en-US" sz="1200" b="1" dirty="0">
              <a:solidFill>
                <a:schemeClr val="bg2"/>
              </a:solidFill>
              <a:latin typeface="Arial Black" panose="020B0A04020102020204" pitchFamily="34" charset="0"/>
              <a:ea typeface="楷体_GB2312" panose="02010609030101010101" pitchFamily="49" charset="-122"/>
            </a:endParaRPr>
          </a:p>
        </p:txBody>
      </p:sp>
      <p:sp>
        <p:nvSpPr>
          <p:cNvPr id="29743" name="灯片编号占位符 29742"/>
          <p:cNvSpPr>
            <a:spLocks noGrp="1"/>
          </p:cNvSpPr>
          <p:nvPr>
            <p:ph type="sldNum" sz="quarter" idx="4"/>
          </p:nvPr>
        </p:nvSpPr>
        <p:spPr>
          <a:xfrm>
            <a:off x="6553200" y="6248400"/>
            <a:ext cx="2133600" cy="457200"/>
          </a:xfrm>
          <a:prstGeom prst="rect">
            <a:avLst/>
          </a:prstGeom>
          <a:noFill/>
          <a:ln w="9525">
            <a:noFill/>
          </a:ln>
        </p:spPr>
        <p:txBody>
          <a:bodyPr anchor="ctr"/>
          <a:lstStyle>
            <a:lvl1pPr algn="r">
              <a:defRPr sz="1200" b="0">
                <a:latin typeface="Arial Black" panose="020B0A04020102020204" pitchFamily="34" charset="0"/>
              </a:defRPr>
            </a:lvl1pPr>
          </a:lstStyle>
          <a:p>
            <a:pPr lvl="0"/>
            <a:fld id="{9A0DB2DC-4C9A-4742-B13C-FB6460FD3503}" type="slidenum">
              <a:rPr lang="zh-CN" altLang="en-US" dirty="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710"/>
                                        </p:tgtEl>
                                        <p:attrNameLst>
                                          <p:attrName>style.visibility</p:attrName>
                                        </p:attrNameLst>
                                      </p:cBhvr>
                                      <p:to>
                                        <p:strVal val="visible"/>
                                      </p:to>
                                    </p:set>
                                    <p:anim calcmode="lin" valueType="num">
                                      <p:cBhvr additive="base">
                                        <p:cTn id="7" dur="500" fill="hold"/>
                                        <p:tgtEl>
                                          <p:spTgt spid="29710"/>
                                        </p:tgtEl>
                                        <p:attrNameLst>
                                          <p:attrName>ppt_x</p:attrName>
                                        </p:attrNameLst>
                                      </p:cBhvr>
                                      <p:tavLst>
                                        <p:tav tm="0">
                                          <p:val>
                                            <p:strVal val="0-#ppt_w/2"/>
                                          </p:val>
                                        </p:tav>
                                        <p:tav tm="100000">
                                          <p:val>
                                            <p:strVal val="#ppt_x"/>
                                          </p:val>
                                        </p:tav>
                                      </p:tavLst>
                                    </p:anim>
                                    <p:anim calcmode="lin" valueType="num">
                                      <p:cBhvr additive="base">
                                        <p:cTn id="8" dur="500" fill="hold"/>
                                        <p:tgtEl>
                                          <p:spTgt spid="297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10" grpId="0" animBg="1"/>
    </p:bldLst>
  </p:timing>
  <p:hf hdr="0" ftr="0" dt="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1"/>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2pPr>
      <a:lvl3pPr marL="914400" lvl="2"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3pPr>
      <a:lvl4pPr marL="1371600" lvl="3"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4pPr>
      <a:lvl5pPr marL="1828800" lvl="4"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5pPr>
      <a:lvl6pPr marL="2286000" lvl="5"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6pPr>
      <a:lvl7pPr marL="2743200" lvl="6"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7pPr>
      <a:lvl8pPr marL="3200400" lvl="7"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8pPr>
      <a:lvl9pPr marL="3657600" lvl="8"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393218" name="组合 393217"/>
          <p:cNvGrpSpPr/>
          <p:nvPr/>
        </p:nvGrpSpPr>
        <p:grpSpPr>
          <a:xfrm>
            <a:off x="566738" y="0"/>
            <a:ext cx="7891462" cy="6821488"/>
            <a:chOff x="349" y="23"/>
            <a:chExt cx="4971" cy="4297"/>
          </a:xfrm>
        </p:grpSpPr>
        <p:sp>
          <p:nvSpPr>
            <p:cNvPr id="393219" name="矩形 393218"/>
            <p:cNvSpPr/>
            <p:nvPr/>
          </p:nvSpPr>
          <p:spPr>
            <a:xfrm>
              <a:off x="384" y="23"/>
              <a:ext cx="21" cy="101"/>
            </a:xfrm>
            <a:prstGeom prst="rect">
              <a:avLst/>
            </a:prstGeom>
            <a:solidFill>
              <a:schemeClr val="bg2">
                <a:alpha val="60001"/>
              </a:schemeClr>
            </a:solidFill>
            <a:ln w="0">
              <a:noFill/>
            </a:ln>
          </p:spPr>
          <p:txBody>
            <a:bodyPr/>
            <a:p>
              <a:endParaRPr lang="zh-CN" altLang="en-US"/>
            </a:p>
          </p:txBody>
        </p:sp>
        <p:sp>
          <p:nvSpPr>
            <p:cNvPr id="393220" name="任意多边形 393219"/>
            <p:cNvSpPr>
              <a:spLocks noEditPoints="1"/>
            </p:cNvSpPr>
            <p:nvPr/>
          </p:nvSpPr>
          <p:spPr>
            <a:xfrm>
              <a:off x="384" y="225"/>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21" name="任意多边形 393220"/>
            <p:cNvSpPr>
              <a:spLocks noEditPoints="1"/>
            </p:cNvSpPr>
            <p:nvPr/>
          </p:nvSpPr>
          <p:spPr>
            <a:xfrm>
              <a:off x="384" y="630"/>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22" name="任意多边形 393221"/>
            <p:cNvSpPr>
              <a:spLocks noEditPoints="1"/>
            </p:cNvSpPr>
            <p:nvPr/>
          </p:nvSpPr>
          <p:spPr>
            <a:xfrm>
              <a:off x="384" y="1034"/>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23" name="任意多边形 393222"/>
            <p:cNvSpPr>
              <a:spLocks noEditPoints="1"/>
            </p:cNvSpPr>
            <p:nvPr/>
          </p:nvSpPr>
          <p:spPr>
            <a:xfrm>
              <a:off x="384" y="1438"/>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24" name="任意多边形 393223"/>
            <p:cNvSpPr>
              <a:spLocks noEditPoints="1"/>
            </p:cNvSpPr>
            <p:nvPr/>
          </p:nvSpPr>
          <p:spPr>
            <a:xfrm>
              <a:off x="384" y="1843"/>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25" name="任意多边形 393224"/>
            <p:cNvSpPr>
              <a:spLocks noEditPoints="1"/>
            </p:cNvSpPr>
            <p:nvPr/>
          </p:nvSpPr>
          <p:spPr>
            <a:xfrm>
              <a:off x="384" y="2247"/>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26" name="任意多边形 393225"/>
            <p:cNvSpPr>
              <a:spLocks noEditPoints="1"/>
            </p:cNvSpPr>
            <p:nvPr/>
          </p:nvSpPr>
          <p:spPr>
            <a:xfrm>
              <a:off x="384" y="2652"/>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27" name="任意多边形 393226"/>
            <p:cNvSpPr>
              <a:spLocks noEditPoints="1"/>
            </p:cNvSpPr>
            <p:nvPr/>
          </p:nvSpPr>
          <p:spPr>
            <a:xfrm>
              <a:off x="384" y="3056"/>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28" name="任意多边形 393227"/>
            <p:cNvSpPr>
              <a:spLocks noEditPoints="1"/>
            </p:cNvSpPr>
            <p:nvPr/>
          </p:nvSpPr>
          <p:spPr>
            <a:xfrm>
              <a:off x="384" y="3461"/>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29" name="任意多边形 393228"/>
            <p:cNvSpPr>
              <a:spLocks noEditPoints="1"/>
            </p:cNvSpPr>
            <p:nvPr/>
          </p:nvSpPr>
          <p:spPr>
            <a:xfrm>
              <a:off x="384" y="3865"/>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30" name="矩形 393229"/>
            <p:cNvSpPr/>
            <p:nvPr/>
          </p:nvSpPr>
          <p:spPr>
            <a:xfrm>
              <a:off x="384" y="4269"/>
              <a:ext cx="21" cy="51"/>
            </a:xfrm>
            <a:prstGeom prst="rect">
              <a:avLst/>
            </a:prstGeom>
            <a:solidFill>
              <a:schemeClr val="bg2">
                <a:alpha val="60001"/>
              </a:schemeClr>
            </a:solidFill>
            <a:ln w="0">
              <a:noFill/>
            </a:ln>
          </p:spPr>
          <p:txBody>
            <a:bodyPr/>
            <a:p>
              <a:endParaRPr lang="zh-CN" altLang="en-US"/>
            </a:p>
          </p:txBody>
        </p:sp>
        <p:sp>
          <p:nvSpPr>
            <p:cNvPr id="393231" name="矩形 393230"/>
            <p:cNvSpPr/>
            <p:nvPr/>
          </p:nvSpPr>
          <p:spPr>
            <a:xfrm>
              <a:off x="829" y="23"/>
              <a:ext cx="21" cy="101"/>
            </a:xfrm>
            <a:prstGeom prst="rect">
              <a:avLst/>
            </a:prstGeom>
            <a:solidFill>
              <a:schemeClr val="bg2">
                <a:alpha val="60001"/>
              </a:schemeClr>
            </a:solidFill>
            <a:ln w="0">
              <a:noFill/>
            </a:ln>
          </p:spPr>
          <p:txBody>
            <a:bodyPr/>
            <a:p>
              <a:endParaRPr lang="zh-CN" altLang="en-US"/>
            </a:p>
          </p:txBody>
        </p:sp>
        <p:sp>
          <p:nvSpPr>
            <p:cNvPr id="393232" name="任意多边形 393231"/>
            <p:cNvSpPr>
              <a:spLocks noEditPoints="1"/>
            </p:cNvSpPr>
            <p:nvPr/>
          </p:nvSpPr>
          <p:spPr>
            <a:xfrm>
              <a:off x="829" y="225"/>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33" name="任意多边形 393232"/>
            <p:cNvSpPr>
              <a:spLocks noEditPoints="1"/>
            </p:cNvSpPr>
            <p:nvPr/>
          </p:nvSpPr>
          <p:spPr>
            <a:xfrm>
              <a:off x="829" y="630"/>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34" name="任意多边形 393233"/>
            <p:cNvSpPr>
              <a:spLocks noEditPoints="1"/>
            </p:cNvSpPr>
            <p:nvPr/>
          </p:nvSpPr>
          <p:spPr>
            <a:xfrm>
              <a:off x="829" y="1034"/>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35" name="任意多边形 393234"/>
            <p:cNvSpPr>
              <a:spLocks noEditPoints="1"/>
            </p:cNvSpPr>
            <p:nvPr/>
          </p:nvSpPr>
          <p:spPr>
            <a:xfrm>
              <a:off x="829" y="1438"/>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36" name="任意多边形 393235"/>
            <p:cNvSpPr>
              <a:spLocks noEditPoints="1"/>
            </p:cNvSpPr>
            <p:nvPr/>
          </p:nvSpPr>
          <p:spPr>
            <a:xfrm>
              <a:off x="829" y="1843"/>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37" name="任意多边形 393236"/>
            <p:cNvSpPr>
              <a:spLocks noEditPoints="1"/>
            </p:cNvSpPr>
            <p:nvPr/>
          </p:nvSpPr>
          <p:spPr>
            <a:xfrm>
              <a:off x="829" y="2247"/>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38" name="任意多边形 393237"/>
            <p:cNvSpPr>
              <a:spLocks noEditPoints="1"/>
            </p:cNvSpPr>
            <p:nvPr/>
          </p:nvSpPr>
          <p:spPr>
            <a:xfrm>
              <a:off x="829" y="2652"/>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39" name="任意多边形 393238"/>
            <p:cNvSpPr>
              <a:spLocks noEditPoints="1"/>
            </p:cNvSpPr>
            <p:nvPr/>
          </p:nvSpPr>
          <p:spPr>
            <a:xfrm>
              <a:off x="829" y="3056"/>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40" name="任意多边形 393239"/>
            <p:cNvSpPr>
              <a:spLocks noEditPoints="1"/>
            </p:cNvSpPr>
            <p:nvPr/>
          </p:nvSpPr>
          <p:spPr>
            <a:xfrm>
              <a:off x="829" y="3461"/>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41" name="任意多边形 393240"/>
            <p:cNvSpPr>
              <a:spLocks noEditPoints="1"/>
            </p:cNvSpPr>
            <p:nvPr/>
          </p:nvSpPr>
          <p:spPr>
            <a:xfrm>
              <a:off x="829" y="3865"/>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42" name="矩形 393241"/>
            <p:cNvSpPr/>
            <p:nvPr/>
          </p:nvSpPr>
          <p:spPr>
            <a:xfrm>
              <a:off x="829" y="4269"/>
              <a:ext cx="21" cy="51"/>
            </a:xfrm>
            <a:prstGeom prst="rect">
              <a:avLst/>
            </a:prstGeom>
            <a:solidFill>
              <a:schemeClr val="bg2">
                <a:alpha val="60001"/>
              </a:schemeClr>
            </a:solidFill>
            <a:ln w="0">
              <a:noFill/>
            </a:ln>
          </p:spPr>
          <p:txBody>
            <a:bodyPr/>
            <a:p>
              <a:endParaRPr lang="zh-CN" altLang="en-US"/>
            </a:p>
          </p:txBody>
        </p:sp>
        <p:sp>
          <p:nvSpPr>
            <p:cNvPr id="393243" name="矩形 393242"/>
            <p:cNvSpPr/>
            <p:nvPr/>
          </p:nvSpPr>
          <p:spPr>
            <a:xfrm>
              <a:off x="1279" y="23"/>
              <a:ext cx="21" cy="101"/>
            </a:xfrm>
            <a:prstGeom prst="rect">
              <a:avLst/>
            </a:prstGeom>
            <a:solidFill>
              <a:schemeClr val="bg2">
                <a:alpha val="60001"/>
              </a:schemeClr>
            </a:solidFill>
            <a:ln w="0">
              <a:noFill/>
            </a:ln>
          </p:spPr>
          <p:txBody>
            <a:bodyPr/>
            <a:p>
              <a:endParaRPr lang="zh-CN" altLang="en-US"/>
            </a:p>
          </p:txBody>
        </p:sp>
        <p:sp>
          <p:nvSpPr>
            <p:cNvPr id="393244" name="任意多边形 393243"/>
            <p:cNvSpPr>
              <a:spLocks noEditPoints="1"/>
            </p:cNvSpPr>
            <p:nvPr/>
          </p:nvSpPr>
          <p:spPr>
            <a:xfrm>
              <a:off x="1279" y="225"/>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45" name="任意多边形 393244"/>
            <p:cNvSpPr>
              <a:spLocks noEditPoints="1"/>
            </p:cNvSpPr>
            <p:nvPr/>
          </p:nvSpPr>
          <p:spPr>
            <a:xfrm>
              <a:off x="1279" y="630"/>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46" name="任意多边形 393245"/>
            <p:cNvSpPr>
              <a:spLocks noEditPoints="1"/>
            </p:cNvSpPr>
            <p:nvPr/>
          </p:nvSpPr>
          <p:spPr>
            <a:xfrm>
              <a:off x="1279" y="1034"/>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47" name="任意多边形 393246"/>
            <p:cNvSpPr>
              <a:spLocks noEditPoints="1"/>
            </p:cNvSpPr>
            <p:nvPr/>
          </p:nvSpPr>
          <p:spPr>
            <a:xfrm>
              <a:off x="1279" y="1438"/>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48" name="任意多边形 393247"/>
            <p:cNvSpPr>
              <a:spLocks noEditPoints="1"/>
            </p:cNvSpPr>
            <p:nvPr/>
          </p:nvSpPr>
          <p:spPr>
            <a:xfrm>
              <a:off x="1279" y="1843"/>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49" name="任意多边形 393248"/>
            <p:cNvSpPr>
              <a:spLocks noEditPoints="1"/>
            </p:cNvSpPr>
            <p:nvPr/>
          </p:nvSpPr>
          <p:spPr>
            <a:xfrm>
              <a:off x="1279" y="2247"/>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50" name="任意多边形 393249"/>
            <p:cNvSpPr>
              <a:spLocks noEditPoints="1"/>
            </p:cNvSpPr>
            <p:nvPr/>
          </p:nvSpPr>
          <p:spPr>
            <a:xfrm>
              <a:off x="1279" y="2652"/>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51" name="任意多边形 393250"/>
            <p:cNvSpPr>
              <a:spLocks noEditPoints="1"/>
            </p:cNvSpPr>
            <p:nvPr/>
          </p:nvSpPr>
          <p:spPr>
            <a:xfrm>
              <a:off x="1279" y="3056"/>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52" name="任意多边形 393251"/>
            <p:cNvSpPr>
              <a:spLocks noEditPoints="1"/>
            </p:cNvSpPr>
            <p:nvPr/>
          </p:nvSpPr>
          <p:spPr>
            <a:xfrm>
              <a:off x="1279" y="3461"/>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53" name="任意多边形 393252"/>
            <p:cNvSpPr>
              <a:spLocks noEditPoints="1"/>
            </p:cNvSpPr>
            <p:nvPr/>
          </p:nvSpPr>
          <p:spPr>
            <a:xfrm>
              <a:off x="1279" y="3865"/>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54" name="矩形 393253"/>
            <p:cNvSpPr/>
            <p:nvPr/>
          </p:nvSpPr>
          <p:spPr>
            <a:xfrm>
              <a:off x="1279" y="4269"/>
              <a:ext cx="21" cy="51"/>
            </a:xfrm>
            <a:prstGeom prst="rect">
              <a:avLst/>
            </a:prstGeom>
            <a:solidFill>
              <a:schemeClr val="bg2">
                <a:alpha val="60001"/>
              </a:schemeClr>
            </a:solidFill>
            <a:ln w="0">
              <a:noFill/>
            </a:ln>
          </p:spPr>
          <p:txBody>
            <a:bodyPr/>
            <a:p>
              <a:endParaRPr lang="zh-CN" altLang="en-US"/>
            </a:p>
          </p:txBody>
        </p:sp>
        <p:sp>
          <p:nvSpPr>
            <p:cNvPr id="393255" name="矩形 393254"/>
            <p:cNvSpPr/>
            <p:nvPr/>
          </p:nvSpPr>
          <p:spPr>
            <a:xfrm>
              <a:off x="1724" y="23"/>
              <a:ext cx="21" cy="101"/>
            </a:xfrm>
            <a:prstGeom prst="rect">
              <a:avLst/>
            </a:prstGeom>
            <a:solidFill>
              <a:schemeClr val="bg2">
                <a:alpha val="60001"/>
              </a:schemeClr>
            </a:solidFill>
            <a:ln w="0">
              <a:noFill/>
            </a:ln>
          </p:spPr>
          <p:txBody>
            <a:bodyPr/>
            <a:p>
              <a:endParaRPr lang="zh-CN" altLang="en-US"/>
            </a:p>
          </p:txBody>
        </p:sp>
        <p:sp>
          <p:nvSpPr>
            <p:cNvPr id="393256" name="任意多边形 393255"/>
            <p:cNvSpPr>
              <a:spLocks noEditPoints="1"/>
            </p:cNvSpPr>
            <p:nvPr/>
          </p:nvSpPr>
          <p:spPr>
            <a:xfrm>
              <a:off x="1724" y="225"/>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57" name="任意多边形 393256"/>
            <p:cNvSpPr>
              <a:spLocks noEditPoints="1"/>
            </p:cNvSpPr>
            <p:nvPr/>
          </p:nvSpPr>
          <p:spPr>
            <a:xfrm>
              <a:off x="1724" y="630"/>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58" name="任意多边形 393257"/>
            <p:cNvSpPr>
              <a:spLocks noEditPoints="1"/>
            </p:cNvSpPr>
            <p:nvPr/>
          </p:nvSpPr>
          <p:spPr>
            <a:xfrm>
              <a:off x="1724" y="1034"/>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59" name="任意多边形 393258"/>
            <p:cNvSpPr>
              <a:spLocks noEditPoints="1"/>
            </p:cNvSpPr>
            <p:nvPr/>
          </p:nvSpPr>
          <p:spPr>
            <a:xfrm>
              <a:off x="1724" y="1438"/>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60" name="任意多边形 393259"/>
            <p:cNvSpPr>
              <a:spLocks noEditPoints="1"/>
            </p:cNvSpPr>
            <p:nvPr/>
          </p:nvSpPr>
          <p:spPr>
            <a:xfrm>
              <a:off x="1724" y="1843"/>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61" name="任意多边形 393260"/>
            <p:cNvSpPr>
              <a:spLocks noEditPoints="1"/>
            </p:cNvSpPr>
            <p:nvPr/>
          </p:nvSpPr>
          <p:spPr>
            <a:xfrm>
              <a:off x="1724" y="2247"/>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62" name="任意多边形 393261"/>
            <p:cNvSpPr>
              <a:spLocks noEditPoints="1"/>
            </p:cNvSpPr>
            <p:nvPr/>
          </p:nvSpPr>
          <p:spPr>
            <a:xfrm>
              <a:off x="1724" y="2652"/>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63" name="任意多边形 393262"/>
            <p:cNvSpPr>
              <a:spLocks noEditPoints="1"/>
            </p:cNvSpPr>
            <p:nvPr/>
          </p:nvSpPr>
          <p:spPr>
            <a:xfrm>
              <a:off x="1724" y="3056"/>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64" name="任意多边形 393263"/>
            <p:cNvSpPr>
              <a:spLocks noEditPoints="1"/>
            </p:cNvSpPr>
            <p:nvPr/>
          </p:nvSpPr>
          <p:spPr>
            <a:xfrm>
              <a:off x="1724" y="3461"/>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65" name="任意多边形 393264"/>
            <p:cNvSpPr>
              <a:spLocks noEditPoints="1"/>
            </p:cNvSpPr>
            <p:nvPr/>
          </p:nvSpPr>
          <p:spPr>
            <a:xfrm>
              <a:off x="1724" y="3865"/>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66" name="矩形 393265"/>
            <p:cNvSpPr/>
            <p:nvPr/>
          </p:nvSpPr>
          <p:spPr>
            <a:xfrm>
              <a:off x="1724" y="4269"/>
              <a:ext cx="21" cy="51"/>
            </a:xfrm>
            <a:prstGeom prst="rect">
              <a:avLst/>
            </a:prstGeom>
            <a:solidFill>
              <a:schemeClr val="bg2">
                <a:alpha val="60001"/>
              </a:schemeClr>
            </a:solidFill>
            <a:ln w="0">
              <a:noFill/>
            </a:ln>
          </p:spPr>
          <p:txBody>
            <a:bodyPr/>
            <a:p>
              <a:endParaRPr lang="zh-CN" altLang="en-US"/>
            </a:p>
          </p:txBody>
        </p:sp>
        <p:sp>
          <p:nvSpPr>
            <p:cNvPr id="393267" name="矩形 393266"/>
            <p:cNvSpPr/>
            <p:nvPr/>
          </p:nvSpPr>
          <p:spPr>
            <a:xfrm>
              <a:off x="2169" y="23"/>
              <a:ext cx="21" cy="101"/>
            </a:xfrm>
            <a:prstGeom prst="rect">
              <a:avLst/>
            </a:prstGeom>
            <a:solidFill>
              <a:schemeClr val="bg2">
                <a:alpha val="60001"/>
              </a:schemeClr>
            </a:solidFill>
            <a:ln w="0">
              <a:noFill/>
            </a:ln>
          </p:spPr>
          <p:txBody>
            <a:bodyPr/>
            <a:p>
              <a:endParaRPr lang="zh-CN" altLang="en-US"/>
            </a:p>
          </p:txBody>
        </p:sp>
        <p:sp>
          <p:nvSpPr>
            <p:cNvPr id="393268" name="任意多边形 393267"/>
            <p:cNvSpPr>
              <a:spLocks noEditPoints="1"/>
            </p:cNvSpPr>
            <p:nvPr/>
          </p:nvSpPr>
          <p:spPr>
            <a:xfrm>
              <a:off x="2169" y="225"/>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69" name="任意多边形 393268"/>
            <p:cNvSpPr>
              <a:spLocks noEditPoints="1"/>
            </p:cNvSpPr>
            <p:nvPr/>
          </p:nvSpPr>
          <p:spPr>
            <a:xfrm>
              <a:off x="2169" y="630"/>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70" name="任意多边形 393269"/>
            <p:cNvSpPr>
              <a:spLocks noEditPoints="1"/>
            </p:cNvSpPr>
            <p:nvPr/>
          </p:nvSpPr>
          <p:spPr>
            <a:xfrm>
              <a:off x="2169" y="1034"/>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71" name="任意多边形 393270"/>
            <p:cNvSpPr>
              <a:spLocks noEditPoints="1"/>
            </p:cNvSpPr>
            <p:nvPr/>
          </p:nvSpPr>
          <p:spPr>
            <a:xfrm>
              <a:off x="2169" y="1438"/>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72" name="任意多边形 393271"/>
            <p:cNvSpPr>
              <a:spLocks noEditPoints="1"/>
            </p:cNvSpPr>
            <p:nvPr/>
          </p:nvSpPr>
          <p:spPr>
            <a:xfrm>
              <a:off x="2169" y="1843"/>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73" name="任意多边形 393272"/>
            <p:cNvSpPr>
              <a:spLocks noEditPoints="1"/>
            </p:cNvSpPr>
            <p:nvPr/>
          </p:nvSpPr>
          <p:spPr>
            <a:xfrm>
              <a:off x="2169" y="2247"/>
              <a:ext cx="21"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74" name="任意多边形 393273"/>
            <p:cNvSpPr>
              <a:spLocks noEditPoints="1"/>
            </p:cNvSpPr>
            <p:nvPr/>
          </p:nvSpPr>
          <p:spPr>
            <a:xfrm>
              <a:off x="2169" y="2652"/>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75" name="任意多边形 393274"/>
            <p:cNvSpPr>
              <a:spLocks noEditPoints="1"/>
            </p:cNvSpPr>
            <p:nvPr/>
          </p:nvSpPr>
          <p:spPr>
            <a:xfrm>
              <a:off x="2169" y="3056"/>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76" name="任意多边形 393275"/>
            <p:cNvSpPr>
              <a:spLocks noEditPoints="1"/>
            </p:cNvSpPr>
            <p:nvPr/>
          </p:nvSpPr>
          <p:spPr>
            <a:xfrm>
              <a:off x="2169" y="3461"/>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77" name="任意多边形 393276"/>
            <p:cNvSpPr>
              <a:spLocks noEditPoints="1"/>
            </p:cNvSpPr>
            <p:nvPr/>
          </p:nvSpPr>
          <p:spPr>
            <a:xfrm>
              <a:off x="2169" y="3865"/>
              <a:ext cx="21"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78" name="矩形 393277"/>
            <p:cNvSpPr/>
            <p:nvPr/>
          </p:nvSpPr>
          <p:spPr>
            <a:xfrm>
              <a:off x="2169" y="4269"/>
              <a:ext cx="21" cy="51"/>
            </a:xfrm>
            <a:prstGeom prst="rect">
              <a:avLst/>
            </a:prstGeom>
            <a:solidFill>
              <a:schemeClr val="bg2">
                <a:alpha val="60001"/>
              </a:schemeClr>
            </a:solidFill>
            <a:ln w="0">
              <a:noFill/>
            </a:ln>
          </p:spPr>
          <p:txBody>
            <a:bodyPr/>
            <a:p>
              <a:endParaRPr lang="zh-CN" altLang="en-US"/>
            </a:p>
          </p:txBody>
        </p:sp>
        <p:sp>
          <p:nvSpPr>
            <p:cNvPr id="393279" name="矩形 393278"/>
            <p:cNvSpPr/>
            <p:nvPr/>
          </p:nvSpPr>
          <p:spPr>
            <a:xfrm>
              <a:off x="2620" y="23"/>
              <a:ext cx="20" cy="101"/>
            </a:xfrm>
            <a:prstGeom prst="rect">
              <a:avLst/>
            </a:prstGeom>
            <a:solidFill>
              <a:schemeClr val="bg2">
                <a:alpha val="60001"/>
              </a:schemeClr>
            </a:solidFill>
            <a:ln w="0">
              <a:noFill/>
            </a:ln>
          </p:spPr>
          <p:txBody>
            <a:bodyPr/>
            <a:p>
              <a:endParaRPr lang="zh-CN" altLang="en-US"/>
            </a:p>
          </p:txBody>
        </p:sp>
        <p:sp>
          <p:nvSpPr>
            <p:cNvPr id="393280" name="任意多边形 393279"/>
            <p:cNvSpPr>
              <a:spLocks noEditPoints="1"/>
            </p:cNvSpPr>
            <p:nvPr/>
          </p:nvSpPr>
          <p:spPr>
            <a:xfrm>
              <a:off x="2620" y="225"/>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81" name="任意多边形 393280"/>
            <p:cNvSpPr>
              <a:spLocks noEditPoints="1"/>
            </p:cNvSpPr>
            <p:nvPr/>
          </p:nvSpPr>
          <p:spPr>
            <a:xfrm>
              <a:off x="2620" y="630"/>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82" name="任意多边形 393281"/>
            <p:cNvSpPr>
              <a:spLocks noEditPoints="1"/>
            </p:cNvSpPr>
            <p:nvPr/>
          </p:nvSpPr>
          <p:spPr>
            <a:xfrm>
              <a:off x="2620" y="1034"/>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83" name="任意多边形 393282"/>
            <p:cNvSpPr>
              <a:spLocks noEditPoints="1"/>
            </p:cNvSpPr>
            <p:nvPr/>
          </p:nvSpPr>
          <p:spPr>
            <a:xfrm>
              <a:off x="2620" y="1438"/>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84" name="任意多边形 393283"/>
            <p:cNvSpPr>
              <a:spLocks noEditPoints="1"/>
            </p:cNvSpPr>
            <p:nvPr/>
          </p:nvSpPr>
          <p:spPr>
            <a:xfrm>
              <a:off x="2620" y="1843"/>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85" name="任意多边形 393284"/>
            <p:cNvSpPr>
              <a:spLocks noEditPoints="1"/>
            </p:cNvSpPr>
            <p:nvPr/>
          </p:nvSpPr>
          <p:spPr>
            <a:xfrm>
              <a:off x="2620" y="2247"/>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86" name="任意多边形 393285"/>
            <p:cNvSpPr>
              <a:spLocks noEditPoints="1"/>
            </p:cNvSpPr>
            <p:nvPr/>
          </p:nvSpPr>
          <p:spPr>
            <a:xfrm>
              <a:off x="2620" y="2652"/>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87" name="任意多边形 393286"/>
            <p:cNvSpPr>
              <a:spLocks noEditPoints="1"/>
            </p:cNvSpPr>
            <p:nvPr/>
          </p:nvSpPr>
          <p:spPr>
            <a:xfrm>
              <a:off x="2620" y="3056"/>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88" name="任意多边形 393287"/>
            <p:cNvSpPr>
              <a:spLocks noEditPoints="1"/>
            </p:cNvSpPr>
            <p:nvPr/>
          </p:nvSpPr>
          <p:spPr>
            <a:xfrm>
              <a:off x="2620" y="3461"/>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89" name="任意多边形 393288"/>
            <p:cNvSpPr>
              <a:spLocks noEditPoints="1"/>
            </p:cNvSpPr>
            <p:nvPr/>
          </p:nvSpPr>
          <p:spPr>
            <a:xfrm>
              <a:off x="2620" y="3865"/>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90" name="矩形 393289"/>
            <p:cNvSpPr/>
            <p:nvPr/>
          </p:nvSpPr>
          <p:spPr>
            <a:xfrm>
              <a:off x="2620" y="4269"/>
              <a:ext cx="20" cy="51"/>
            </a:xfrm>
            <a:prstGeom prst="rect">
              <a:avLst/>
            </a:prstGeom>
            <a:solidFill>
              <a:schemeClr val="bg2">
                <a:alpha val="60001"/>
              </a:schemeClr>
            </a:solidFill>
            <a:ln w="0">
              <a:noFill/>
            </a:ln>
          </p:spPr>
          <p:txBody>
            <a:bodyPr/>
            <a:p>
              <a:endParaRPr lang="zh-CN" altLang="en-US"/>
            </a:p>
          </p:txBody>
        </p:sp>
        <p:sp>
          <p:nvSpPr>
            <p:cNvPr id="393291" name="矩形 393290"/>
            <p:cNvSpPr/>
            <p:nvPr/>
          </p:nvSpPr>
          <p:spPr>
            <a:xfrm>
              <a:off x="3065" y="23"/>
              <a:ext cx="20" cy="101"/>
            </a:xfrm>
            <a:prstGeom prst="rect">
              <a:avLst/>
            </a:prstGeom>
            <a:solidFill>
              <a:schemeClr val="bg2">
                <a:alpha val="60001"/>
              </a:schemeClr>
            </a:solidFill>
            <a:ln w="0">
              <a:noFill/>
            </a:ln>
          </p:spPr>
          <p:txBody>
            <a:bodyPr/>
            <a:p>
              <a:endParaRPr lang="zh-CN" altLang="en-US"/>
            </a:p>
          </p:txBody>
        </p:sp>
        <p:sp>
          <p:nvSpPr>
            <p:cNvPr id="393292" name="任意多边形 393291"/>
            <p:cNvSpPr>
              <a:spLocks noEditPoints="1"/>
            </p:cNvSpPr>
            <p:nvPr/>
          </p:nvSpPr>
          <p:spPr>
            <a:xfrm>
              <a:off x="3065" y="225"/>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93" name="任意多边形 393292"/>
            <p:cNvSpPr>
              <a:spLocks noEditPoints="1"/>
            </p:cNvSpPr>
            <p:nvPr/>
          </p:nvSpPr>
          <p:spPr>
            <a:xfrm>
              <a:off x="3065" y="630"/>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94" name="任意多边形 393293"/>
            <p:cNvSpPr>
              <a:spLocks noEditPoints="1"/>
            </p:cNvSpPr>
            <p:nvPr/>
          </p:nvSpPr>
          <p:spPr>
            <a:xfrm>
              <a:off x="3065" y="1034"/>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95" name="任意多边形 393294"/>
            <p:cNvSpPr>
              <a:spLocks noEditPoints="1"/>
            </p:cNvSpPr>
            <p:nvPr/>
          </p:nvSpPr>
          <p:spPr>
            <a:xfrm>
              <a:off x="3065" y="1438"/>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96" name="任意多边形 393295"/>
            <p:cNvSpPr>
              <a:spLocks noEditPoints="1"/>
            </p:cNvSpPr>
            <p:nvPr/>
          </p:nvSpPr>
          <p:spPr>
            <a:xfrm>
              <a:off x="3065" y="1843"/>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97" name="任意多边形 393296"/>
            <p:cNvSpPr>
              <a:spLocks noEditPoints="1"/>
            </p:cNvSpPr>
            <p:nvPr/>
          </p:nvSpPr>
          <p:spPr>
            <a:xfrm>
              <a:off x="3065" y="2247"/>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98" name="任意多边形 393297"/>
            <p:cNvSpPr>
              <a:spLocks noEditPoints="1"/>
            </p:cNvSpPr>
            <p:nvPr/>
          </p:nvSpPr>
          <p:spPr>
            <a:xfrm>
              <a:off x="3065" y="2652"/>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299" name="任意多边形 393298"/>
            <p:cNvSpPr>
              <a:spLocks noEditPoints="1"/>
            </p:cNvSpPr>
            <p:nvPr/>
          </p:nvSpPr>
          <p:spPr>
            <a:xfrm>
              <a:off x="3065" y="3056"/>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00" name="任意多边形 393299"/>
            <p:cNvSpPr>
              <a:spLocks noEditPoints="1"/>
            </p:cNvSpPr>
            <p:nvPr/>
          </p:nvSpPr>
          <p:spPr>
            <a:xfrm>
              <a:off x="3065" y="3461"/>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01" name="任意多边形 393300"/>
            <p:cNvSpPr>
              <a:spLocks noEditPoints="1"/>
            </p:cNvSpPr>
            <p:nvPr/>
          </p:nvSpPr>
          <p:spPr>
            <a:xfrm>
              <a:off x="3065" y="3865"/>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02" name="矩形 393301"/>
            <p:cNvSpPr/>
            <p:nvPr/>
          </p:nvSpPr>
          <p:spPr>
            <a:xfrm>
              <a:off x="3065" y="4269"/>
              <a:ext cx="20" cy="51"/>
            </a:xfrm>
            <a:prstGeom prst="rect">
              <a:avLst/>
            </a:prstGeom>
            <a:solidFill>
              <a:schemeClr val="bg2">
                <a:alpha val="60001"/>
              </a:schemeClr>
            </a:solidFill>
            <a:ln w="0">
              <a:noFill/>
            </a:ln>
          </p:spPr>
          <p:txBody>
            <a:bodyPr/>
            <a:p>
              <a:endParaRPr lang="zh-CN" altLang="en-US"/>
            </a:p>
          </p:txBody>
        </p:sp>
        <p:sp>
          <p:nvSpPr>
            <p:cNvPr id="393303" name="矩形 393302"/>
            <p:cNvSpPr/>
            <p:nvPr/>
          </p:nvSpPr>
          <p:spPr>
            <a:xfrm>
              <a:off x="3510" y="23"/>
              <a:ext cx="20" cy="101"/>
            </a:xfrm>
            <a:prstGeom prst="rect">
              <a:avLst/>
            </a:prstGeom>
            <a:solidFill>
              <a:schemeClr val="bg2">
                <a:alpha val="60001"/>
              </a:schemeClr>
            </a:solidFill>
            <a:ln w="0">
              <a:noFill/>
            </a:ln>
          </p:spPr>
          <p:txBody>
            <a:bodyPr/>
            <a:p>
              <a:endParaRPr lang="zh-CN" altLang="en-US"/>
            </a:p>
          </p:txBody>
        </p:sp>
        <p:sp>
          <p:nvSpPr>
            <p:cNvPr id="393304" name="任意多边形 393303"/>
            <p:cNvSpPr>
              <a:spLocks noEditPoints="1"/>
            </p:cNvSpPr>
            <p:nvPr/>
          </p:nvSpPr>
          <p:spPr>
            <a:xfrm>
              <a:off x="3510" y="225"/>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05" name="任意多边形 393304"/>
            <p:cNvSpPr>
              <a:spLocks noEditPoints="1"/>
            </p:cNvSpPr>
            <p:nvPr/>
          </p:nvSpPr>
          <p:spPr>
            <a:xfrm>
              <a:off x="3510" y="630"/>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06" name="任意多边形 393305"/>
            <p:cNvSpPr>
              <a:spLocks noEditPoints="1"/>
            </p:cNvSpPr>
            <p:nvPr/>
          </p:nvSpPr>
          <p:spPr>
            <a:xfrm>
              <a:off x="3510" y="1034"/>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07" name="任意多边形 393306"/>
            <p:cNvSpPr>
              <a:spLocks noEditPoints="1"/>
            </p:cNvSpPr>
            <p:nvPr/>
          </p:nvSpPr>
          <p:spPr>
            <a:xfrm>
              <a:off x="3510" y="1438"/>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08" name="任意多边形 393307"/>
            <p:cNvSpPr>
              <a:spLocks noEditPoints="1"/>
            </p:cNvSpPr>
            <p:nvPr/>
          </p:nvSpPr>
          <p:spPr>
            <a:xfrm>
              <a:off x="3510" y="1843"/>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09" name="任意多边形 393308"/>
            <p:cNvSpPr>
              <a:spLocks noEditPoints="1"/>
            </p:cNvSpPr>
            <p:nvPr/>
          </p:nvSpPr>
          <p:spPr>
            <a:xfrm>
              <a:off x="3510" y="2247"/>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10" name="任意多边形 393309"/>
            <p:cNvSpPr>
              <a:spLocks noEditPoints="1"/>
            </p:cNvSpPr>
            <p:nvPr/>
          </p:nvSpPr>
          <p:spPr>
            <a:xfrm>
              <a:off x="3510" y="2652"/>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11" name="任意多边形 393310"/>
            <p:cNvSpPr>
              <a:spLocks noEditPoints="1"/>
            </p:cNvSpPr>
            <p:nvPr/>
          </p:nvSpPr>
          <p:spPr>
            <a:xfrm>
              <a:off x="3510" y="3056"/>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12" name="任意多边形 393311"/>
            <p:cNvSpPr>
              <a:spLocks noEditPoints="1"/>
            </p:cNvSpPr>
            <p:nvPr/>
          </p:nvSpPr>
          <p:spPr>
            <a:xfrm>
              <a:off x="3510" y="3461"/>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13" name="任意多边形 393312"/>
            <p:cNvSpPr>
              <a:spLocks noEditPoints="1"/>
            </p:cNvSpPr>
            <p:nvPr/>
          </p:nvSpPr>
          <p:spPr>
            <a:xfrm>
              <a:off x="3510" y="3865"/>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14" name="矩形 393313"/>
            <p:cNvSpPr/>
            <p:nvPr/>
          </p:nvSpPr>
          <p:spPr>
            <a:xfrm>
              <a:off x="3510" y="4269"/>
              <a:ext cx="20" cy="51"/>
            </a:xfrm>
            <a:prstGeom prst="rect">
              <a:avLst/>
            </a:prstGeom>
            <a:solidFill>
              <a:schemeClr val="bg2">
                <a:alpha val="60001"/>
              </a:schemeClr>
            </a:solidFill>
            <a:ln w="0">
              <a:noFill/>
            </a:ln>
          </p:spPr>
          <p:txBody>
            <a:bodyPr/>
            <a:p>
              <a:endParaRPr lang="zh-CN" altLang="en-US"/>
            </a:p>
          </p:txBody>
        </p:sp>
        <p:sp>
          <p:nvSpPr>
            <p:cNvPr id="393315" name="矩形 393314"/>
            <p:cNvSpPr/>
            <p:nvPr/>
          </p:nvSpPr>
          <p:spPr>
            <a:xfrm>
              <a:off x="3960" y="23"/>
              <a:ext cx="20" cy="101"/>
            </a:xfrm>
            <a:prstGeom prst="rect">
              <a:avLst/>
            </a:prstGeom>
            <a:solidFill>
              <a:schemeClr val="bg2">
                <a:alpha val="60001"/>
              </a:schemeClr>
            </a:solidFill>
            <a:ln w="0">
              <a:noFill/>
            </a:ln>
          </p:spPr>
          <p:txBody>
            <a:bodyPr/>
            <a:p>
              <a:endParaRPr lang="zh-CN" altLang="en-US"/>
            </a:p>
          </p:txBody>
        </p:sp>
        <p:sp>
          <p:nvSpPr>
            <p:cNvPr id="393316" name="任意多边形 393315"/>
            <p:cNvSpPr>
              <a:spLocks noEditPoints="1"/>
            </p:cNvSpPr>
            <p:nvPr/>
          </p:nvSpPr>
          <p:spPr>
            <a:xfrm>
              <a:off x="3960" y="225"/>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17" name="任意多边形 393316"/>
            <p:cNvSpPr>
              <a:spLocks noEditPoints="1"/>
            </p:cNvSpPr>
            <p:nvPr/>
          </p:nvSpPr>
          <p:spPr>
            <a:xfrm>
              <a:off x="3960" y="630"/>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18" name="任意多边形 393317"/>
            <p:cNvSpPr>
              <a:spLocks noEditPoints="1"/>
            </p:cNvSpPr>
            <p:nvPr/>
          </p:nvSpPr>
          <p:spPr>
            <a:xfrm>
              <a:off x="3960" y="1034"/>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19" name="任意多边形 393318"/>
            <p:cNvSpPr>
              <a:spLocks noEditPoints="1"/>
            </p:cNvSpPr>
            <p:nvPr/>
          </p:nvSpPr>
          <p:spPr>
            <a:xfrm>
              <a:off x="3960" y="1438"/>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20" name="任意多边形 393319"/>
            <p:cNvSpPr>
              <a:spLocks noEditPoints="1"/>
            </p:cNvSpPr>
            <p:nvPr/>
          </p:nvSpPr>
          <p:spPr>
            <a:xfrm>
              <a:off x="3960" y="1843"/>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21" name="任意多边形 393320"/>
            <p:cNvSpPr>
              <a:spLocks noEditPoints="1"/>
            </p:cNvSpPr>
            <p:nvPr/>
          </p:nvSpPr>
          <p:spPr>
            <a:xfrm>
              <a:off x="3960" y="2247"/>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22" name="任意多边形 393321"/>
            <p:cNvSpPr>
              <a:spLocks noEditPoints="1"/>
            </p:cNvSpPr>
            <p:nvPr/>
          </p:nvSpPr>
          <p:spPr>
            <a:xfrm>
              <a:off x="3960" y="2652"/>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23" name="任意多边形 393322"/>
            <p:cNvSpPr>
              <a:spLocks noEditPoints="1"/>
            </p:cNvSpPr>
            <p:nvPr/>
          </p:nvSpPr>
          <p:spPr>
            <a:xfrm>
              <a:off x="3960" y="3056"/>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24" name="任意多边形 393323"/>
            <p:cNvSpPr>
              <a:spLocks noEditPoints="1"/>
            </p:cNvSpPr>
            <p:nvPr/>
          </p:nvSpPr>
          <p:spPr>
            <a:xfrm>
              <a:off x="3960" y="3461"/>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25" name="任意多边形 393324"/>
            <p:cNvSpPr>
              <a:spLocks noEditPoints="1"/>
            </p:cNvSpPr>
            <p:nvPr/>
          </p:nvSpPr>
          <p:spPr>
            <a:xfrm>
              <a:off x="3960" y="3865"/>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26" name="矩形 393325"/>
            <p:cNvSpPr/>
            <p:nvPr/>
          </p:nvSpPr>
          <p:spPr>
            <a:xfrm>
              <a:off x="3960" y="4269"/>
              <a:ext cx="20" cy="51"/>
            </a:xfrm>
            <a:prstGeom prst="rect">
              <a:avLst/>
            </a:prstGeom>
            <a:solidFill>
              <a:schemeClr val="bg2">
                <a:alpha val="60001"/>
              </a:schemeClr>
            </a:solidFill>
            <a:ln w="0">
              <a:noFill/>
            </a:ln>
          </p:spPr>
          <p:txBody>
            <a:bodyPr/>
            <a:p>
              <a:endParaRPr lang="zh-CN" altLang="en-US"/>
            </a:p>
          </p:txBody>
        </p:sp>
        <p:sp>
          <p:nvSpPr>
            <p:cNvPr id="393327" name="矩形 393326"/>
            <p:cNvSpPr/>
            <p:nvPr/>
          </p:nvSpPr>
          <p:spPr>
            <a:xfrm>
              <a:off x="4405" y="23"/>
              <a:ext cx="20" cy="101"/>
            </a:xfrm>
            <a:prstGeom prst="rect">
              <a:avLst/>
            </a:prstGeom>
            <a:solidFill>
              <a:schemeClr val="bg2">
                <a:alpha val="60001"/>
              </a:schemeClr>
            </a:solidFill>
            <a:ln w="0">
              <a:noFill/>
            </a:ln>
          </p:spPr>
          <p:txBody>
            <a:bodyPr/>
            <a:p>
              <a:endParaRPr lang="zh-CN" altLang="en-US"/>
            </a:p>
          </p:txBody>
        </p:sp>
        <p:sp>
          <p:nvSpPr>
            <p:cNvPr id="393328" name="任意多边形 393327"/>
            <p:cNvSpPr>
              <a:spLocks noEditPoints="1"/>
            </p:cNvSpPr>
            <p:nvPr/>
          </p:nvSpPr>
          <p:spPr>
            <a:xfrm>
              <a:off x="4405" y="225"/>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29" name="任意多边形 393328"/>
            <p:cNvSpPr>
              <a:spLocks noEditPoints="1"/>
            </p:cNvSpPr>
            <p:nvPr/>
          </p:nvSpPr>
          <p:spPr>
            <a:xfrm>
              <a:off x="4405" y="630"/>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30" name="任意多边形 393329"/>
            <p:cNvSpPr>
              <a:spLocks noEditPoints="1"/>
            </p:cNvSpPr>
            <p:nvPr/>
          </p:nvSpPr>
          <p:spPr>
            <a:xfrm>
              <a:off x="4405" y="1034"/>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31" name="任意多边形 393330"/>
            <p:cNvSpPr>
              <a:spLocks noEditPoints="1"/>
            </p:cNvSpPr>
            <p:nvPr/>
          </p:nvSpPr>
          <p:spPr>
            <a:xfrm>
              <a:off x="4405" y="1438"/>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32" name="任意多边形 393331"/>
            <p:cNvSpPr>
              <a:spLocks noEditPoints="1"/>
            </p:cNvSpPr>
            <p:nvPr/>
          </p:nvSpPr>
          <p:spPr>
            <a:xfrm>
              <a:off x="4405" y="1843"/>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33" name="任意多边形 393332"/>
            <p:cNvSpPr>
              <a:spLocks noEditPoints="1"/>
            </p:cNvSpPr>
            <p:nvPr/>
          </p:nvSpPr>
          <p:spPr>
            <a:xfrm>
              <a:off x="4405" y="2247"/>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34" name="任意多边形 393333"/>
            <p:cNvSpPr>
              <a:spLocks noEditPoints="1"/>
            </p:cNvSpPr>
            <p:nvPr/>
          </p:nvSpPr>
          <p:spPr>
            <a:xfrm>
              <a:off x="4405" y="2652"/>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35" name="任意多边形 393334"/>
            <p:cNvSpPr>
              <a:spLocks noEditPoints="1"/>
            </p:cNvSpPr>
            <p:nvPr/>
          </p:nvSpPr>
          <p:spPr>
            <a:xfrm>
              <a:off x="4405" y="3056"/>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36" name="任意多边形 393335"/>
            <p:cNvSpPr>
              <a:spLocks noEditPoints="1"/>
            </p:cNvSpPr>
            <p:nvPr/>
          </p:nvSpPr>
          <p:spPr>
            <a:xfrm>
              <a:off x="4405" y="3461"/>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37" name="任意多边形 393336"/>
            <p:cNvSpPr>
              <a:spLocks noEditPoints="1"/>
            </p:cNvSpPr>
            <p:nvPr/>
          </p:nvSpPr>
          <p:spPr>
            <a:xfrm>
              <a:off x="4405" y="3865"/>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38" name="矩形 393337"/>
            <p:cNvSpPr/>
            <p:nvPr/>
          </p:nvSpPr>
          <p:spPr>
            <a:xfrm>
              <a:off x="4405" y="4269"/>
              <a:ext cx="20" cy="51"/>
            </a:xfrm>
            <a:prstGeom prst="rect">
              <a:avLst/>
            </a:prstGeom>
            <a:solidFill>
              <a:schemeClr val="bg2">
                <a:alpha val="60001"/>
              </a:schemeClr>
            </a:solidFill>
            <a:ln w="0">
              <a:noFill/>
            </a:ln>
          </p:spPr>
          <p:txBody>
            <a:bodyPr/>
            <a:p>
              <a:endParaRPr lang="zh-CN" altLang="en-US"/>
            </a:p>
          </p:txBody>
        </p:sp>
        <p:sp>
          <p:nvSpPr>
            <p:cNvPr id="393339" name="矩形 393338"/>
            <p:cNvSpPr/>
            <p:nvPr/>
          </p:nvSpPr>
          <p:spPr>
            <a:xfrm>
              <a:off x="4850" y="23"/>
              <a:ext cx="20" cy="101"/>
            </a:xfrm>
            <a:prstGeom prst="rect">
              <a:avLst/>
            </a:prstGeom>
            <a:solidFill>
              <a:schemeClr val="bg2">
                <a:alpha val="60001"/>
              </a:schemeClr>
            </a:solidFill>
            <a:ln w="0">
              <a:noFill/>
            </a:ln>
          </p:spPr>
          <p:txBody>
            <a:bodyPr/>
            <a:p>
              <a:endParaRPr lang="zh-CN" altLang="en-US"/>
            </a:p>
          </p:txBody>
        </p:sp>
        <p:sp>
          <p:nvSpPr>
            <p:cNvPr id="393340" name="任意多边形 393339"/>
            <p:cNvSpPr>
              <a:spLocks noEditPoints="1"/>
            </p:cNvSpPr>
            <p:nvPr/>
          </p:nvSpPr>
          <p:spPr>
            <a:xfrm>
              <a:off x="4850" y="225"/>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41" name="任意多边形 393340"/>
            <p:cNvSpPr>
              <a:spLocks noEditPoints="1"/>
            </p:cNvSpPr>
            <p:nvPr/>
          </p:nvSpPr>
          <p:spPr>
            <a:xfrm>
              <a:off x="4850" y="630"/>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42" name="任意多边形 393341"/>
            <p:cNvSpPr>
              <a:spLocks noEditPoints="1"/>
            </p:cNvSpPr>
            <p:nvPr/>
          </p:nvSpPr>
          <p:spPr>
            <a:xfrm>
              <a:off x="4850" y="1034"/>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43" name="任意多边形 393342"/>
            <p:cNvSpPr>
              <a:spLocks noEditPoints="1"/>
            </p:cNvSpPr>
            <p:nvPr/>
          </p:nvSpPr>
          <p:spPr>
            <a:xfrm>
              <a:off x="4850" y="1438"/>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44" name="任意多边形 393343"/>
            <p:cNvSpPr>
              <a:spLocks noEditPoints="1"/>
            </p:cNvSpPr>
            <p:nvPr/>
          </p:nvSpPr>
          <p:spPr>
            <a:xfrm>
              <a:off x="4850" y="1843"/>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45" name="任意多边形 393344"/>
            <p:cNvSpPr>
              <a:spLocks noEditPoints="1"/>
            </p:cNvSpPr>
            <p:nvPr/>
          </p:nvSpPr>
          <p:spPr>
            <a:xfrm>
              <a:off x="4850" y="2247"/>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46" name="任意多边形 393345"/>
            <p:cNvSpPr>
              <a:spLocks noEditPoints="1"/>
            </p:cNvSpPr>
            <p:nvPr/>
          </p:nvSpPr>
          <p:spPr>
            <a:xfrm>
              <a:off x="4850" y="2652"/>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47" name="任意多边形 393346"/>
            <p:cNvSpPr>
              <a:spLocks noEditPoints="1"/>
            </p:cNvSpPr>
            <p:nvPr/>
          </p:nvSpPr>
          <p:spPr>
            <a:xfrm>
              <a:off x="4850" y="3056"/>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48" name="任意多边形 393347"/>
            <p:cNvSpPr>
              <a:spLocks noEditPoints="1"/>
            </p:cNvSpPr>
            <p:nvPr/>
          </p:nvSpPr>
          <p:spPr>
            <a:xfrm>
              <a:off x="4850" y="3461"/>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49" name="任意多边形 393348"/>
            <p:cNvSpPr>
              <a:spLocks noEditPoints="1"/>
            </p:cNvSpPr>
            <p:nvPr/>
          </p:nvSpPr>
          <p:spPr>
            <a:xfrm>
              <a:off x="4850" y="3865"/>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50" name="矩形 393349"/>
            <p:cNvSpPr/>
            <p:nvPr/>
          </p:nvSpPr>
          <p:spPr>
            <a:xfrm>
              <a:off x="4850" y="4269"/>
              <a:ext cx="20" cy="51"/>
            </a:xfrm>
            <a:prstGeom prst="rect">
              <a:avLst/>
            </a:prstGeom>
            <a:solidFill>
              <a:schemeClr val="bg2">
                <a:alpha val="60001"/>
              </a:schemeClr>
            </a:solidFill>
            <a:ln w="0">
              <a:noFill/>
            </a:ln>
          </p:spPr>
          <p:txBody>
            <a:bodyPr/>
            <a:p>
              <a:endParaRPr lang="zh-CN" altLang="en-US"/>
            </a:p>
          </p:txBody>
        </p:sp>
        <p:sp>
          <p:nvSpPr>
            <p:cNvPr id="393351" name="矩形 393350"/>
            <p:cNvSpPr/>
            <p:nvPr/>
          </p:nvSpPr>
          <p:spPr>
            <a:xfrm>
              <a:off x="5300" y="23"/>
              <a:ext cx="20" cy="101"/>
            </a:xfrm>
            <a:prstGeom prst="rect">
              <a:avLst/>
            </a:prstGeom>
            <a:solidFill>
              <a:schemeClr val="bg2">
                <a:alpha val="60001"/>
              </a:schemeClr>
            </a:solidFill>
            <a:ln w="0">
              <a:noFill/>
            </a:ln>
          </p:spPr>
          <p:txBody>
            <a:bodyPr/>
            <a:p>
              <a:endParaRPr lang="zh-CN" altLang="en-US"/>
            </a:p>
          </p:txBody>
        </p:sp>
        <p:sp>
          <p:nvSpPr>
            <p:cNvPr id="393352" name="任意多边形 393351"/>
            <p:cNvSpPr>
              <a:spLocks noEditPoints="1"/>
            </p:cNvSpPr>
            <p:nvPr/>
          </p:nvSpPr>
          <p:spPr>
            <a:xfrm>
              <a:off x="5300" y="225"/>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53" name="任意多边形 393352"/>
            <p:cNvSpPr>
              <a:spLocks noEditPoints="1"/>
            </p:cNvSpPr>
            <p:nvPr/>
          </p:nvSpPr>
          <p:spPr>
            <a:xfrm>
              <a:off x="5300" y="630"/>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54" name="任意多边形 393353"/>
            <p:cNvSpPr>
              <a:spLocks noEditPoints="1"/>
            </p:cNvSpPr>
            <p:nvPr/>
          </p:nvSpPr>
          <p:spPr>
            <a:xfrm>
              <a:off x="5300" y="1034"/>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55" name="任意多边形 393354"/>
            <p:cNvSpPr>
              <a:spLocks noEditPoints="1"/>
            </p:cNvSpPr>
            <p:nvPr/>
          </p:nvSpPr>
          <p:spPr>
            <a:xfrm>
              <a:off x="5300" y="1438"/>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56" name="任意多边形 393355"/>
            <p:cNvSpPr>
              <a:spLocks noEditPoints="1"/>
            </p:cNvSpPr>
            <p:nvPr/>
          </p:nvSpPr>
          <p:spPr>
            <a:xfrm>
              <a:off x="5300" y="1843"/>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57" name="任意多边形 393356"/>
            <p:cNvSpPr>
              <a:spLocks noEditPoints="1"/>
            </p:cNvSpPr>
            <p:nvPr/>
          </p:nvSpPr>
          <p:spPr>
            <a:xfrm>
              <a:off x="5300" y="2247"/>
              <a:ext cx="20" cy="304"/>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58" name="任意多边形 393357"/>
            <p:cNvSpPr>
              <a:spLocks noEditPoints="1"/>
            </p:cNvSpPr>
            <p:nvPr/>
          </p:nvSpPr>
          <p:spPr>
            <a:xfrm>
              <a:off x="5300" y="2652"/>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59" name="任意多边形 393358"/>
            <p:cNvSpPr>
              <a:spLocks noEditPoints="1"/>
            </p:cNvSpPr>
            <p:nvPr/>
          </p:nvSpPr>
          <p:spPr>
            <a:xfrm>
              <a:off x="5300" y="3056"/>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60" name="任意多边形 393359"/>
            <p:cNvSpPr>
              <a:spLocks noEditPoints="1"/>
            </p:cNvSpPr>
            <p:nvPr/>
          </p:nvSpPr>
          <p:spPr>
            <a:xfrm>
              <a:off x="5300" y="3461"/>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61" name="任意多边形 393360"/>
            <p:cNvSpPr>
              <a:spLocks noEditPoints="1"/>
            </p:cNvSpPr>
            <p:nvPr/>
          </p:nvSpPr>
          <p:spPr>
            <a:xfrm>
              <a:off x="5300" y="3865"/>
              <a:ext cx="20" cy="303"/>
            </a:xfrm>
            <a:custGeom>
              <a:avLst/>
              <a:gdLst/>
              <a:ahLst/>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ln>
          </p:spPr>
          <p:txBody>
            <a:bodyPr/>
            <a:p>
              <a:endParaRPr lang="zh-CN" altLang="en-US"/>
            </a:p>
          </p:txBody>
        </p:sp>
        <p:sp>
          <p:nvSpPr>
            <p:cNvPr id="393362" name="矩形 393361"/>
            <p:cNvSpPr/>
            <p:nvPr/>
          </p:nvSpPr>
          <p:spPr>
            <a:xfrm>
              <a:off x="5300" y="4269"/>
              <a:ext cx="20" cy="51"/>
            </a:xfrm>
            <a:prstGeom prst="rect">
              <a:avLst/>
            </a:prstGeom>
            <a:solidFill>
              <a:schemeClr val="bg2">
                <a:alpha val="60001"/>
              </a:schemeClr>
            </a:solidFill>
            <a:ln w="0">
              <a:noFill/>
            </a:ln>
          </p:spPr>
          <p:txBody>
            <a:bodyPr/>
            <a:p>
              <a:endParaRPr lang="zh-CN" altLang="en-US"/>
            </a:p>
          </p:txBody>
        </p:sp>
        <p:sp>
          <p:nvSpPr>
            <p:cNvPr id="393363" name="任意多边形 393362"/>
            <p:cNvSpPr/>
            <p:nvPr/>
          </p:nvSpPr>
          <p:spPr>
            <a:xfrm>
              <a:off x="349" y="3304"/>
              <a:ext cx="20" cy="10"/>
            </a:xfrm>
            <a:custGeom>
              <a:avLst/>
              <a:gdLst/>
              <a:ahLst/>
              <a:cxnLst/>
              <a:pathLst>
                <a:path w="4" h="2">
                  <a:moveTo>
                    <a:pt x="0" y="1"/>
                  </a:moveTo>
                  <a:cubicBezTo>
                    <a:pt x="1" y="2"/>
                    <a:pt x="4" y="0"/>
                    <a:pt x="0" y="1"/>
                  </a:cubicBezTo>
                  <a:close/>
                </a:path>
              </a:pathLst>
            </a:custGeom>
            <a:solidFill>
              <a:schemeClr val="bg2">
                <a:alpha val="60001"/>
              </a:schemeClr>
            </a:solidFill>
            <a:ln w="0">
              <a:noFill/>
            </a:ln>
          </p:spPr>
          <p:txBody>
            <a:bodyPr/>
            <a:p>
              <a:endParaRPr lang="zh-CN" altLang="en-US"/>
            </a:p>
          </p:txBody>
        </p:sp>
      </p:grpSp>
      <p:grpSp>
        <p:nvGrpSpPr>
          <p:cNvPr id="393364" name="组合 393363"/>
          <p:cNvGrpSpPr/>
          <p:nvPr/>
        </p:nvGrpSpPr>
        <p:grpSpPr>
          <a:xfrm>
            <a:off x="1066800" y="3444875"/>
            <a:ext cx="533400" cy="492125"/>
            <a:chOff x="96" y="2784"/>
            <a:chExt cx="1062" cy="981"/>
          </a:xfrm>
        </p:grpSpPr>
        <p:sp>
          <p:nvSpPr>
            <p:cNvPr id="393365" name="任意多边形 393364"/>
            <p:cNvSpPr/>
            <p:nvPr userDrawn="1"/>
          </p:nvSpPr>
          <p:spPr>
            <a:xfrm>
              <a:off x="121" y="2784"/>
              <a:ext cx="207" cy="81"/>
            </a:xfrm>
            <a:custGeom>
              <a:avLst/>
              <a:gdLst/>
              <a:ahLst/>
              <a:cxnLst/>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p>
              <a:endParaRPr lang="zh-CN" altLang="en-US"/>
            </a:p>
          </p:txBody>
        </p:sp>
        <p:sp>
          <p:nvSpPr>
            <p:cNvPr id="393366" name="任意多边形 393365"/>
            <p:cNvSpPr>
              <a:spLocks noEditPoints="1"/>
            </p:cNvSpPr>
            <p:nvPr userDrawn="1"/>
          </p:nvSpPr>
          <p:spPr>
            <a:xfrm>
              <a:off x="96" y="2789"/>
              <a:ext cx="1062" cy="976"/>
            </a:xfrm>
            <a:custGeom>
              <a:avLst/>
              <a:gdLst/>
              <a:ahLst/>
              <a:cxnLst/>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p>
              <a:endParaRPr lang="zh-CN" altLang="en-US"/>
            </a:p>
          </p:txBody>
        </p:sp>
        <p:sp>
          <p:nvSpPr>
            <p:cNvPr id="393367" name="任意多边形 393366"/>
            <p:cNvSpPr/>
            <p:nvPr userDrawn="1"/>
          </p:nvSpPr>
          <p:spPr>
            <a:xfrm>
              <a:off x="348" y="3254"/>
              <a:ext cx="86" cy="102"/>
            </a:xfrm>
            <a:custGeom>
              <a:avLst/>
              <a:gdLst/>
              <a:ahLst/>
              <a:cxnLst/>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p>
              <a:endParaRPr lang="zh-CN" altLang="en-US"/>
            </a:p>
          </p:txBody>
        </p:sp>
        <p:sp>
          <p:nvSpPr>
            <p:cNvPr id="393368" name="任意多边形 393367"/>
            <p:cNvSpPr/>
            <p:nvPr userDrawn="1"/>
          </p:nvSpPr>
          <p:spPr>
            <a:xfrm>
              <a:off x="267" y="3295"/>
              <a:ext cx="76" cy="136"/>
            </a:xfrm>
            <a:custGeom>
              <a:avLst/>
              <a:gdLst/>
              <a:ahLst/>
              <a:cxnLst/>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p>
              <a:endParaRPr lang="zh-CN" altLang="en-US"/>
            </a:p>
          </p:txBody>
        </p:sp>
        <p:sp>
          <p:nvSpPr>
            <p:cNvPr id="393369" name="任意多边形 393368"/>
            <p:cNvSpPr/>
            <p:nvPr userDrawn="1"/>
          </p:nvSpPr>
          <p:spPr>
            <a:xfrm>
              <a:off x="222" y="3022"/>
              <a:ext cx="243" cy="116"/>
            </a:xfrm>
            <a:custGeom>
              <a:avLst/>
              <a:gdLst/>
              <a:ahLst/>
              <a:cxnLst/>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p>
              <a:endParaRPr lang="zh-CN" altLang="en-US"/>
            </a:p>
          </p:txBody>
        </p:sp>
        <p:sp>
          <p:nvSpPr>
            <p:cNvPr id="393370" name="任意多边形 393369"/>
            <p:cNvSpPr/>
            <p:nvPr userDrawn="1"/>
          </p:nvSpPr>
          <p:spPr>
            <a:xfrm>
              <a:off x="500" y="3345"/>
              <a:ext cx="177" cy="187"/>
            </a:xfrm>
            <a:custGeom>
              <a:avLst/>
              <a:gdLst/>
              <a:ahLst/>
              <a:cxnLst/>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p>
              <a:endParaRPr lang="zh-CN" altLang="en-US"/>
            </a:p>
          </p:txBody>
        </p:sp>
        <p:sp>
          <p:nvSpPr>
            <p:cNvPr id="393371" name="任意多边形 393370"/>
            <p:cNvSpPr/>
            <p:nvPr userDrawn="1"/>
          </p:nvSpPr>
          <p:spPr>
            <a:xfrm>
              <a:off x="905" y="3158"/>
              <a:ext cx="177" cy="36"/>
            </a:xfrm>
            <a:custGeom>
              <a:avLst/>
              <a:gdLst/>
              <a:ahLst/>
              <a:cxnLst/>
              <a:pathLst>
                <a:path w="35" h="7">
                  <a:moveTo>
                    <a:pt x="5" y="0"/>
                  </a:moveTo>
                  <a:cubicBezTo>
                    <a:pt x="0" y="0"/>
                    <a:pt x="7" y="7"/>
                    <a:pt x="14" y="5"/>
                  </a:cubicBezTo>
                  <a:cubicBezTo>
                    <a:pt x="35" y="1"/>
                    <a:pt x="5" y="0"/>
                    <a:pt x="5" y="0"/>
                  </a:cubicBezTo>
                  <a:close/>
                </a:path>
              </a:pathLst>
            </a:custGeom>
            <a:solidFill>
              <a:schemeClr val="accent2"/>
            </a:solidFill>
            <a:ln w="0">
              <a:noFill/>
            </a:ln>
          </p:spPr>
          <p:txBody>
            <a:bodyPr/>
            <a:p>
              <a:endParaRPr lang="zh-CN" altLang="en-US"/>
            </a:p>
          </p:txBody>
        </p:sp>
        <p:sp>
          <p:nvSpPr>
            <p:cNvPr id="393372" name="任意多边形 393371"/>
            <p:cNvSpPr/>
            <p:nvPr userDrawn="1"/>
          </p:nvSpPr>
          <p:spPr>
            <a:xfrm>
              <a:off x="965" y="3153"/>
              <a:ext cx="137" cy="81"/>
            </a:xfrm>
            <a:custGeom>
              <a:avLst/>
              <a:gdLst/>
              <a:ahLst/>
              <a:cxnLst/>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p>
              <a:endParaRPr lang="zh-CN" altLang="en-US"/>
            </a:p>
          </p:txBody>
        </p:sp>
        <p:sp>
          <p:nvSpPr>
            <p:cNvPr id="393373" name="任意多边形 393372"/>
            <p:cNvSpPr/>
            <p:nvPr userDrawn="1"/>
          </p:nvSpPr>
          <p:spPr>
            <a:xfrm>
              <a:off x="960" y="3204"/>
              <a:ext cx="177" cy="86"/>
            </a:xfrm>
            <a:custGeom>
              <a:avLst/>
              <a:gdLst/>
              <a:ahLst/>
              <a:cxnLst/>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p>
              <a:endParaRPr lang="zh-CN" altLang="en-US"/>
            </a:p>
          </p:txBody>
        </p:sp>
        <p:sp>
          <p:nvSpPr>
            <p:cNvPr id="393374" name="任意多边形 393373"/>
            <p:cNvSpPr/>
            <p:nvPr userDrawn="1"/>
          </p:nvSpPr>
          <p:spPr>
            <a:xfrm>
              <a:off x="844" y="3285"/>
              <a:ext cx="248" cy="60"/>
            </a:xfrm>
            <a:custGeom>
              <a:avLst/>
              <a:gdLst/>
              <a:ahLst/>
              <a:cxnLst/>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p>
              <a:endParaRPr lang="zh-CN" altLang="en-US"/>
            </a:p>
          </p:txBody>
        </p:sp>
        <p:sp>
          <p:nvSpPr>
            <p:cNvPr id="393375" name="任意多边形 393374"/>
            <p:cNvSpPr/>
            <p:nvPr userDrawn="1"/>
          </p:nvSpPr>
          <p:spPr>
            <a:xfrm>
              <a:off x="869" y="3340"/>
              <a:ext cx="203" cy="56"/>
            </a:xfrm>
            <a:custGeom>
              <a:avLst/>
              <a:gdLst/>
              <a:ahLst/>
              <a:cxnLst/>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p>
              <a:endParaRPr lang="zh-CN" altLang="en-US"/>
            </a:p>
          </p:txBody>
        </p:sp>
        <p:sp>
          <p:nvSpPr>
            <p:cNvPr id="393376" name="任意多边形 393375"/>
            <p:cNvSpPr/>
            <p:nvPr userDrawn="1"/>
          </p:nvSpPr>
          <p:spPr>
            <a:xfrm>
              <a:off x="859" y="3386"/>
              <a:ext cx="207" cy="172"/>
            </a:xfrm>
            <a:custGeom>
              <a:avLst/>
              <a:gdLst/>
              <a:ahLst/>
              <a:cxnLst/>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p>
              <a:endParaRPr lang="zh-CN" altLang="en-US"/>
            </a:p>
          </p:txBody>
        </p:sp>
        <p:sp>
          <p:nvSpPr>
            <p:cNvPr id="393377" name="任意多边形 393376"/>
            <p:cNvSpPr/>
            <p:nvPr userDrawn="1"/>
          </p:nvSpPr>
          <p:spPr>
            <a:xfrm>
              <a:off x="996" y="3305"/>
              <a:ext cx="126" cy="318"/>
            </a:xfrm>
            <a:custGeom>
              <a:avLst/>
              <a:gdLst/>
              <a:ahLst/>
              <a:cxnLst/>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p>
              <a:endParaRPr lang="zh-CN" altLang="en-US"/>
            </a:p>
          </p:txBody>
        </p:sp>
      </p:grpSp>
      <p:grpSp>
        <p:nvGrpSpPr>
          <p:cNvPr id="393378" name="组合 393377"/>
          <p:cNvGrpSpPr/>
          <p:nvPr/>
        </p:nvGrpSpPr>
        <p:grpSpPr>
          <a:xfrm>
            <a:off x="1066800" y="4552950"/>
            <a:ext cx="533400" cy="492125"/>
            <a:chOff x="96" y="2784"/>
            <a:chExt cx="1062" cy="981"/>
          </a:xfrm>
        </p:grpSpPr>
        <p:sp>
          <p:nvSpPr>
            <p:cNvPr id="393379" name="任意多边形 393378"/>
            <p:cNvSpPr/>
            <p:nvPr userDrawn="1"/>
          </p:nvSpPr>
          <p:spPr>
            <a:xfrm>
              <a:off x="121" y="2784"/>
              <a:ext cx="207" cy="81"/>
            </a:xfrm>
            <a:custGeom>
              <a:avLst/>
              <a:gdLst/>
              <a:ahLst/>
              <a:cxnLst/>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p>
              <a:endParaRPr lang="zh-CN" altLang="en-US"/>
            </a:p>
          </p:txBody>
        </p:sp>
        <p:sp>
          <p:nvSpPr>
            <p:cNvPr id="393380" name="任意多边形 393379"/>
            <p:cNvSpPr>
              <a:spLocks noEditPoints="1"/>
            </p:cNvSpPr>
            <p:nvPr userDrawn="1"/>
          </p:nvSpPr>
          <p:spPr>
            <a:xfrm>
              <a:off x="96" y="2789"/>
              <a:ext cx="1062" cy="976"/>
            </a:xfrm>
            <a:custGeom>
              <a:avLst/>
              <a:gdLst/>
              <a:ahLst/>
              <a:cxnLst/>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p>
              <a:endParaRPr lang="zh-CN" altLang="en-US"/>
            </a:p>
          </p:txBody>
        </p:sp>
        <p:sp>
          <p:nvSpPr>
            <p:cNvPr id="393381" name="任意多边形 393380"/>
            <p:cNvSpPr/>
            <p:nvPr userDrawn="1"/>
          </p:nvSpPr>
          <p:spPr>
            <a:xfrm>
              <a:off x="348" y="3254"/>
              <a:ext cx="86" cy="102"/>
            </a:xfrm>
            <a:custGeom>
              <a:avLst/>
              <a:gdLst/>
              <a:ahLst/>
              <a:cxnLst/>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p>
              <a:endParaRPr lang="zh-CN" altLang="en-US"/>
            </a:p>
          </p:txBody>
        </p:sp>
        <p:sp>
          <p:nvSpPr>
            <p:cNvPr id="393382" name="任意多边形 393381"/>
            <p:cNvSpPr/>
            <p:nvPr userDrawn="1"/>
          </p:nvSpPr>
          <p:spPr>
            <a:xfrm>
              <a:off x="267" y="3295"/>
              <a:ext cx="76" cy="136"/>
            </a:xfrm>
            <a:custGeom>
              <a:avLst/>
              <a:gdLst/>
              <a:ahLst/>
              <a:cxnLst/>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p>
              <a:endParaRPr lang="zh-CN" altLang="en-US"/>
            </a:p>
          </p:txBody>
        </p:sp>
        <p:sp>
          <p:nvSpPr>
            <p:cNvPr id="393383" name="任意多边形 393382"/>
            <p:cNvSpPr/>
            <p:nvPr userDrawn="1"/>
          </p:nvSpPr>
          <p:spPr>
            <a:xfrm>
              <a:off x="222" y="3022"/>
              <a:ext cx="243" cy="116"/>
            </a:xfrm>
            <a:custGeom>
              <a:avLst/>
              <a:gdLst/>
              <a:ahLst/>
              <a:cxnLst/>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p>
              <a:endParaRPr lang="zh-CN" altLang="en-US"/>
            </a:p>
          </p:txBody>
        </p:sp>
        <p:sp>
          <p:nvSpPr>
            <p:cNvPr id="393384" name="任意多边形 393383"/>
            <p:cNvSpPr/>
            <p:nvPr userDrawn="1"/>
          </p:nvSpPr>
          <p:spPr>
            <a:xfrm>
              <a:off x="500" y="3345"/>
              <a:ext cx="177" cy="187"/>
            </a:xfrm>
            <a:custGeom>
              <a:avLst/>
              <a:gdLst/>
              <a:ahLst/>
              <a:cxnLst/>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p>
              <a:endParaRPr lang="zh-CN" altLang="en-US"/>
            </a:p>
          </p:txBody>
        </p:sp>
        <p:sp>
          <p:nvSpPr>
            <p:cNvPr id="393385" name="任意多边形 393384"/>
            <p:cNvSpPr/>
            <p:nvPr userDrawn="1"/>
          </p:nvSpPr>
          <p:spPr>
            <a:xfrm>
              <a:off x="905" y="3158"/>
              <a:ext cx="177" cy="36"/>
            </a:xfrm>
            <a:custGeom>
              <a:avLst/>
              <a:gdLst/>
              <a:ahLst/>
              <a:cxnLst/>
              <a:pathLst>
                <a:path w="35" h="7">
                  <a:moveTo>
                    <a:pt x="5" y="0"/>
                  </a:moveTo>
                  <a:cubicBezTo>
                    <a:pt x="0" y="0"/>
                    <a:pt x="7" y="7"/>
                    <a:pt x="14" y="5"/>
                  </a:cubicBezTo>
                  <a:cubicBezTo>
                    <a:pt x="35" y="1"/>
                    <a:pt x="5" y="0"/>
                    <a:pt x="5" y="0"/>
                  </a:cubicBezTo>
                  <a:close/>
                </a:path>
              </a:pathLst>
            </a:custGeom>
            <a:solidFill>
              <a:schemeClr val="accent2"/>
            </a:solidFill>
            <a:ln w="0">
              <a:noFill/>
            </a:ln>
          </p:spPr>
          <p:txBody>
            <a:bodyPr/>
            <a:p>
              <a:endParaRPr lang="zh-CN" altLang="en-US"/>
            </a:p>
          </p:txBody>
        </p:sp>
        <p:sp>
          <p:nvSpPr>
            <p:cNvPr id="393386" name="任意多边形 393385"/>
            <p:cNvSpPr/>
            <p:nvPr userDrawn="1"/>
          </p:nvSpPr>
          <p:spPr>
            <a:xfrm>
              <a:off x="965" y="3153"/>
              <a:ext cx="137" cy="81"/>
            </a:xfrm>
            <a:custGeom>
              <a:avLst/>
              <a:gdLst/>
              <a:ahLst/>
              <a:cxnLst/>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p>
              <a:endParaRPr lang="zh-CN" altLang="en-US"/>
            </a:p>
          </p:txBody>
        </p:sp>
        <p:sp>
          <p:nvSpPr>
            <p:cNvPr id="393387" name="任意多边形 393386"/>
            <p:cNvSpPr/>
            <p:nvPr userDrawn="1"/>
          </p:nvSpPr>
          <p:spPr>
            <a:xfrm>
              <a:off x="960" y="3204"/>
              <a:ext cx="177" cy="86"/>
            </a:xfrm>
            <a:custGeom>
              <a:avLst/>
              <a:gdLst/>
              <a:ahLst/>
              <a:cxnLst/>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p>
              <a:endParaRPr lang="zh-CN" altLang="en-US"/>
            </a:p>
          </p:txBody>
        </p:sp>
        <p:sp>
          <p:nvSpPr>
            <p:cNvPr id="393388" name="任意多边形 393387"/>
            <p:cNvSpPr/>
            <p:nvPr userDrawn="1"/>
          </p:nvSpPr>
          <p:spPr>
            <a:xfrm>
              <a:off x="844" y="3285"/>
              <a:ext cx="248" cy="60"/>
            </a:xfrm>
            <a:custGeom>
              <a:avLst/>
              <a:gdLst/>
              <a:ahLst/>
              <a:cxnLst/>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p>
              <a:endParaRPr lang="zh-CN" altLang="en-US"/>
            </a:p>
          </p:txBody>
        </p:sp>
        <p:sp>
          <p:nvSpPr>
            <p:cNvPr id="393389" name="任意多边形 393388"/>
            <p:cNvSpPr/>
            <p:nvPr userDrawn="1"/>
          </p:nvSpPr>
          <p:spPr>
            <a:xfrm>
              <a:off x="869" y="3340"/>
              <a:ext cx="203" cy="56"/>
            </a:xfrm>
            <a:custGeom>
              <a:avLst/>
              <a:gdLst/>
              <a:ahLst/>
              <a:cxnLst/>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p>
              <a:endParaRPr lang="zh-CN" altLang="en-US"/>
            </a:p>
          </p:txBody>
        </p:sp>
        <p:sp>
          <p:nvSpPr>
            <p:cNvPr id="393390" name="任意多边形 393389"/>
            <p:cNvSpPr/>
            <p:nvPr userDrawn="1"/>
          </p:nvSpPr>
          <p:spPr>
            <a:xfrm>
              <a:off x="859" y="3386"/>
              <a:ext cx="207" cy="172"/>
            </a:xfrm>
            <a:custGeom>
              <a:avLst/>
              <a:gdLst/>
              <a:ahLst/>
              <a:cxnLst/>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p>
              <a:endParaRPr lang="zh-CN" altLang="en-US"/>
            </a:p>
          </p:txBody>
        </p:sp>
        <p:sp>
          <p:nvSpPr>
            <p:cNvPr id="393391" name="任意多边形 393390"/>
            <p:cNvSpPr/>
            <p:nvPr userDrawn="1"/>
          </p:nvSpPr>
          <p:spPr>
            <a:xfrm>
              <a:off x="996" y="3305"/>
              <a:ext cx="126" cy="318"/>
            </a:xfrm>
            <a:custGeom>
              <a:avLst/>
              <a:gdLst/>
              <a:ahLst/>
              <a:cxnLst/>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p>
              <a:endParaRPr lang="zh-CN" altLang="en-US"/>
            </a:p>
          </p:txBody>
        </p:sp>
      </p:grpSp>
      <p:grpSp>
        <p:nvGrpSpPr>
          <p:cNvPr id="393392" name="组合 393391"/>
          <p:cNvGrpSpPr/>
          <p:nvPr/>
        </p:nvGrpSpPr>
        <p:grpSpPr>
          <a:xfrm>
            <a:off x="1066800" y="5562600"/>
            <a:ext cx="533400" cy="492125"/>
            <a:chOff x="96" y="2784"/>
            <a:chExt cx="1062" cy="981"/>
          </a:xfrm>
        </p:grpSpPr>
        <p:sp>
          <p:nvSpPr>
            <p:cNvPr id="393393" name="任意多边形 393392"/>
            <p:cNvSpPr/>
            <p:nvPr userDrawn="1"/>
          </p:nvSpPr>
          <p:spPr>
            <a:xfrm>
              <a:off x="121" y="2784"/>
              <a:ext cx="207" cy="81"/>
            </a:xfrm>
            <a:custGeom>
              <a:avLst/>
              <a:gdLst/>
              <a:ahLst/>
              <a:cxnLst/>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p>
              <a:endParaRPr lang="zh-CN" altLang="en-US"/>
            </a:p>
          </p:txBody>
        </p:sp>
        <p:sp>
          <p:nvSpPr>
            <p:cNvPr id="393394" name="任意多边形 393393"/>
            <p:cNvSpPr>
              <a:spLocks noEditPoints="1"/>
            </p:cNvSpPr>
            <p:nvPr userDrawn="1"/>
          </p:nvSpPr>
          <p:spPr>
            <a:xfrm>
              <a:off x="96" y="2789"/>
              <a:ext cx="1062" cy="976"/>
            </a:xfrm>
            <a:custGeom>
              <a:avLst/>
              <a:gdLst/>
              <a:ahLst/>
              <a:cxnLst/>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p>
              <a:endParaRPr lang="zh-CN" altLang="en-US"/>
            </a:p>
          </p:txBody>
        </p:sp>
        <p:sp>
          <p:nvSpPr>
            <p:cNvPr id="393395" name="任意多边形 393394"/>
            <p:cNvSpPr/>
            <p:nvPr userDrawn="1"/>
          </p:nvSpPr>
          <p:spPr>
            <a:xfrm>
              <a:off x="348" y="3254"/>
              <a:ext cx="86" cy="102"/>
            </a:xfrm>
            <a:custGeom>
              <a:avLst/>
              <a:gdLst/>
              <a:ahLst/>
              <a:cxnLst/>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p>
              <a:endParaRPr lang="zh-CN" altLang="en-US"/>
            </a:p>
          </p:txBody>
        </p:sp>
        <p:sp>
          <p:nvSpPr>
            <p:cNvPr id="393396" name="任意多边形 393395"/>
            <p:cNvSpPr/>
            <p:nvPr userDrawn="1"/>
          </p:nvSpPr>
          <p:spPr>
            <a:xfrm>
              <a:off x="267" y="3295"/>
              <a:ext cx="76" cy="136"/>
            </a:xfrm>
            <a:custGeom>
              <a:avLst/>
              <a:gdLst/>
              <a:ahLst/>
              <a:cxnLst/>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p>
              <a:endParaRPr lang="zh-CN" altLang="en-US"/>
            </a:p>
          </p:txBody>
        </p:sp>
        <p:sp>
          <p:nvSpPr>
            <p:cNvPr id="393397" name="任意多边形 393396"/>
            <p:cNvSpPr/>
            <p:nvPr userDrawn="1"/>
          </p:nvSpPr>
          <p:spPr>
            <a:xfrm>
              <a:off x="222" y="3022"/>
              <a:ext cx="243" cy="116"/>
            </a:xfrm>
            <a:custGeom>
              <a:avLst/>
              <a:gdLst/>
              <a:ahLst/>
              <a:cxnLst/>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p>
              <a:endParaRPr lang="zh-CN" altLang="en-US"/>
            </a:p>
          </p:txBody>
        </p:sp>
        <p:sp>
          <p:nvSpPr>
            <p:cNvPr id="393398" name="任意多边形 393397"/>
            <p:cNvSpPr/>
            <p:nvPr userDrawn="1"/>
          </p:nvSpPr>
          <p:spPr>
            <a:xfrm>
              <a:off x="500" y="3345"/>
              <a:ext cx="177" cy="187"/>
            </a:xfrm>
            <a:custGeom>
              <a:avLst/>
              <a:gdLst/>
              <a:ahLst/>
              <a:cxnLst/>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p>
              <a:endParaRPr lang="zh-CN" altLang="en-US"/>
            </a:p>
          </p:txBody>
        </p:sp>
        <p:sp>
          <p:nvSpPr>
            <p:cNvPr id="393399" name="任意多边形 393398"/>
            <p:cNvSpPr/>
            <p:nvPr userDrawn="1"/>
          </p:nvSpPr>
          <p:spPr>
            <a:xfrm>
              <a:off x="905" y="3158"/>
              <a:ext cx="177" cy="36"/>
            </a:xfrm>
            <a:custGeom>
              <a:avLst/>
              <a:gdLst/>
              <a:ahLst/>
              <a:cxnLst/>
              <a:pathLst>
                <a:path w="35" h="7">
                  <a:moveTo>
                    <a:pt x="5" y="0"/>
                  </a:moveTo>
                  <a:cubicBezTo>
                    <a:pt x="0" y="0"/>
                    <a:pt x="7" y="7"/>
                    <a:pt x="14" y="5"/>
                  </a:cubicBezTo>
                  <a:cubicBezTo>
                    <a:pt x="35" y="1"/>
                    <a:pt x="5" y="0"/>
                    <a:pt x="5" y="0"/>
                  </a:cubicBezTo>
                  <a:close/>
                </a:path>
              </a:pathLst>
            </a:custGeom>
            <a:solidFill>
              <a:schemeClr val="accent2"/>
            </a:solidFill>
            <a:ln w="0">
              <a:noFill/>
            </a:ln>
          </p:spPr>
          <p:txBody>
            <a:bodyPr/>
            <a:p>
              <a:endParaRPr lang="zh-CN" altLang="en-US"/>
            </a:p>
          </p:txBody>
        </p:sp>
        <p:sp>
          <p:nvSpPr>
            <p:cNvPr id="393400" name="任意多边形 393399"/>
            <p:cNvSpPr/>
            <p:nvPr userDrawn="1"/>
          </p:nvSpPr>
          <p:spPr>
            <a:xfrm>
              <a:off x="965" y="3153"/>
              <a:ext cx="137" cy="81"/>
            </a:xfrm>
            <a:custGeom>
              <a:avLst/>
              <a:gdLst/>
              <a:ahLst/>
              <a:cxnLst/>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p>
              <a:endParaRPr lang="zh-CN" altLang="en-US"/>
            </a:p>
          </p:txBody>
        </p:sp>
        <p:sp>
          <p:nvSpPr>
            <p:cNvPr id="393401" name="任意多边形 393400"/>
            <p:cNvSpPr/>
            <p:nvPr userDrawn="1"/>
          </p:nvSpPr>
          <p:spPr>
            <a:xfrm>
              <a:off x="960" y="3204"/>
              <a:ext cx="177" cy="86"/>
            </a:xfrm>
            <a:custGeom>
              <a:avLst/>
              <a:gdLst/>
              <a:ahLst/>
              <a:cxnLst/>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p>
              <a:endParaRPr lang="zh-CN" altLang="en-US"/>
            </a:p>
          </p:txBody>
        </p:sp>
        <p:sp>
          <p:nvSpPr>
            <p:cNvPr id="393402" name="任意多边形 393401"/>
            <p:cNvSpPr/>
            <p:nvPr userDrawn="1"/>
          </p:nvSpPr>
          <p:spPr>
            <a:xfrm>
              <a:off x="844" y="3285"/>
              <a:ext cx="248" cy="60"/>
            </a:xfrm>
            <a:custGeom>
              <a:avLst/>
              <a:gdLst/>
              <a:ahLst/>
              <a:cxnLst/>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p>
              <a:endParaRPr lang="zh-CN" altLang="en-US"/>
            </a:p>
          </p:txBody>
        </p:sp>
        <p:sp>
          <p:nvSpPr>
            <p:cNvPr id="393403" name="任意多边形 393402"/>
            <p:cNvSpPr/>
            <p:nvPr userDrawn="1"/>
          </p:nvSpPr>
          <p:spPr>
            <a:xfrm>
              <a:off x="869" y="3340"/>
              <a:ext cx="203" cy="56"/>
            </a:xfrm>
            <a:custGeom>
              <a:avLst/>
              <a:gdLst/>
              <a:ahLst/>
              <a:cxnLst/>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p>
              <a:endParaRPr lang="zh-CN" altLang="en-US"/>
            </a:p>
          </p:txBody>
        </p:sp>
        <p:sp>
          <p:nvSpPr>
            <p:cNvPr id="393404" name="任意多边形 393403"/>
            <p:cNvSpPr/>
            <p:nvPr userDrawn="1"/>
          </p:nvSpPr>
          <p:spPr>
            <a:xfrm>
              <a:off x="859" y="3386"/>
              <a:ext cx="207" cy="172"/>
            </a:xfrm>
            <a:custGeom>
              <a:avLst/>
              <a:gdLst/>
              <a:ahLst/>
              <a:cxnLst/>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p>
              <a:endParaRPr lang="zh-CN" altLang="en-US"/>
            </a:p>
          </p:txBody>
        </p:sp>
        <p:sp>
          <p:nvSpPr>
            <p:cNvPr id="393405" name="任意多边形 393404"/>
            <p:cNvSpPr/>
            <p:nvPr userDrawn="1"/>
          </p:nvSpPr>
          <p:spPr>
            <a:xfrm>
              <a:off x="996" y="3305"/>
              <a:ext cx="126" cy="318"/>
            </a:xfrm>
            <a:custGeom>
              <a:avLst/>
              <a:gdLst/>
              <a:ahLst/>
              <a:cxnLst/>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p>
              <a:endParaRPr lang="zh-CN" altLang="en-US"/>
            </a:p>
          </p:txBody>
        </p:sp>
      </p:grpSp>
      <p:grpSp>
        <p:nvGrpSpPr>
          <p:cNvPr id="393406" name="组合 393405"/>
          <p:cNvGrpSpPr/>
          <p:nvPr/>
        </p:nvGrpSpPr>
        <p:grpSpPr>
          <a:xfrm>
            <a:off x="381000" y="3962400"/>
            <a:ext cx="533400" cy="492125"/>
            <a:chOff x="96" y="2784"/>
            <a:chExt cx="1062" cy="981"/>
          </a:xfrm>
        </p:grpSpPr>
        <p:sp>
          <p:nvSpPr>
            <p:cNvPr id="393407" name="任意多边形 393406"/>
            <p:cNvSpPr/>
            <p:nvPr userDrawn="1"/>
          </p:nvSpPr>
          <p:spPr>
            <a:xfrm>
              <a:off x="121" y="2784"/>
              <a:ext cx="207" cy="81"/>
            </a:xfrm>
            <a:custGeom>
              <a:avLst/>
              <a:gdLst/>
              <a:ahLst/>
              <a:cxnLst/>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p>
              <a:endParaRPr lang="zh-CN" altLang="en-US"/>
            </a:p>
          </p:txBody>
        </p:sp>
        <p:sp>
          <p:nvSpPr>
            <p:cNvPr id="393408" name="任意多边形 393407"/>
            <p:cNvSpPr>
              <a:spLocks noEditPoints="1"/>
            </p:cNvSpPr>
            <p:nvPr userDrawn="1"/>
          </p:nvSpPr>
          <p:spPr>
            <a:xfrm>
              <a:off x="96" y="2789"/>
              <a:ext cx="1062" cy="976"/>
            </a:xfrm>
            <a:custGeom>
              <a:avLst/>
              <a:gdLst/>
              <a:ahLst/>
              <a:cxnLst/>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p>
              <a:endParaRPr lang="zh-CN" altLang="en-US"/>
            </a:p>
          </p:txBody>
        </p:sp>
        <p:sp>
          <p:nvSpPr>
            <p:cNvPr id="393409" name="任意多边形 393408"/>
            <p:cNvSpPr/>
            <p:nvPr userDrawn="1"/>
          </p:nvSpPr>
          <p:spPr>
            <a:xfrm>
              <a:off x="348" y="3254"/>
              <a:ext cx="86" cy="102"/>
            </a:xfrm>
            <a:custGeom>
              <a:avLst/>
              <a:gdLst/>
              <a:ahLst/>
              <a:cxnLst/>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p>
              <a:endParaRPr lang="zh-CN" altLang="en-US"/>
            </a:p>
          </p:txBody>
        </p:sp>
        <p:sp>
          <p:nvSpPr>
            <p:cNvPr id="393410" name="任意多边形 393409"/>
            <p:cNvSpPr/>
            <p:nvPr userDrawn="1"/>
          </p:nvSpPr>
          <p:spPr>
            <a:xfrm>
              <a:off x="267" y="3295"/>
              <a:ext cx="76" cy="136"/>
            </a:xfrm>
            <a:custGeom>
              <a:avLst/>
              <a:gdLst/>
              <a:ahLst/>
              <a:cxnLst/>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p>
              <a:endParaRPr lang="zh-CN" altLang="en-US"/>
            </a:p>
          </p:txBody>
        </p:sp>
        <p:sp>
          <p:nvSpPr>
            <p:cNvPr id="393411" name="任意多边形 393410"/>
            <p:cNvSpPr/>
            <p:nvPr userDrawn="1"/>
          </p:nvSpPr>
          <p:spPr>
            <a:xfrm>
              <a:off x="222" y="3022"/>
              <a:ext cx="243" cy="116"/>
            </a:xfrm>
            <a:custGeom>
              <a:avLst/>
              <a:gdLst/>
              <a:ahLst/>
              <a:cxnLst/>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p>
              <a:endParaRPr lang="zh-CN" altLang="en-US"/>
            </a:p>
          </p:txBody>
        </p:sp>
        <p:sp>
          <p:nvSpPr>
            <p:cNvPr id="393412" name="任意多边形 393411"/>
            <p:cNvSpPr/>
            <p:nvPr userDrawn="1"/>
          </p:nvSpPr>
          <p:spPr>
            <a:xfrm>
              <a:off x="500" y="3345"/>
              <a:ext cx="177" cy="187"/>
            </a:xfrm>
            <a:custGeom>
              <a:avLst/>
              <a:gdLst/>
              <a:ahLst/>
              <a:cxnLst/>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p>
              <a:endParaRPr lang="zh-CN" altLang="en-US"/>
            </a:p>
          </p:txBody>
        </p:sp>
        <p:sp>
          <p:nvSpPr>
            <p:cNvPr id="393413" name="任意多边形 393412"/>
            <p:cNvSpPr/>
            <p:nvPr userDrawn="1"/>
          </p:nvSpPr>
          <p:spPr>
            <a:xfrm>
              <a:off x="905" y="3158"/>
              <a:ext cx="177" cy="36"/>
            </a:xfrm>
            <a:custGeom>
              <a:avLst/>
              <a:gdLst/>
              <a:ahLst/>
              <a:cxnLst/>
              <a:pathLst>
                <a:path w="35" h="7">
                  <a:moveTo>
                    <a:pt x="5" y="0"/>
                  </a:moveTo>
                  <a:cubicBezTo>
                    <a:pt x="0" y="0"/>
                    <a:pt x="7" y="7"/>
                    <a:pt x="14" y="5"/>
                  </a:cubicBezTo>
                  <a:cubicBezTo>
                    <a:pt x="35" y="1"/>
                    <a:pt x="5" y="0"/>
                    <a:pt x="5" y="0"/>
                  </a:cubicBezTo>
                  <a:close/>
                </a:path>
              </a:pathLst>
            </a:custGeom>
            <a:solidFill>
              <a:schemeClr val="accent2"/>
            </a:solidFill>
            <a:ln w="0">
              <a:noFill/>
            </a:ln>
          </p:spPr>
          <p:txBody>
            <a:bodyPr/>
            <a:p>
              <a:endParaRPr lang="zh-CN" altLang="en-US"/>
            </a:p>
          </p:txBody>
        </p:sp>
        <p:sp>
          <p:nvSpPr>
            <p:cNvPr id="393414" name="任意多边形 393413"/>
            <p:cNvSpPr/>
            <p:nvPr userDrawn="1"/>
          </p:nvSpPr>
          <p:spPr>
            <a:xfrm>
              <a:off x="965" y="3153"/>
              <a:ext cx="137" cy="81"/>
            </a:xfrm>
            <a:custGeom>
              <a:avLst/>
              <a:gdLst/>
              <a:ahLst/>
              <a:cxnLst/>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p>
              <a:endParaRPr lang="zh-CN" altLang="en-US"/>
            </a:p>
          </p:txBody>
        </p:sp>
        <p:sp>
          <p:nvSpPr>
            <p:cNvPr id="393415" name="任意多边形 393414"/>
            <p:cNvSpPr/>
            <p:nvPr userDrawn="1"/>
          </p:nvSpPr>
          <p:spPr>
            <a:xfrm>
              <a:off x="960" y="3204"/>
              <a:ext cx="177" cy="86"/>
            </a:xfrm>
            <a:custGeom>
              <a:avLst/>
              <a:gdLst/>
              <a:ahLst/>
              <a:cxnLst/>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p>
              <a:endParaRPr lang="zh-CN" altLang="en-US"/>
            </a:p>
          </p:txBody>
        </p:sp>
        <p:sp>
          <p:nvSpPr>
            <p:cNvPr id="393416" name="任意多边形 393415"/>
            <p:cNvSpPr/>
            <p:nvPr userDrawn="1"/>
          </p:nvSpPr>
          <p:spPr>
            <a:xfrm>
              <a:off x="844" y="3285"/>
              <a:ext cx="248" cy="60"/>
            </a:xfrm>
            <a:custGeom>
              <a:avLst/>
              <a:gdLst/>
              <a:ahLst/>
              <a:cxnLst/>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p>
              <a:endParaRPr lang="zh-CN" altLang="en-US"/>
            </a:p>
          </p:txBody>
        </p:sp>
        <p:sp>
          <p:nvSpPr>
            <p:cNvPr id="393417" name="任意多边形 393416"/>
            <p:cNvSpPr/>
            <p:nvPr userDrawn="1"/>
          </p:nvSpPr>
          <p:spPr>
            <a:xfrm>
              <a:off x="869" y="3340"/>
              <a:ext cx="203" cy="56"/>
            </a:xfrm>
            <a:custGeom>
              <a:avLst/>
              <a:gdLst/>
              <a:ahLst/>
              <a:cxnLst/>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p>
              <a:endParaRPr lang="zh-CN" altLang="en-US"/>
            </a:p>
          </p:txBody>
        </p:sp>
        <p:sp>
          <p:nvSpPr>
            <p:cNvPr id="393418" name="任意多边形 393417"/>
            <p:cNvSpPr/>
            <p:nvPr userDrawn="1"/>
          </p:nvSpPr>
          <p:spPr>
            <a:xfrm>
              <a:off x="859" y="3386"/>
              <a:ext cx="207" cy="172"/>
            </a:xfrm>
            <a:custGeom>
              <a:avLst/>
              <a:gdLst/>
              <a:ahLst/>
              <a:cxnLst/>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p>
              <a:endParaRPr lang="zh-CN" altLang="en-US"/>
            </a:p>
          </p:txBody>
        </p:sp>
        <p:sp>
          <p:nvSpPr>
            <p:cNvPr id="393419" name="任意多边形 393418"/>
            <p:cNvSpPr/>
            <p:nvPr userDrawn="1"/>
          </p:nvSpPr>
          <p:spPr>
            <a:xfrm>
              <a:off x="996" y="3305"/>
              <a:ext cx="126" cy="318"/>
            </a:xfrm>
            <a:custGeom>
              <a:avLst/>
              <a:gdLst/>
              <a:ahLst/>
              <a:cxnLst/>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p>
              <a:endParaRPr lang="zh-CN" altLang="en-US"/>
            </a:p>
          </p:txBody>
        </p:sp>
      </p:grpSp>
      <p:grpSp>
        <p:nvGrpSpPr>
          <p:cNvPr id="393420" name="组合 393419"/>
          <p:cNvGrpSpPr/>
          <p:nvPr/>
        </p:nvGrpSpPr>
        <p:grpSpPr>
          <a:xfrm>
            <a:off x="381000" y="5070475"/>
            <a:ext cx="533400" cy="492125"/>
            <a:chOff x="96" y="2784"/>
            <a:chExt cx="1062" cy="981"/>
          </a:xfrm>
        </p:grpSpPr>
        <p:sp>
          <p:nvSpPr>
            <p:cNvPr id="393421" name="任意多边形 393420"/>
            <p:cNvSpPr/>
            <p:nvPr userDrawn="1"/>
          </p:nvSpPr>
          <p:spPr>
            <a:xfrm>
              <a:off x="121" y="2784"/>
              <a:ext cx="207" cy="81"/>
            </a:xfrm>
            <a:custGeom>
              <a:avLst/>
              <a:gdLst/>
              <a:ahLst/>
              <a:cxnLst/>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p>
              <a:endParaRPr lang="zh-CN" altLang="en-US"/>
            </a:p>
          </p:txBody>
        </p:sp>
        <p:sp>
          <p:nvSpPr>
            <p:cNvPr id="393422" name="任意多边形 393421"/>
            <p:cNvSpPr>
              <a:spLocks noEditPoints="1"/>
            </p:cNvSpPr>
            <p:nvPr userDrawn="1"/>
          </p:nvSpPr>
          <p:spPr>
            <a:xfrm>
              <a:off x="96" y="2789"/>
              <a:ext cx="1062" cy="976"/>
            </a:xfrm>
            <a:custGeom>
              <a:avLst/>
              <a:gdLst/>
              <a:ahLst/>
              <a:cxnLst/>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p>
              <a:endParaRPr lang="zh-CN" altLang="en-US"/>
            </a:p>
          </p:txBody>
        </p:sp>
        <p:sp>
          <p:nvSpPr>
            <p:cNvPr id="393423" name="任意多边形 393422"/>
            <p:cNvSpPr/>
            <p:nvPr userDrawn="1"/>
          </p:nvSpPr>
          <p:spPr>
            <a:xfrm>
              <a:off x="348" y="3254"/>
              <a:ext cx="86" cy="102"/>
            </a:xfrm>
            <a:custGeom>
              <a:avLst/>
              <a:gdLst/>
              <a:ahLst/>
              <a:cxnLst/>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p>
              <a:endParaRPr lang="zh-CN" altLang="en-US"/>
            </a:p>
          </p:txBody>
        </p:sp>
        <p:sp>
          <p:nvSpPr>
            <p:cNvPr id="393424" name="任意多边形 393423"/>
            <p:cNvSpPr/>
            <p:nvPr userDrawn="1"/>
          </p:nvSpPr>
          <p:spPr>
            <a:xfrm>
              <a:off x="267" y="3295"/>
              <a:ext cx="76" cy="136"/>
            </a:xfrm>
            <a:custGeom>
              <a:avLst/>
              <a:gdLst/>
              <a:ahLst/>
              <a:cxnLst/>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p>
              <a:endParaRPr lang="zh-CN" altLang="en-US"/>
            </a:p>
          </p:txBody>
        </p:sp>
        <p:sp>
          <p:nvSpPr>
            <p:cNvPr id="393425" name="任意多边形 393424"/>
            <p:cNvSpPr/>
            <p:nvPr userDrawn="1"/>
          </p:nvSpPr>
          <p:spPr>
            <a:xfrm>
              <a:off x="222" y="3022"/>
              <a:ext cx="243" cy="116"/>
            </a:xfrm>
            <a:custGeom>
              <a:avLst/>
              <a:gdLst/>
              <a:ahLst/>
              <a:cxnLst/>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p>
              <a:endParaRPr lang="zh-CN" altLang="en-US"/>
            </a:p>
          </p:txBody>
        </p:sp>
        <p:sp>
          <p:nvSpPr>
            <p:cNvPr id="393426" name="任意多边形 393425"/>
            <p:cNvSpPr/>
            <p:nvPr userDrawn="1"/>
          </p:nvSpPr>
          <p:spPr>
            <a:xfrm>
              <a:off x="500" y="3345"/>
              <a:ext cx="177" cy="187"/>
            </a:xfrm>
            <a:custGeom>
              <a:avLst/>
              <a:gdLst/>
              <a:ahLst/>
              <a:cxnLst/>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p>
              <a:endParaRPr lang="zh-CN" altLang="en-US"/>
            </a:p>
          </p:txBody>
        </p:sp>
        <p:sp>
          <p:nvSpPr>
            <p:cNvPr id="393427" name="任意多边形 393426"/>
            <p:cNvSpPr/>
            <p:nvPr userDrawn="1"/>
          </p:nvSpPr>
          <p:spPr>
            <a:xfrm>
              <a:off x="905" y="3158"/>
              <a:ext cx="177" cy="36"/>
            </a:xfrm>
            <a:custGeom>
              <a:avLst/>
              <a:gdLst/>
              <a:ahLst/>
              <a:cxnLst/>
              <a:pathLst>
                <a:path w="35" h="7">
                  <a:moveTo>
                    <a:pt x="5" y="0"/>
                  </a:moveTo>
                  <a:cubicBezTo>
                    <a:pt x="0" y="0"/>
                    <a:pt x="7" y="7"/>
                    <a:pt x="14" y="5"/>
                  </a:cubicBezTo>
                  <a:cubicBezTo>
                    <a:pt x="35" y="1"/>
                    <a:pt x="5" y="0"/>
                    <a:pt x="5" y="0"/>
                  </a:cubicBezTo>
                  <a:close/>
                </a:path>
              </a:pathLst>
            </a:custGeom>
            <a:solidFill>
              <a:schemeClr val="accent2"/>
            </a:solidFill>
            <a:ln w="0">
              <a:noFill/>
            </a:ln>
          </p:spPr>
          <p:txBody>
            <a:bodyPr/>
            <a:p>
              <a:endParaRPr lang="zh-CN" altLang="en-US"/>
            </a:p>
          </p:txBody>
        </p:sp>
        <p:sp>
          <p:nvSpPr>
            <p:cNvPr id="393428" name="任意多边形 393427"/>
            <p:cNvSpPr/>
            <p:nvPr userDrawn="1"/>
          </p:nvSpPr>
          <p:spPr>
            <a:xfrm>
              <a:off x="965" y="3153"/>
              <a:ext cx="137" cy="81"/>
            </a:xfrm>
            <a:custGeom>
              <a:avLst/>
              <a:gdLst/>
              <a:ahLst/>
              <a:cxnLst/>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p>
              <a:endParaRPr lang="zh-CN" altLang="en-US"/>
            </a:p>
          </p:txBody>
        </p:sp>
        <p:sp>
          <p:nvSpPr>
            <p:cNvPr id="393429" name="任意多边形 393428"/>
            <p:cNvSpPr/>
            <p:nvPr userDrawn="1"/>
          </p:nvSpPr>
          <p:spPr>
            <a:xfrm>
              <a:off x="960" y="3204"/>
              <a:ext cx="177" cy="86"/>
            </a:xfrm>
            <a:custGeom>
              <a:avLst/>
              <a:gdLst/>
              <a:ahLst/>
              <a:cxnLst/>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p>
              <a:endParaRPr lang="zh-CN" altLang="en-US"/>
            </a:p>
          </p:txBody>
        </p:sp>
        <p:sp>
          <p:nvSpPr>
            <p:cNvPr id="393430" name="任意多边形 393429"/>
            <p:cNvSpPr/>
            <p:nvPr userDrawn="1"/>
          </p:nvSpPr>
          <p:spPr>
            <a:xfrm>
              <a:off x="844" y="3285"/>
              <a:ext cx="248" cy="60"/>
            </a:xfrm>
            <a:custGeom>
              <a:avLst/>
              <a:gdLst/>
              <a:ahLst/>
              <a:cxnLst/>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p>
              <a:endParaRPr lang="zh-CN" altLang="en-US"/>
            </a:p>
          </p:txBody>
        </p:sp>
        <p:sp>
          <p:nvSpPr>
            <p:cNvPr id="393431" name="任意多边形 393430"/>
            <p:cNvSpPr/>
            <p:nvPr userDrawn="1"/>
          </p:nvSpPr>
          <p:spPr>
            <a:xfrm>
              <a:off x="869" y="3340"/>
              <a:ext cx="203" cy="56"/>
            </a:xfrm>
            <a:custGeom>
              <a:avLst/>
              <a:gdLst/>
              <a:ahLst/>
              <a:cxnLst/>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p>
              <a:endParaRPr lang="zh-CN" altLang="en-US"/>
            </a:p>
          </p:txBody>
        </p:sp>
        <p:sp>
          <p:nvSpPr>
            <p:cNvPr id="393432" name="任意多边形 393431"/>
            <p:cNvSpPr/>
            <p:nvPr userDrawn="1"/>
          </p:nvSpPr>
          <p:spPr>
            <a:xfrm>
              <a:off x="859" y="3386"/>
              <a:ext cx="207" cy="172"/>
            </a:xfrm>
            <a:custGeom>
              <a:avLst/>
              <a:gdLst/>
              <a:ahLst/>
              <a:cxnLst/>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p>
              <a:endParaRPr lang="zh-CN" altLang="en-US"/>
            </a:p>
          </p:txBody>
        </p:sp>
        <p:sp>
          <p:nvSpPr>
            <p:cNvPr id="393433" name="任意多边形 393432"/>
            <p:cNvSpPr/>
            <p:nvPr userDrawn="1"/>
          </p:nvSpPr>
          <p:spPr>
            <a:xfrm>
              <a:off x="996" y="3305"/>
              <a:ext cx="126" cy="318"/>
            </a:xfrm>
            <a:custGeom>
              <a:avLst/>
              <a:gdLst/>
              <a:ahLst/>
              <a:cxnLst/>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p>
              <a:endParaRPr lang="zh-CN" altLang="en-US"/>
            </a:p>
          </p:txBody>
        </p:sp>
      </p:grpSp>
      <p:grpSp>
        <p:nvGrpSpPr>
          <p:cNvPr id="393434" name="组合 393433"/>
          <p:cNvGrpSpPr/>
          <p:nvPr/>
        </p:nvGrpSpPr>
        <p:grpSpPr>
          <a:xfrm>
            <a:off x="381000" y="6121400"/>
            <a:ext cx="533400" cy="492125"/>
            <a:chOff x="96" y="2784"/>
            <a:chExt cx="1062" cy="981"/>
          </a:xfrm>
        </p:grpSpPr>
        <p:sp>
          <p:nvSpPr>
            <p:cNvPr id="393435" name="任意多边形 393434"/>
            <p:cNvSpPr/>
            <p:nvPr userDrawn="1"/>
          </p:nvSpPr>
          <p:spPr>
            <a:xfrm>
              <a:off x="121" y="2784"/>
              <a:ext cx="207" cy="81"/>
            </a:xfrm>
            <a:custGeom>
              <a:avLst/>
              <a:gdLst/>
              <a:ahLst/>
              <a:cxnLst/>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p>
              <a:endParaRPr lang="zh-CN" altLang="en-US"/>
            </a:p>
          </p:txBody>
        </p:sp>
        <p:sp>
          <p:nvSpPr>
            <p:cNvPr id="393436" name="任意多边形 393435"/>
            <p:cNvSpPr>
              <a:spLocks noEditPoints="1"/>
            </p:cNvSpPr>
            <p:nvPr userDrawn="1"/>
          </p:nvSpPr>
          <p:spPr>
            <a:xfrm>
              <a:off x="96" y="2789"/>
              <a:ext cx="1062" cy="976"/>
            </a:xfrm>
            <a:custGeom>
              <a:avLst/>
              <a:gdLst/>
              <a:ahLst/>
              <a:cxnLst/>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p>
              <a:endParaRPr lang="zh-CN" altLang="en-US"/>
            </a:p>
          </p:txBody>
        </p:sp>
        <p:sp>
          <p:nvSpPr>
            <p:cNvPr id="393437" name="任意多边形 393436"/>
            <p:cNvSpPr/>
            <p:nvPr userDrawn="1"/>
          </p:nvSpPr>
          <p:spPr>
            <a:xfrm>
              <a:off x="348" y="3254"/>
              <a:ext cx="86" cy="102"/>
            </a:xfrm>
            <a:custGeom>
              <a:avLst/>
              <a:gdLst/>
              <a:ahLst/>
              <a:cxnLst/>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p>
              <a:endParaRPr lang="zh-CN" altLang="en-US"/>
            </a:p>
          </p:txBody>
        </p:sp>
        <p:sp>
          <p:nvSpPr>
            <p:cNvPr id="393438" name="任意多边形 393437"/>
            <p:cNvSpPr/>
            <p:nvPr userDrawn="1"/>
          </p:nvSpPr>
          <p:spPr>
            <a:xfrm>
              <a:off x="267" y="3295"/>
              <a:ext cx="76" cy="136"/>
            </a:xfrm>
            <a:custGeom>
              <a:avLst/>
              <a:gdLst/>
              <a:ahLst/>
              <a:cxnLst/>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p>
              <a:endParaRPr lang="zh-CN" altLang="en-US"/>
            </a:p>
          </p:txBody>
        </p:sp>
        <p:sp>
          <p:nvSpPr>
            <p:cNvPr id="393439" name="任意多边形 393438"/>
            <p:cNvSpPr/>
            <p:nvPr userDrawn="1"/>
          </p:nvSpPr>
          <p:spPr>
            <a:xfrm>
              <a:off x="222" y="3022"/>
              <a:ext cx="243" cy="116"/>
            </a:xfrm>
            <a:custGeom>
              <a:avLst/>
              <a:gdLst/>
              <a:ahLst/>
              <a:cxnLst/>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p>
              <a:endParaRPr lang="zh-CN" altLang="en-US"/>
            </a:p>
          </p:txBody>
        </p:sp>
        <p:sp>
          <p:nvSpPr>
            <p:cNvPr id="393440" name="任意多边形 393439"/>
            <p:cNvSpPr/>
            <p:nvPr userDrawn="1"/>
          </p:nvSpPr>
          <p:spPr>
            <a:xfrm>
              <a:off x="500" y="3345"/>
              <a:ext cx="177" cy="187"/>
            </a:xfrm>
            <a:custGeom>
              <a:avLst/>
              <a:gdLst/>
              <a:ahLst/>
              <a:cxnLst/>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p>
              <a:endParaRPr lang="zh-CN" altLang="en-US"/>
            </a:p>
          </p:txBody>
        </p:sp>
        <p:sp>
          <p:nvSpPr>
            <p:cNvPr id="393441" name="任意多边形 393440"/>
            <p:cNvSpPr/>
            <p:nvPr userDrawn="1"/>
          </p:nvSpPr>
          <p:spPr>
            <a:xfrm>
              <a:off x="905" y="3158"/>
              <a:ext cx="177" cy="36"/>
            </a:xfrm>
            <a:custGeom>
              <a:avLst/>
              <a:gdLst/>
              <a:ahLst/>
              <a:cxnLst/>
              <a:pathLst>
                <a:path w="35" h="7">
                  <a:moveTo>
                    <a:pt x="5" y="0"/>
                  </a:moveTo>
                  <a:cubicBezTo>
                    <a:pt x="0" y="0"/>
                    <a:pt x="7" y="7"/>
                    <a:pt x="14" y="5"/>
                  </a:cubicBezTo>
                  <a:cubicBezTo>
                    <a:pt x="35" y="1"/>
                    <a:pt x="5" y="0"/>
                    <a:pt x="5" y="0"/>
                  </a:cubicBezTo>
                  <a:close/>
                </a:path>
              </a:pathLst>
            </a:custGeom>
            <a:solidFill>
              <a:schemeClr val="accent2"/>
            </a:solidFill>
            <a:ln w="0">
              <a:noFill/>
            </a:ln>
          </p:spPr>
          <p:txBody>
            <a:bodyPr/>
            <a:p>
              <a:endParaRPr lang="zh-CN" altLang="en-US"/>
            </a:p>
          </p:txBody>
        </p:sp>
        <p:sp>
          <p:nvSpPr>
            <p:cNvPr id="393442" name="任意多边形 393441"/>
            <p:cNvSpPr/>
            <p:nvPr userDrawn="1"/>
          </p:nvSpPr>
          <p:spPr>
            <a:xfrm>
              <a:off x="965" y="3153"/>
              <a:ext cx="137" cy="81"/>
            </a:xfrm>
            <a:custGeom>
              <a:avLst/>
              <a:gdLst/>
              <a:ahLst/>
              <a:cxnLst/>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p>
              <a:endParaRPr lang="zh-CN" altLang="en-US"/>
            </a:p>
          </p:txBody>
        </p:sp>
        <p:sp>
          <p:nvSpPr>
            <p:cNvPr id="393443" name="任意多边形 393442"/>
            <p:cNvSpPr/>
            <p:nvPr userDrawn="1"/>
          </p:nvSpPr>
          <p:spPr>
            <a:xfrm>
              <a:off x="960" y="3204"/>
              <a:ext cx="177" cy="86"/>
            </a:xfrm>
            <a:custGeom>
              <a:avLst/>
              <a:gdLst/>
              <a:ahLst/>
              <a:cxnLst/>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p>
              <a:endParaRPr lang="zh-CN" altLang="en-US"/>
            </a:p>
          </p:txBody>
        </p:sp>
        <p:sp>
          <p:nvSpPr>
            <p:cNvPr id="393444" name="任意多边形 393443"/>
            <p:cNvSpPr/>
            <p:nvPr userDrawn="1"/>
          </p:nvSpPr>
          <p:spPr>
            <a:xfrm>
              <a:off x="844" y="3285"/>
              <a:ext cx="248" cy="60"/>
            </a:xfrm>
            <a:custGeom>
              <a:avLst/>
              <a:gdLst/>
              <a:ahLst/>
              <a:cxnLst/>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p>
              <a:endParaRPr lang="zh-CN" altLang="en-US"/>
            </a:p>
          </p:txBody>
        </p:sp>
        <p:sp>
          <p:nvSpPr>
            <p:cNvPr id="393445" name="任意多边形 393444"/>
            <p:cNvSpPr/>
            <p:nvPr userDrawn="1"/>
          </p:nvSpPr>
          <p:spPr>
            <a:xfrm>
              <a:off x="869" y="3340"/>
              <a:ext cx="203" cy="56"/>
            </a:xfrm>
            <a:custGeom>
              <a:avLst/>
              <a:gdLst/>
              <a:ahLst/>
              <a:cxnLst/>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p>
              <a:endParaRPr lang="zh-CN" altLang="en-US"/>
            </a:p>
          </p:txBody>
        </p:sp>
        <p:sp>
          <p:nvSpPr>
            <p:cNvPr id="393446" name="任意多边形 393445"/>
            <p:cNvSpPr/>
            <p:nvPr userDrawn="1"/>
          </p:nvSpPr>
          <p:spPr>
            <a:xfrm>
              <a:off x="859" y="3386"/>
              <a:ext cx="207" cy="172"/>
            </a:xfrm>
            <a:custGeom>
              <a:avLst/>
              <a:gdLst/>
              <a:ahLst/>
              <a:cxnLst/>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p>
              <a:endParaRPr lang="zh-CN" altLang="en-US"/>
            </a:p>
          </p:txBody>
        </p:sp>
        <p:sp>
          <p:nvSpPr>
            <p:cNvPr id="393447" name="任意多边形 393446"/>
            <p:cNvSpPr/>
            <p:nvPr userDrawn="1"/>
          </p:nvSpPr>
          <p:spPr>
            <a:xfrm>
              <a:off x="996" y="3305"/>
              <a:ext cx="126" cy="318"/>
            </a:xfrm>
            <a:custGeom>
              <a:avLst/>
              <a:gdLst/>
              <a:ahLst/>
              <a:cxnLst/>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p>
              <a:endParaRPr lang="zh-CN" altLang="en-US"/>
            </a:p>
          </p:txBody>
        </p:sp>
      </p:grpSp>
      <p:grpSp>
        <p:nvGrpSpPr>
          <p:cNvPr id="393448" name="组合 393447"/>
          <p:cNvGrpSpPr/>
          <p:nvPr/>
        </p:nvGrpSpPr>
        <p:grpSpPr>
          <a:xfrm>
            <a:off x="6934200" y="-7937"/>
            <a:ext cx="2317750" cy="2063750"/>
            <a:chOff x="4080" y="-5"/>
            <a:chExt cx="1748" cy="1556"/>
          </a:xfrm>
        </p:grpSpPr>
        <p:sp>
          <p:nvSpPr>
            <p:cNvPr id="393449" name="任意多边形 393448"/>
            <p:cNvSpPr/>
            <p:nvPr userDrawn="1"/>
          </p:nvSpPr>
          <p:spPr>
            <a:xfrm>
              <a:off x="4161" y="-5"/>
              <a:ext cx="1586" cy="1443"/>
            </a:xfrm>
            <a:custGeom>
              <a:avLst/>
              <a:gdLst/>
              <a:ahLst/>
              <a:cxnLst/>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w="0">
              <a:noFill/>
            </a:ln>
          </p:spPr>
          <p:txBody>
            <a:bodyPr/>
            <a:p>
              <a:endParaRPr lang="zh-CN" altLang="en-US"/>
            </a:p>
          </p:txBody>
        </p:sp>
        <p:grpSp>
          <p:nvGrpSpPr>
            <p:cNvPr id="393450" name="组合 393449"/>
            <p:cNvGrpSpPr/>
            <p:nvPr userDrawn="1"/>
          </p:nvGrpSpPr>
          <p:grpSpPr>
            <a:xfrm>
              <a:off x="4080" y="0"/>
              <a:ext cx="1748" cy="1551"/>
              <a:chOff x="2918" y="18"/>
              <a:chExt cx="2958" cy="2699"/>
            </a:xfrm>
          </p:grpSpPr>
          <p:sp>
            <p:nvSpPr>
              <p:cNvPr id="393451" name="任意多边形 393450"/>
              <p:cNvSpPr/>
              <p:nvPr/>
            </p:nvSpPr>
            <p:spPr>
              <a:xfrm>
                <a:off x="3060" y="18"/>
                <a:ext cx="490" cy="187"/>
              </a:xfrm>
              <a:custGeom>
                <a:avLst/>
                <a:gdLst/>
                <a:ahLst/>
                <a:cxnLst/>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w="0">
                <a:noFill/>
              </a:ln>
            </p:spPr>
            <p:txBody>
              <a:bodyPr/>
              <a:p>
                <a:endParaRPr lang="zh-CN" altLang="en-US"/>
              </a:p>
            </p:txBody>
          </p:sp>
          <p:sp>
            <p:nvSpPr>
              <p:cNvPr id="393452" name="任意多边形 393451"/>
              <p:cNvSpPr>
                <a:spLocks noEditPoints="1"/>
              </p:cNvSpPr>
              <p:nvPr/>
            </p:nvSpPr>
            <p:spPr>
              <a:xfrm>
                <a:off x="2918" y="18"/>
                <a:ext cx="2958" cy="2699"/>
              </a:xfrm>
              <a:custGeom>
                <a:avLst/>
                <a:gdLst/>
                <a:ahLst/>
                <a:cxnLst/>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w="0">
                <a:noFill/>
              </a:ln>
            </p:spPr>
            <p:txBody>
              <a:bodyPr/>
              <a:p>
                <a:endParaRPr lang="zh-CN" altLang="en-US"/>
              </a:p>
            </p:txBody>
          </p:sp>
          <p:sp>
            <p:nvSpPr>
              <p:cNvPr id="393453" name="任意多边形 393452"/>
              <p:cNvSpPr/>
              <p:nvPr/>
            </p:nvSpPr>
            <p:spPr>
              <a:xfrm>
                <a:off x="3621" y="1287"/>
                <a:ext cx="238" cy="283"/>
              </a:xfrm>
              <a:custGeom>
                <a:avLst/>
                <a:gdLst/>
                <a:ahLst/>
                <a:cxnLst/>
                <a:pathLst>
                  <a:path w="47" h="56">
                    <a:moveTo>
                      <a:pt x="40" y="15"/>
                    </a:moveTo>
                    <a:cubicBezTo>
                      <a:pt x="37" y="0"/>
                      <a:pt x="0" y="23"/>
                      <a:pt x="27" y="56"/>
                    </a:cubicBezTo>
                    <a:cubicBezTo>
                      <a:pt x="27" y="56"/>
                      <a:pt x="47" y="49"/>
                      <a:pt x="40" y="15"/>
                    </a:cubicBezTo>
                    <a:close/>
                  </a:path>
                </a:pathLst>
              </a:custGeom>
              <a:solidFill>
                <a:schemeClr val="bg1"/>
              </a:solidFill>
              <a:ln w="0">
                <a:noFill/>
              </a:ln>
            </p:spPr>
            <p:txBody>
              <a:bodyPr/>
              <a:p>
                <a:endParaRPr lang="zh-CN" altLang="en-US"/>
              </a:p>
            </p:txBody>
          </p:sp>
          <p:sp>
            <p:nvSpPr>
              <p:cNvPr id="393454" name="任意多边形 393453"/>
              <p:cNvSpPr/>
              <p:nvPr/>
            </p:nvSpPr>
            <p:spPr>
              <a:xfrm>
                <a:off x="3403" y="1403"/>
                <a:ext cx="208" cy="379"/>
              </a:xfrm>
              <a:custGeom>
                <a:avLst/>
                <a:gdLst/>
                <a:ahLst/>
                <a:cxnLst/>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w="0">
                <a:noFill/>
              </a:ln>
            </p:spPr>
            <p:txBody>
              <a:bodyPr/>
              <a:p>
                <a:endParaRPr lang="zh-CN" altLang="en-US"/>
              </a:p>
            </p:txBody>
          </p:sp>
          <p:sp>
            <p:nvSpPr>
              <p:cNvPr id="393455" name="任意多边形 393454"/>
              <p:cNvSpPr/>
              <p:nvPr/>
            </p:nvSpPr>
            <p:spPr>
              <a:xfrm>
                <a:off x="3272" y="645"/>
                <a:ext cx="683" cy="318"/>
              </a:xfrm>
              <a:custGeom>
                <a:avLst/>
                <a:gdLst/>
                <a:ahLst/>
                <a:cxnLst/>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w="0">
                <a:noFill/>
              </a:ln>
            </p:spPr>
            <p:txBody>
              <a:bodyPr/>
              <a:p>
                <a:endParaRPr lang="zh-CN" altLang="en-US"/>
              </a:p>
            </p:txBody>
          </p:sp>
          <p:sp>
            <p:nvSpPr>
              <p:cNvPr id="393456" name="任意多边形 393455"/>
              <p:cNvSpPr/>
              <p:nvPr/>
            </p:nvSpPr>
            <p:spPr>
              <a:xfrm>
                <a:off x="4046" y="1545"/>
                <a:ext cx="490" cy="515"/>
              </a:xfrm>
              <a:custGeom>
                <a:avLst/>
                <a:gdLst/>
                <a:ahLst/>
                <a:cxnLst/>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w="0">
                <a:noFill/>
              </a:ln>
            </p:spPr>
            <p:txBody>
              <a:bodyPr/>
              <a:p>
                <a:endParaRPr lang="zh-CN" altLang="en-US"/>
              </a:p>
            </p:txBody>
          </p:sp>
          <p:sp>
            <p:nvSpPr>
              <p:cNvPr id="393457" name="任意多边形 393456"/>
              <p:cNvSpPr/>
              <p:nvPr/>
            </p:nvSpPr>
            <p:spPr>
              <a:xfrm>
                <a:off x="5173" y="1024"/>
                <a:ext cx="501" cy="96"/>
              </a:xfrm>
              <a:custGeom>
                <a:avLst/>
                <a:gdLst/>
                <a:ahLst/>
                <a:cxnLst/>
                <a:pathLst>
                  <a:path w="99" h="19">
                    <a:moveTo>
                      <a:pt x="15" y="0"/>
                    </a:moveTo>
                    <a:cubicBezTo>
                      <a:pt x="0" y="0"/>
                      <a:pt x="19" y="19"/>
                      <a:pt x="40" y="15"/>
                    </a:cubicBezTo>
                    <a:cubicBezTo>
                      <a:pt x="99" y="1"/>
                      <a:pt x="15" y="0"/>
                      <a:pt x="15" y="0"/>
                    </a:cubicBezTo>
                    <a:close/>
                  </a:path>
                </a:pathLst>
              </a:custGeom>
              <a:solidFill>
                <a:schemeClr val="bg1"/>
              </a:solidFill>
              <a:ln w="0">
                <a:noFill/>
              </a:ln>
            </p:spPr>
            <p:txBody>
              <a:bodyPr/>
              <a:p>
                <a:endParaRPr lang="zh-CN" altLang="en-US"/>
              </a:p>
            </p:txBody>
          </p:sp>
          <p:sp>
            <p:nvSpPr>
              <p:cNvPr id="393458" name="任意多边形 393457"/>
              <p:cNvSpPr/>
              <p:nvPr/>
            </p:nvSpPr>
            <p:spPr>
              <a:xfrm>
                <a:off x="5340" y="1004"/>
                <a:ext cx="385" cy="237"/>
              </a:xfrm>
              <a:custGeom>
                <a:avLst/>
                <a:gdLst/>
                <a:ahLst/>
                <a:cxnLst/>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w="0">
                <a:noFill/>
              </a:ln>
            </p:spPr>
            <p:txBody>
              <a:bodyPr/>
              <a:p>
                <a:endParaRPr lang="zh-CN" altLang="en-US"/>
              </a:p>
            </p:txBody>
          </p:sp>
          <p:sp>
            <p:nvSpPr>
              <p:cNvPr id="393459" name="任意多边形 393458"/>
              <p:cNvSpPr/>
              <p:nvPr/>
            </p:nvSpPr>
            <p:spPr>
              <a:xfrm>
                <a:off x="5325" y="1201"/>
                <a:ext cx="415" cy="187"/>
              </a:xfrm>
              <a:custGeom>
                <a:avLst/>
                <a:gdLst/>
                <a:ahLst/>
                <a:cxnLst/>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w="0">
                <a:noFill/>
              </a:ln>
            </p:spPr>
            <p:txBody>
              <a:bodyPr/>
              <a:p>
                <a:endParaRPr lang="zh-CN" altLang="en-US"/>
              </a:p>
            </p:txBody>
          </p:sp>
          <p:sp>
            <p:nvSpPr>
              <p:cNvPr id="393460" name="任意多边形 393459"/>
              <p:cNvSpPr/>
              <p:nvPr/>
            </p:nvSpPr>
            <p:spPr>
              <a:xfrm>
                <a:off x="5001" y="1378"/>
                <a:ext cx="698" cy="167"/>
              </a:xfrm>
              <a:custGeom>
                <a:avLst/>
                <a:gdLst/>
                <a:ahLst/>
                <a:cxnLst/>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w="0">
                <a:noFill/>
              </a:ln>
            </p:spPr>
            <p:txBody>
              <a:bodyPr/>
              <a:p>
                <a:endParaRPr lang="zh-CN" altLang="en-US"/>
              </a:p>
            </p:txBody>
          </p:sp>
          <p:sp>
            <p:nvSpPr>
              <p:cNvPr id="393461" name="任意多边形 393460"/>
              <p:cNvSpPr/>
              <p:nvPr/>
            </p:nvSpPr>
            <p:spPr>
              <a:xfrm>
                <a:off x="5077" y="1540"/>
                <a:ext cx="567" cy="146"/>
              </a:xfrm>
              <a:custGeom>
                <a:avLst/>
                <a:gdLst/>
                <a:ahLst/>
                <a:cxnLst/>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w="0">
                <a:noFill/>
              </a:ln>
            </p:spPr>
            <p:txBody>
              <a:bodyPr/>
              <a:p>
                <a:endParaRPr lang="zh-CN" altLang="en-US"/>
              </a:p>
            </p:txBody>
          </p:sp>
          <p:sp>
            <p:nvSpPr>
              <p:cNvPr id="393462" name="任意多边形 393461"/>
              <p:cNvSpPr/>
              <p:nvPr/>
            </p:nvSpPr>
            <p:spPr>
              <a:xfrm>
                <a:off x="5042" y="1656"/>
                <a:ext cx="581" cy="480"/>
              </a:xfrm>
              <a:custGeom>
                <a:avLst/>
                <a:gdLst/>
                <a:ahLst/>
                <a:cxnLst/>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w="0">
                <a:noFill/>
              </a:ln>
            </p:spPr>
            <p:txBody>
              <a:bodyPr/>
              <a:p>
                <a:endParaRPr lang="zh-CN" altLang="en-US"/>
              </a:p>
            </p:txBody>
          </p:sp>
          <p:sp>
            <p:nvSpPr>
              <p:cNvPr id="393463" name="任意多边形 393462"/>
              <p:cNvSpPr/>
              <p:nvPr/>
            </p:nvSpPr>
            <p:spPr>
              <a:xfrm>
                <a:off x="5421" y="1464"/>
                <a:ext cx="329" cy="854"/>
              </a:xfrm>
              <a:custGeom>
                <a:avLst/>
                <a:gdLst/>
                <a:ahLst/>
                <a:cxnLst/>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w="0">
                <a:noFill/>
              </a:ln>
            </p:spPr>
            <p:txBody>
              <a:bodyPr/>
              <a:p>
                <a:endParaRPr lang="zh-CN" altLang="en-US"/>
              </a:p>
            </p:txBody>
          </p:sp>
        </p:grpSp>
      </p:grpSp>
      <p:sp>
        <p:nvSpPr>
          <p:cNvPr id="393464" name="标题 393463"/>
          <p:cNvSpPr>
            <a:spLocks noGrp="1" noRot="1"/>
          </p:cNvSpPr>
          <p:nvPr>
            <p:ph type="title"/>
          </p:nvPr>
        </p:nvSpPr>
        <p:spPr>
          <a:xfrm>
            <a:off x="298450" y="228600"/>
            <a:ext cx="854075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393465" name="文本占位符 393464"/>
          <p:cNvSpPr>
            <a:spLocks noGrp="1" noRot="1"/>
          </p:cNvSpPr>
          <p:nvPr>
            <p:ph type="body" idx="1"/>
          </p:nvPr>
        </p:nvSpPr>
        <p:spPr>
          <a:xfrm>
            <a:off x="609600" y="1600200"/>
            <a:ext cx="8153400" cy="44989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93466" name="日期占位符 393465"/>
          <p:cNvSpPr>
            <a:spLocks noGrp="1"/>
          </p:cNvSpPr>
          <p:nvPr>
            <p:ph type="dt" sz="half" idx="2"/>
          </p:nvPr>
        </p:nvSpPr>
        <p:spPr>
          <a:xfrm>
            <a:off x="298450" y="6245225"/>
            <a:ext cx="2289175" cy="476250"/>
          </a:xfrm>
          <a:prstGeom prst="rect">
            <a:avLst/>
          </a:prstGeom>
          <a:noFill/>
          <a:ln w="9525">
            <a:noFill/>
          </a:ln>
        </p:spPr>
        <p:txBody>
          <a:bodyPr/>
          <a:lstStyle>
            <a:lvl1pPr>
              <a:defRPr sz="1400" b="0"/>
            </a:lvl1pPr>
          </a:lstStyle>
          <a:p>
            <a:pPr lvl="0"/>
            <a:endParaRPr lang="zh-CN" altLang="en-US" dirty="0">
              <a:latin typeface="Arial" panose="020B0604020202020204" pitchFamily="34" charset="0"/>
            </a:endParaRPr>
          </a:p>
        </p:txBody>
      </p:sp>
      <p:sp>
        <p:nvSpPr>
          <p:cNvPr id="393467" name="页脚占位符 393466"/>
          <p:cNvSpPr>
            <a:spLocks noGrp="1"/>
          </p:cNvSpPr>
          <p:nvPr>
            <p:ph type="ftr" sz="quarter" idx="3"/>
          </p:nvPr>
        </p:nvSpPr>
        <p:spPr>
          <a:xfrm>
            <a:off x="3121025" y="6245225"/>
            <a:ext cx="2895600" cy="476250"/>
          </a:xfrm>
          <a:prstGeom prst="rect">
            <a:avLst/>
          </a:prstGeom>
          <a:noFill/>
          <a:ln w="9525">
            <a:noFill/>
          </a:ln>
        </p:spPr>
        <p:txBody>
          <a:bodyPr/>
          <a:lstStyle>
            <a:lvl1pPr algn="ctr">
              <a:defRPr sz="1400" b="0"/>
            </a:lvl1pPr>
          </a:lstStyle>
          <a:p>
            <a:pPr lvl="0"/>
            <a:endParaRPr lang="zh-CN" altLang="en-US" dirty="0">
              <a:latin typeface="Arial" panose="020B0604020202020204" pitchFamily="34" charset="0"/>
            </a:endParaRPr>
          </a:p>
        </p:txBody>
      </p:sp>
      <p:sp>
        <p:nvSpPr>
          <p:cNvPr id="393468" name="灯片编号占位符 393467"/>
          <p:cNvSpPr>
            <a:spLocks noGrp="1"/>
          </p:cNvSpPr>
          <p:nvPr>
            <p:ph type="sldNum" sz="quarter" idx="4"/>
          </p:nvPr>
        </p:nvSpPr>
        <p:spPr>
          <a:xfrm>
            <a:off x="6550025" y="6245225"/>
            <a:ext cx="2289175" cy="476250"/>
          </a:xfrm>
          <a:prstGeom prst="rect">
            <a:avLst/>
          </a:prstGeom>
          <a:noFill/>
          <a:ln w="9525">
            <a:noFill/>
          </a:ln>
        </p:spPr>
        <p:txBody>
          <a:bodyPr/>
          <a:lstStyle>
            <a:lvl1pPr algn="r">
              <a:defRPr sz="1400" b="0"/>
            </a:lvl1p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93464"/>
                                        </p:tgtEl>
                                        <p:attrNameLst>
                                          <p:attrName>style.visibility</p:attrName>
                                        </p:attrNameLst>
                                      </p:cBhvr>
                                      <p:to>
                                        <p:strVal val="visible"/>
                                      </p:to>
                                    </p:set>
                                    <p:anim calcmode="lin" valueType="num">
                                      <p:cBhvr additive="base">
                                        <p:cTn id="7" dur="500" fill="hold"/>
                                        <p:tgtEl>
                                          <p:spTgt spid="393464"/>
                                        </p:tgtEl>
                                        <p:attrNameLst>
                                          <p:attrName>ppt_x</p:attrName>
                                        </p:attrNameLst>
                                      </p:cBhvr>
                                      <p:tavLst>
                                        <p:tav tm="0">
                                          <p:val>
                                            <p:strVal val="0-#ppt_w/2"/>
                                          </p:val>
                                        </p:tav>
                                        <p:tav tm="100000">
                                          <p:val>
                                            <p:strVal val="#ppt_x"/>
                                          </p:val>
                                        </p:tav>
                                      </p:tavLst>
                                    </p:anim>
                                    <p:anim calcmode="lin" valueType="num">
                                      <p:cBhvr additive="base">
                                        <p:cTn id="8" dur="500" fill="hold"/>
                                        <p:tgtEl>
                                          <p:spTgt spid="3934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464" grpId="0" animBg="1"/>
    </p:bldLst>
  </p:timing>
  <p:hf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2pPr>
      <a:lvl3pPr marL="914400" lvl="2"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3pPr>
      <a:lvl4pPr marL="1371600" lvl="3"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4pPr>
      <a:lvl5pPr marL="1828800" lvl="4"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5pPr>
      <a:lvl6pPr marL="2286000" lvl="5"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6pPr>
      <a:lvl7pPr marL="2743200" lvl="6"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7pPr>
      <a:lvl8pPr marL="3200400" lvl="7"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8pPr>
      <a:lvl9pPr marL="3657600" lvl="8"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CC"/>
        </a:solidFill>
        <a:effectLst/>
      </p:bgPr>
    </p:bg>
    <p:spTree>
      <p:nvGrpSpPr>
        <p:cNvPr id="1" name=""/>
        <p:cNvGrpSpPr/>
        <p:nvPr/>
      </p:nvGrpSpPr>
      <p:grpSpPr/>
      <p:sp>
        <p:nvSpPr>
          <p:cNvPr id="29710" name="标题 29709"/>
          <p:cNvSpPr>
            <a:spLocks noGrp="1"/>
          </p:cNvSpPr>
          <p:nvPr>
            <p:ph type="title"/>
          </p:nvPr>
        </p:nvSpPr>
        <p:spPr>
          <a:xfrm>
            <a:off x="468313" y="673100"/>
            <a:ext cx="6851650" cy="955675"/>
          </a:xfrm>
          <a:prstGeom prst="rect">
            <a:avLst/>
          </a:prstGeom>
          <a:noFill/>
          <a:ln w="57150" cap="flat" cmpd="thinThick">
            <a:solidFill>
              <a:srgbClr val="993300"/>
            </a:solidFill>
            <a:prstDash val="sysDot"/>
            <a:miter/>
            <a:headEnd type="none" w="med" len="med"/>
            <a:tailEnd type="none" w="med" len="med"/>
          </a:ln>
        </p:spPr>
        <p:txBody>
          <a:bodyPr anchor="ctr"/>
          <a:p>
            <a:pPr lvl="0"/>
            <a:r>
              <a:rPr lang="zh-CN" altLang="en-US" dirty="0"/>
              <a:t>单击此处编辑母版标题样式</a:t>
            </a:r>
            <a:endParaRPr lang="zh-CN" altLang="en-US" dirty="0"/>
          </a:p>
        </p:txBody>
      </p:sp>
      <p:sp>
        <p:nvSpPr>
          <p:cNvPr id="29711" name="文本占位符 29710"/>
          <p:cNvSpPr>
            <a:spLocks noGrp="1"/>
          </p:cNvSpPr>
          <p:nvPr>
            <p:ph type="body" idx="1"/>
          </p:nvPr>
        </p:nvSpPr>
        <p:spPr>
          <a:xfrm>
            <a:off x="457200" y="198120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9713" name="文本框 29712"/>
          <p:cNvSpPr txBox="1"/>
          <p:nvPr/>
        </p:nvSpPr>
        <p:spPr>
          <a:xfrm>
            <a:off x="6699250" y="44450"/>
            <a:ext cx="641350" cy="274638"/>
          </a:xfrm>
          <a:prstGeom prst="rect">
            <a:avLst/>
          </a:prstGeom>
          <a:noFill/>
          <a:ln w="9525">
            <a:noFill/>
          </a:ln>
        </p:spPr>
        <p:txBody>
          <a:bodyPr wrap="none" anchor="b">
            <a:spAutoFit/>
          </a:bodyPr>
          <a:p>
            <a:pPr lvl="0" algn="r"/>
            <a:r>
              <a:rPr lang="zh-CN" altLang="en-US" sz="1200" b="1" dirty="0">
                <a:solidFill>
                  <a:srgbClr val="660033"/>
                </a:solidFill>
                <a:latin typeface="Arial Black" panose="020B0A04020102020204" pitchFamily="34" charset="0"/>
                <a:ea typeface="楷体_GB2312" panose="02010609030101010101" pitchFamily="49" charset="-122"/>
                <a:hlinkClick r:id="" action="ppaction://hlinkshowjump?jump=previousslide"/>
              </a:rPr>
              <a:t>上一页</a:t>
            </a:r>
            <a:endParaRPr lang="zh-CN" altLang="en-US" sz="1200" b="1">
              <a:solidFill>
                <a:srgbClr val="660033"/>
              </a:solidFill>
              <a:latin typeface="Arial Black" panose="020B0A04020102020204" pitchFamily="34" charset="0"/>
              <a:ea typeface="楷体_GB2312" panose="02010609030101010101" pitchFamily="49" charset="-122"/>
            </a:endParaRPr>
          </a:p>
        </p:txBody>
      </p:sp>
      <p:sp>
        <p:nvSpPr>
          <p:cNvPr id="29714" name="文本框 29713"/>
          <p:cNvSpPr txBox="1"/>
          <p:nvPr/>
        </p:nvSpPr>
        <p:spPr>
          <a:xfrm>
            <a:off x="7596188" y="44450"/>
            <a:ext cx="720725" cy="274638"/>
          </a:xfrm>
          <a:prstGeom prst="rect">
            <a:avLst/>
          </a:prstGeom>
          <a:noFill/>
          <a:ln w="9525">
            <a:noFill/>
          </a:ln>
        </p:spPr>
        <p:txBody>
          <a:bodyPr anchor="b">
            <a:spAutoFit/>
          </a:bodyPr>
          <a:p>
            <a:pPr lvl="0" algn="r"/>
            <a:r>
              <a:rPr lang="zh-CN" altLang="en-US" sz="1200" b="1" dirty="0">
                <a:solidFill>
                  <a:schemeClr val="bg2"/>
                </a:solidFill>
                <a:latin typeface="Arial Black" panose="020B0A04020102020204" pitchFamily="34" charset="0"/>
                <a:ea typeface="楷体_GB2312" panose="02010609030101010101" pitchFamily="49" charset="-122"/>
                <a:hlinkClick r:id="" action="ppaction://hlinkshowjump?jump=nextslide"/>
              </a:rPr>
              <a:t>下一页</a:t>
            </a:r>
            <a:endParaRPr lang="zh-CN" altLang="en-US" sz="1200" b="1" dirty="0">
              <a:solidFill>
                <a:schemeClr val="bg2"/>
              </a:solidFill>
              <a:latin typeface="Arial Black" panose="020B0A04020102020204" pitchFamily="34" charset="0"/>
              <a:ea typeface="楷体_GB2312" panose="02010609030101010101" pitchFamily="49" charset="-122"/>
            </a:endParaRPr>
          </a:p>
        </p:txBody>
      </p:sp>
      <p:sp>
        <p:nvSpPr>
          <p:cNvPr id="29743" name="灯片编号占位符 29742"/>
          <p:cNvSpPr>
            <a:spLocks noGrp="1"/>
          </p:cNvSpPr>
          <p:nvPr>
            <p:ph type="sldNum" sz="quarter" idx="4"/>
          </p:nvPr>
        </p:nvSpPr>
        <p:spPr>
          <a:xfrm>
            <a:off x="6553200" y="6248400"/>
            <a:ext cx="2133600" cy="457200"/>
          </a:xfrm>
          <a:prstGeom prst="rect">
            <a:avLst/>
          </a:prstGeom>
          <a:noFill/>
          <a:ln w="9525">
            <a:noFill/>
          </a:ln>
        </p:spPr>
        <p:txBody>
          <a:bodyPr anchor="ctr"/>
          <a:lstStyle>
            <a:lvl1pPr algn="r">
              <a:defRPr sz="1200" b="0">
                <a:latin typeface="Arial Black" panose="020B0A04020102020204" pitchFamily="34" charset="0"/>
              </a:defRPr>
            </a:lvl1pPr>
          </a:lstStyle>
          <a:p>
            <a:pPr lvl="0"/>
            <a:fld id="{9A0DB2DC-4C9A-4742-B13C-FB6460FD3503}" type="slidenum">
              <a:rPr lang="zh-CN" altLang="en-US" dirty="0"/>
            </a:fld>
            <a:endParaRPr lang="zh-CN" altLang="en-US" dirty="0"/>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710"/>
                                        </p:tgtEl>
                                        <p:attrNameLst>
                                          <p:attrName>style.visibility</p:attrName>
                                        </p:attrNameLst>
                                      </p:cBhvr>
                                      <p:to>
                                        <p:strVal val="visible"/>
                                      </p:to>
                                    </p:set>
                                    <p:anim calcmode="lin" valueType="num">
                                      <p:cBhvr additive="base">
                                        <p:cTn id="7" dur="500" fill="hold"/>
                                        <p:tgtEl>
                                          <p:spTgt spid="29710"/>
                                        </p:tgtEl>
                                        <p:attrNameLst>
                                          <p:attrName>ppt_x</p:attrName>
                                        </p:attrNameLst>
                                      </p:cBhvr>
                                      <p:tavLst>
                                        <p:tav tm="0">
                                          <p:val>
                                            <p:strVal val="0-#ppt_w/2"/>
                                          </p:val>
                                        </p:tav>
                                        <p:tav tm="100000">
                                          <p:val>
                                            <p:strVal val="#ppt_x"/>
                                          </p:val>
                                        </p:tav>
                                      </p:tavLst>
                                    </p:anim>
                                    <p:anim calcmode="lin" valueType="num">
                                      <p:cBhvr additive="base">
                                        <p:cTn id="8" dur="500" fill="hold"/>
                                        <p:tgtEl>
                                          <p:spTgt spid="297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10" grpId="0" bldLvl="0" animBg="1"/>
    </p:bldLst>
  </p:timing>
  <p:hf hdr="0" ftr="0" dt="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1"/>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2pPr>
      <a:lvl3pPr marL="914400" lvl="2"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3pPr>
      <a:lvl4pPr marL="1371600" lvl="3"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4pPr>
      <a:lvl5pPr marL="1828800" lvl="4"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5pPr>
      <a:lvl6pPr marL="2286000" lvl="5"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6pPr>
      <a:lvl7pPr marL="2743200" lvl="6"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7pPr>
      <a:lvl8pPr marL="3200400" lvl="7"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8pPr>
      <a:lvl9pPr marL="3657600" lvl="8" indent="0" algn="r" defTabSz="914400" rtl="0" eaLnBrk="1" fontAlgn="base" latinLnBrk="0" hangingPunct="1">
        <a:lnSpc>
          <a:spcPct val="100000"/>
        </a:lnSpc>
        <a:spcBef>
          <a:spcPct val="0"/>
        </a:spcBef>
        <a:spcAft>
          <a:spcPct val="0"/>
        </a:spcAft>
        <a:buNone/>
        <a:defRPr sz="1200" b="1" i="0" u="none" kern="1200" baseline="0">
          <a:solidFill>
            <a:schemeClr val="tx1"/>
          </a:solidFill>
          <a:latin typeface="Arial Black" panose="020B0A040201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2.xml"/><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7.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8.xml"/><Relationship Id="rId2" Type="http://schemas.openxmlformats.org/officeDocument/2006/relationships/image" Target="../media/image6.png"/><Relationship Id="rId1"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8.xml"/><Relationship Id="rId4" Type="http://schemas.openxmlformats.org/officeDocument/2006/relationships/image" Target="../media/image5.wmf"/><Relationship Id="rId3" Type="http://schemas.openxmlformats.org/officeDocument/2006/relationships/oleObject" Target="../embeddings/oleObject4.bin"/><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2.wmf"/></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2.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3.xml"/><Relationship Id="rId2" Type="http://schemas.openxmlformats.org/officeDocument/2006/relationships/image" Target="../media/image14.wmf"/><Relationship Id="rId1"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wmf"/></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wmf"/></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image" Target="../media/image19.wmf"/><Relationship Id="rId7" Type="http://schemas.openxmlformats.org/officeDocument/2006/relationships/oleObject" Target="../embeddings/oleObject9.bin"/><Relationship Id="rId6" Type="http://schemas.openxmlformats.org/officeDocument/2006/relationships/image" Target="../media/image18.wmf"/><Relationship Id="rId5" Type="http://schemas.openxmlformats.org/officeDocument/2006/relationships/oleObject" Target="../embeddings/oleObject8.bin"/><Relationship Id="rId4" Type="http://schemas.openxmlformats.org/officeDocument/2006/relationships/image" Target="../media/image17.wmf"/><Relationship Id="rId3" Type="http://schemas.openxmlformats.org/officeDocument/2006/relationships/oleObject" Target="../embeddings/oleObject7.bin"/><Relationship Id="rId2" Type="http://schemas.openxmlformats.org/officeDocument/2006/relationships/image" Target="../media/image16.wmf"/><Relationship Id="rId12" Type="http://schemas.openxmlformats.org/officeDocument/2006/relationships/vmlDrawing" Target="../drawings/vmlDrawing6.vml"/><Relationship Id="rId11" Type="http://schemas.openxmlformats.org/officeDocument/2006/relationships/slideLayout" Target="../slideLayouts/slideLayout7.xml"/><Relationship Id="rId10" Type="http://schemas.openxmlformats.org/officeDocument/2006/relationships/image" Target="../media/image20.wmf"/><Relationship Id="rId1" Type="http://schemas.openxmlformats.org/officeDocument/2006/relationships/oleObject" Target="../embeddings/oleObject6.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20.wmf"/><Relationship Id="rId7" Type="http://schemas.openxmlformats.org/officeDocument/2006/relationships/oleObject" Target="../embeddings/oleObject14.bin"/><Relationship Id="rId6" Type="http://schemas.openxmlformats.org/officeDocument/2006/relationships/image" Target="../media/image18.wmf"/><Relationship Id="rId5" Type="http://schemas.openxmlformats.org/officeDocument/2006/relationships/oleObject" Target="../embeddings/oleObject13.bin"/><Relationship Id="rId4" Type="http://schemas.openxmlformats.org/officeDocument/2006/relationships/image" Target="../media/image17.wmf"/><Relationship Id="rId3" Type="http://schemas.openxmlformats.org/officeDocument/2006/relationships/oleObject" Target="../embeddings/oleObject12.bin"/><Relationship Id="rId20" Type="http://schemas.openxmlformats.org/officeDocument/2006/relationships/vmlDrawing" Target="../drawings/vmlDrawing7.vml"/><Relationship Id="rId2" Type="http://schemas.openxmlformats.org/officeDocument/2006/relationships/image" Target="../media/image16.wmf"/><Relationship Id="rId19" Type="http://schemas.openxmlformats.org/officeDocument/2006/relationships/slideLayout" Target="../slideLayouts/slideLayout7.xml"/><Relationship Id="rId18" Type="http://schemas.openxmlformats.org/officeDocument/2006/relationships/image" Target="../media/image25.wmf"/><Relationship Id="rId17" Type="http://schemas.openxmlformats.org/officeDocument/2006/relationships/oleObject" Target="../embeddings/oleObject19.bin"/><Relationship Id="rId16" Type="http://schemas.openxmlformats.org/officeDocument/2006/relationships/image" Target="../media/image24.wmf"/><Relationship Id="rId15" Type="http://schemas.openxmlformats.org/officeDocument/2006/relationships/oleObject" Target="../embeddings/oleObject18.bin"/><Relationship Id="rId14" Type="http://schemas.openxmlformats.org/officeDocument/2006/relationships/image" Target="../media/image23.wmf"/><Relationship Id="rId13" Type="http://schemas.openxmlformats.org/officeDocument/2006/relationships/oleObject" Target="../embeddings/oleObject17.bin"/><Relationship Id="rId12" Type="http://schemas.openxmlformats.org/officeDocument/2006/relationships/image" Target="../media/image22.wmf"/><Relationship Id="rId11" Type="http://schemas.openxmlformats.org/officeDocument/2006/relationships/oleObject" Target="../embeddings/oleObject16.bin"/><Relationship Id="rId10" Type="http://schemas.openxmlformats.org/officeDocument/2006/relationships/image" Target="../media/image21.wmf"/><Relationship Id="rId1" Type="http://schemas.openxmlformats.org/officeDocument/2006/relationships/oleObject" Target="../embeddings/oleObject11.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4.xml"/><Relationship Id="rId2" Type="http://schemas.openxmlformats.org/officeDocument/2006/relationships/image" Target="../media/image26.png"/><Relationship Id="rId1" Type="http://schemas.openxmlformats.org/officeDocument/2006/relationships/oleObject" Target="../embeddings/oleObject20.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oleObject" Target="../embeddings/oleObject21.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4.xml"/><Relationship Id="rId4" Type="http://schemas.openxmlformats.org/officeDocument/2006/relationships/image" Target="../media/image29.png"/><Relationship Id="rId3" Type="http://schemas.openxmlformats.org/officeDocument/2006/relationships/oleObject" Target="../embeddings/oleObject23.bin"/><Relationship Id="rId2" Type="http://schemas.openxmlformats.org/officeDocument/2006/relationships/image" Target="../media/image28.png"/><Relationship Id="rId1" Type="http://schemas.openxmlformats.org/officeDocument/2006/relationships/oleObject" Target="../embeddings/oleObject22.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15.xml"/><Relationship Id="rId2" Type="http://schemas.openxmlformats.org/officeDocument/2006/relationships/image" Target="../media/image30.png"/><Relationship Id="rId1" Type="http://schemas.openxmlformats.org/officeDocument/2006/relationships/oleObject" Target="../embeddings/oleObject24.bin"/></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15.xml"/><Relationship Id="rId2" Type="http://schemas.openxmlformats.org/officeDocument/2006/relationships/image" Target="../media/image31.png"/><Relationship Id="rId1" Type="http://schemas.openxmlformats.org/officeDocument/2006/relationships/oleObject" Target="../embeddings/oleObject25.bin"/></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15.xml"/><Relationship Id="rId2" Type="http://schemas.openxmlformats.org/officeDocument/2006/relationships/image" Target="../media/image32.png"/><Relationship Id="rId1" Type="http://schemas.openxmlformats.org/officeDocument/2006/relationships/oleObject" Target="../embeddings/oleObject26.bin"/></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15.xml"/><Relationship Id="rId2" Type="http://schemas.openxmlformats.org/officeDocument/2006/relationships/image" Target="../media/image33.png"/><Relationship Id="rId1" Type="http://schemas.openxmlformats.org/officeDocument/2006/relationships/oleObject" Target="../embeddings/oleObject27.bin"/></Relationships>
</file>

<file path=ppt/slides/_rels/slide30.xml.rels><?xml version="1.0" encoding="UTF-8" standalone="yes"?>
<Relationships xmlns="http://schemas.openxmlformats.org/package/2006/relationships"><Relationship Id="rId5" Type="http://schemas.openxmlformats.org/officeDocument/2006/relationships/vmlDrawing" Target="../drawings/vmlDrawing15.vml"/><Relationship Id="rId4" Type="http://schemas.openxmlformats.org/officeDocument/2006/relationships/slideLayout" Target="../slideLayouts/slideLayout15.xml"/><Relationship Id="rId3" Type="http://schemas.openxmlformats.org/officeDocument/2006/relationships/image" Target="../media/image35.png"/><Relationship Id="rId2" Type="http://schemas.openxmlformats.org/officeDocument/2006/relationships/oleObject" Target="../embeddings/oleObject28.bin"/><Relationship Id="rId1" Type="http://schemas.openxmlformats.org/officeDocument/2006/relationships/image" Target="../media/image34.png"/></Relationships>
</file>

<file path=ppt/slides/_rels/slide31.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7.xml"/><Relationship Id="rId4" Type="http://schemas.openxmlformats.org/officeDocument/2006/relationships/image" Target="../media/image37.png"/><Relationship Id="rId3" Type="http://schemas.openxmlformats.org/officeDocument/2006/relationships/oleObject" Target="../embeddings/oleObject30.bin"/><Relationship Id="rId2" Type="http://schemas.openxmlformats.org/officeDocument/2006/relationships/image" Target="../media/image36.png"/><Relationship Id="rId1" Type="http://schemas.openxmlformats.org/officeDocument/2006/relationships/oleObject" Target="../embeddings/oleObject29.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35.bin"/><Relationship Id="rId8" Type="http://schemas.openxmlformats.org/officeDocument/2006/relationships/image" Target="../media/image41.wmf"/><Relationship Id="rId7" Type="http://schemas.openxmlformats.org/officeDocument/2006/relationships/oleObject" Target="../embeddings/oleObject34.bin"/><Relationship Id="rId6" Type="http://schemas.openxmlformats.org/officeDocument/2006/relationships/image" Target="../media/image40.wmf"/><Relationship Id="rId5" Type="http://schemas.openxmlformats.org/officeDocument/2006/relationships/oleObject" Target="../embeddings/oleObject33.bin"/><Relationship Id="rId4" Type="http://schemas.openxmlformats.org/officeDocument/2006/relationships/image" Target="../media/image39.wmf"/><Relationship Id="rId3" Type="http://schemas.openxmlformats.org/officeDocument/2006/relationships/oleObject" Target="../embeddings/oleObject32.bin"/><Relationship Id="rId2" Type="http://schemas.openxmlformats.org/officeDocument/2006/relationships/image" Target="../media/image38.wmf"/><Relationship Id="rId17" Type="http://schemas.openxmlformats.org/officeDocument/2006/relationships/vmlDrawing" Target="../drawings/vmlDrawing17.vml"/><Relationship Id="rId16" Type="http://schemas.openxmlformats.org/officeDocument/2006/relationships/slideLayout" Target="../slideLayouts/slideLayout7.xml"/><Relationship Id="rId15" Type="http://schemas.openxmlformats.org/officeDocument/2006/relationships/image" Target="../media/image45.png"/><Relationship Id="rId14" Type="http://schemas.openxmlformats.org/officeDocument/2006/relationships/image" Target="../media/image44.wmf"/><Relationship Id="rId13" Type="http://schemas.openxmlformats.org/officeDocument/2006/relationships/oleObject" Target="../embeddings/oleObject37.bin"/><Relationship Id="rId12" Type="http://schemas.openxmlformats.org/officeDocument/2006/relationships/image" Target="../media/image43.wmf"/><Relationship Id="rId11" Type="http://schemas.openxmlformats.org/officeDocument/2006/relationships/oleObject" Target="../embeddings/oleObject36.bin"/><Relationship Id="rId10" Type="http://schemas.openxmlformats.org/officeDocument/2006/relationships/image" Target="../media/image42.wmf"/><Relationship Id="rId1" Type="http://schemas.openxmlformats.org/officeDocument/2006/relationships/oleObject" Target="../embeddings/oleObject31.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42.bin"/><Relationship Id="rId8" Type="http://schemas.openxmlformats.org/officeDocument/2006/relationships/image" Target="../media/image49.wmf"/><Relationship Id="rId7" Type="http://schemas.openxmlformats.org/officeDocument/2006/relationships/oleObject" Target="../embeddings/oleObject41.bin"/><Relationship Id="rId6" Type="http://schemas.openxmlformats.org/officeDocument/2006/relationships/image" Target="../media/image48.wmf"/><Relationship Id="rId5" Type="http://schemas.openxmlformats.org/officeDocument/2006/relationships/oleObject" Target="../embeddings/oleObject40.bin"/><Relationship Id="rId4" Type="http://schemas.openxmlformats.org/officeDocument/2006/relationships/image" Target="../media/image47.wmf"/><Relationship Id="rId3" Type="http://schemas.openxmlformats.org/officeDocument/2006/relationships/oleObject" Target="../embeddings/oleObject39.bin"/><Relationship Id="rId2" Type="http://schemas.openxmlformats.org/officeDocument/2006/relationships/image" Target="../media/image46.wmf"/><Relationship Id="rId12" Type="http://schemas.openxmlformats.org/officeDocument/2006/relationships/vmlDrawing" Target="../drawings/vmlDrawing18.vml"/><Relationship Id="rId11" Type="http://schemas.openxmlformats.org/officeDocument/2006/relationships/slideLayout" Target="../slideLayouts/slideLayout7.xml"/><Relationship Id="rId10" Type="http://schemas.openxmlformats.org/officeDocument/2006/relationships/image" Target="../media/image50.wmf"/><Relationship Id="rId1" Type="http://schemas.openxmlformats.org/officeDocument/2006/relationships/oleObject" Target="../embeddings/oleObject38.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0241"/>
          <p:cNvSpPr>
            <a:spLocks noGrp="1"/>
          </p:cNvSpPr>
          <p:nvPr>
            <p:ph type="ctrTitle"/>
          </p:nvPr>
        </p:nvSpPr>
        <p:spPr>
          <a:xfrm>
            <a:off x="941388" y="1844675"/>
            <a:ext cx="8383587" cy="1470025"/>
          </a:xfrm>
          <a:effectLst>
            <a:outerShdw dist="107763" dir="2699999" algn="ctr" rotWithShape="0">
              <a:schemeClr val="bg2">
                <a:alpha val="50000"/>
              </a:schemeClr>
            </a:outerShdw>
          </a:effectLst>
        </p:spPr>
        <p:txBody>
          <a:bodyPr anchor="ctr"/>
          <a:p>
            <a:pPr algn="ctr" defTabSz="914400">
              <a:buSzPct val="100000"/>
            </a:pPr>
            <a:r>
              <a:rPr lang="zh-CN" altLang="en-US" sz="9600" kern="1200" baseline="0" dirty="0">
                <a:solidFill>
                  <a:schemeClr val="bg1"/>
                </a:solidFill>
                <a:latin typeface="Arial" panose="020B0604020202020204" pitchFamily="34" charset="0"/>
                <a:ea typeface="隶书" panose="02010509060101010101" pitchFamily="49" charset="-122"/>
              </a:rPr>
              <a:t>数学规划模型</a:t>
            </a:r>
            <a:endParaRPr lang="zh-CN" altLang="en-US" sz="9600" kern="1200" baseline="0" dirty="0">
              <a:solidFill>
                <a:schemeClr val="bg1"/>
              </a:solidFill>
              <a:latin typeface="Arial" panose="020B0604020202020204" pitchFamily="34" charset="0"/>
              <a:ea typeface="隶书" panose="02010509060101010101" pitchFamily="49" charset="-122"/>
            </a:endParaRPr>
          </a:p>
        </p:txBody>
      </p:sp>
      <p:sp>
        <p:nvSpPr>
          <p:cNvPr id="10243" name="副标题 10242"/>
          <p:cNvSpPr>
            <a:spLocks noGrp="1"/>
          </p:cNvSpPr>
          <p:nvPr>
            <p:ph type="subTitle" idx="1"/>
          </p:nvPr>
        </p:nvSpPr>
        <p:spPr>
          <a:xfrm>
            <a:off x="2123123" y="4323715"/>
            <a:ext cx="6019800" cy="1752600"/>
          </a:xfrm>
        </p:spPr>
        <p:txBody>
          <a:bodyPr anchor="t"/>
          <a:p>
            <a:pPr defTabSz="914400" eaLnBrk="0" hangingPunct="0">
              <a:spcBef>
                <a:spcPct val="50000"/>
              </a:spcBef>
              <a:buClr>
                <a:schemeClr val="bg1"/>
              </a:buClr>
              <a:buSzPct val="75000"/>
              <a:buNone/>
            </a:pPr>
            <a:r>
              <a:rPr lang="zh-CN" altLang="en-US" b="1" kern="1200" baseline="0" dirty="0">
                <a:solidFill>
                  <a:srgbClr val="996633"/>
                </a:solidFill>
                <a:latin typeface="Arial" panose="020B0604020202020204" pitchFamily="34" charset="0"/>
                <a:ea typeface="华文行楷" panose="02010800040101010101" pitchFamily="2" charset="-122"/>
              </a:rPr>
              <a:t>主讲人：科研交流</a:t>
            </a:r>
            <a:r>
              <a:rPr lang="en-US" altLang="zh-CN" b="1" kern="1200" baseline="0" dirty="0">
                <a:solidFill>
                  <a:srgbClr val="996633"/>
                </a:solidFill>
                <a:latin typeface="Arial" panose="020B0604020202020204" pitchFamily="34" charset="0"/>
                <a:ea typeface="华文行楷" panose="02010800040101010101" pitchFamily="2" charset="-122"/>
              </a:rPr>
              <a:t>-</a:t>
            </a:r>
            <a:r>
              <a:rPr lang="zh-CN" altLang="en-US" b="1" kern="1200" baseline="0" dirty="0">
                <a:solidFill>
                  <a:srgbClr val="996633"/>
                </a:solidFill>
                <a:latin typeface="Arial" panose="020B0604020202020204" pitchFamily="34" charset="0"/>
                <a:ea typeface="华文行楷" panose="02010800040101010101" pitchFamily="2" charset="-122"/>
              </a:rPr>
              <a:t>老哥</a:t>
            </a:r>
            <a:endParaRPr lang="zh-CN" altLang="en-US" b="1" kern="1200" baseline="0" dirty="0">
              <a:solidFill>
                <a:srgbClr val="996633"/>
              </a:solidFill>
              <a:latin typeface="Arial" panose="020B0604020202020204" pitchFamily="34" charset="0"/>
              <a:ea typeface="华文行楷" panose="02010800040101010101" pitchFamily="2" charset="-122"/>
            </a:endParaRPr>
          </a:p>
          <a:p>
            <a:pPr defTabSz="914400">
              <a:buSzPct val="75000"/>
            </a:pPr>
            <a:endParaRPr lang="zh-CN" altLang="en-US" kern="1200" baseline="0" dirty="0">
              <a:solidFill>
                <a:srgbClr val="996633"/>
              </a:solidFill>
              <a:latin typeface="Arial" panose="020B0604020202020204" pitchFamily="34" charset="0"/>
              <a:ea typeface="宋体" panose="02010600030101010101" pitchFamily="2" charset="-122"/>
            </a:endParaRPr>
          </a:p>
        </p:txBody>
      </p:sp>
      <p:grpSp>
        <p:nvGrpSpPr>
          <p:cNvPr id="10244" name="组合 10243"/>
          <p:cNvGrpSpPr/>
          <p:nvPr/>
        </p:nvGrpSpPr>
        <p:grpSpPr>
          <a:xfrm>
            <a:off x="4859338" y="1989138"/>
            <a:ext cx="3673475" cy="1800225"/>
            <a:chOff x="3061" y="1253"/>
            <a:chExt cx="2314" cy="1134"/>
          </a:xfrm>
        </p:grpSpPr>
        <p:sp>
          <p:nvSpPr>
            <p:cNvPr id="10245" name="十字星 10244"/>
            <p:cNvSpPr/>
            <p:nvPr/>
          </p:nvSpPr>
          <p:spPr>
            <a:xfrm>
              <a:off x="5103" y="1253"/>
              <a:ext cx="272" cy="227"/>
            </a:xfrm>
            <a:prstGeom prst="star4">
              <a:avLst>
                <a:gd name="adj" fmla="val 12500"/>
              </a:avLst>
            </a:prstGeom>
            <a:gradFill rotWithShape="1">
              <a:gsLst>
                <a:gs pos="0">
                  <a:schemeClr val="accent1"/>
                </a:gs>
                <a:gs pos="100000">
                  <a:schemeClr val="accent1">
                    <a:gamma/>
                    <a:shade val="46275"/>
                    <a:invGamma/>
                  </a:schemeClr>
                </a:gs>
              </a:gsLst>
              <a:path path="shape">
                <a:fillToRect l="50000" t="50000" r="50000" b="50000"/>
              </a:path>
              <a:tileRect/>
            </a:gradFill>
            <a:ln w="0" cap="rnd" cmpd="sng">
              <a:solidFill>
                <a:schemeClr val="bg2"/>
              </a:solidFill>
              <a:prstDash val="sysDot"/>
              <a:miter/>
              <a:headEnd type="none" w="med" len="med"/>
              <a:tailEnd type="none" w="med" len="med"/>
            </a:ln>
          </p:spPr>
          <p:txBody>
            <a:bodyPr/>
            <a:p>
              <a:endParaRPr lang="zh-CN" altLang="en-US"/>
            </a:p>
          </p:txBody>
        </p:sp>
        <p:sp>
          <p:nvSpPr>
            <p:cNvPr id="10246" name="十字星 10245"/>
            <p:cNvSpPr/>
            <p:nvPr/>
          </p:nvSpPr>
          <p:spPr>
            <a:xfrm>
              <a:off x="4059" y="2160"/>
              <a:ext cx="272" cy="227"/>
            </a:xfrm>
            <a:prstGeom prst="star4">
              <a:avLst>
                <a:gd name="adj" fmla="val 12500"/>
              </a:avLst>
            </a:prstGeom>
            <a:gradFill rotWithShape="1">
              <a:gsLst>
                <a:gs pos="0">
                  <a:schemeClr val="accent1"/>
                </a:gs>
                <a:gs pos="100000">
                  <a:schemeClr val="accent1">
                    <a:gamma/>
                    <a:shade val="46275"/>
                    <a:invGamma/>
                  </a:schemeClr>
                </a:gs>
              </a:gsLst>
              <a:path path="shape">
                <a:fillToRect l="50000" t="50000" r="50000" b="50000"/>
              </a:path>
              <a:tileRect/>
            </a:gradFill>
            <a:ln w="0" cap="rnd" cmpd="sng">
              <a:solidFill>
                <a:schemeClr val="bg2"/>
              </a:solidFill>
              <a:prstDash val="sysDot"/>
              <a:miter/>
              <a:headEnd type="none" w="med" len="med"/>
              <a:tailEnd type="none" w="med" len="med"/>
            </a:ln>
          </p:spPr>
          <p:txBody>
            <a:bodyPr/>
            <a:p>
              <a:endParaRPr lang="zh-CN" altLang="en-US"/>
            </a:p>
          </p:txBody>
        </p:sp>
        <p:sp>
          <p:nvSpPr>
            <p:cNvPr id="10247" name="十字星 10246"/>
            <p:cNvSpPr/>
            <p:nvPr/>
          </p:nvSpPr>
          <p:spPr>
            <a:xfrm>
              <a:off x="3061" y="1933"/>
              <a:ext cx="272" cy="227"/>
            </a:xfrm>
            <a:prstGeom prst="star4">
              <a:avLst>
                <a:gd name="adj" fmla="val 12500"/>
              </a:avLst>
            </a:prstGeom>
            <a:gradFill rotWithShape="1">
              <a:gsLst>
                <a:gs pos="0">
                  <a:schemeClr val="accent1"/>
                </a:gs>
                <a:gs pos="100000">
                  <a:schemeClr val="accent1">
                    <a:gamma/>
                    <a:shade val="46275"/>
                    <a:invGamma/>
                  </a:schemeClr>
                </a:gs>
              </a:gsLst>
              <a:path path="shape">
                <a:fillToRect l="50000" t="50000" r="50000" b="50000"/>
              </a:path>
              <a:tileRect/>
            </a:gradFill>
            <a:ln w="0" cap="rnd" cmpd="sng">
              <a:solidFill>
                <a:schemeClr val="bg2"/>
              </a:solidFill>
              <a:prstDash val="sysDot"/>
              <a:miter/>
              <a:headEnd type="none" w="med" len="med"/>
              <a:tailEnd type="none" w="med" len="med"/>
            </a:ln>
          </p:spPr>
          <p:txBody>
            <a:bodyPr/>
            <a:p>
              <a:endParaRPr lang="zh-CN" altLang="en-US"/>
            </a:p>
          </p:txBody>
        </p:sp>
        <p:sp>
          <p:nvSpPr>
            <p:cNvPr id="10248" name="十字星 10247"/>
            <p:cNvSpPr/>
            <p:nvPr/>
          </p:nvSpPr>
          <p:spPr>
            <a:xfrm>
              <a:off x="4377" y="1298"/>
              <a:ext cx="272" cy="227"/>
            </a:xfrm>
            <a:prstGeom prst="star4">
              <a:avLst>
                <a:gd name="adj" fmla="val 12500"/>
              </a:avLst>
            </a:prstGeom>
            <a:gradFill rotWithShape="1">
              <a:gsLst>
                <a:gs pos="0">
                  <a:schemeClr val="accent1"/>
                </a:gs>
                <a:gs pos="100000">
                  <a:schemeClr val="accent1">
                    <a:gamma/>
                    <a:shade val="46275"/>
                    <a:invGamma/>
                  </a:schemeClr>
                </a:gs>
              </a:gsLst>
              <a:path path="shape">
                <a:fillToRect l="50000" t="50000" r="50000" b="50000"/>
              </a:path>
              <a:tileRect/>
            </a:gradFill>
            <a:ln w="0" cap="rnd" cmpd="sng">
              <a:solidFill>
                <a:schemeClr val="bg2"/>
              </a:solidFill>
              <a:prstDash val="sysDot"/>
              <a:miter/>
              <a:headEnd type="none" w="med" len="med"/>
              <a:tailEnd type="none" w="med" len="med"/>
            </a:ln>
          </p:spPr>
          <p:txBody>
            <a:bodyPr/>
            <a:p>
              <a:endParaRPr lang="zh-CN" altLang="en-US"/>
            </a:p>
          </p:txBody>
        </p:sp>
      </p:grpSp>
      <p:grpSp>
        <p:nvGrpSpPr>
          <p:cNvPr id="10249" name="组合 10248"/>
          <p:cNvGrpSpPr/>
          <p:nvPr/>
        </p:nvGrpSpPr>
        <p:grpSpPr>
          <a:xfrm>
            <a:off x="4427538" y="1916113"/>
            <a:ext cx="3671887" cy="1441450"/>
            <a:chOff x="2789" y="1207"/>
            <a:chExt cx="2313" cy="908"/>
          </a:xfrm>
        </p:grpSpPr>
        <p:sp>
          <p:nvSpPr>
            <p:cNvPr id="10250" name="十字星 10249"/>
            <p:cNvSpPr/>
            <p:nvPr/>
          </p:nvSpPr>
          <p:spPr>
            <a:xfrm>
              <a:off x="4830" y="1888"/>
              <a:ext cx="272" cy="227"/>
            </a:xfrm>
            <a:prstGeom prst="star4">
              <a:avLst>
                <a:gd name="adj" fmla="val 12500"/>
              </a:avLst>
            </a:prstGeom>
            <a:gradFill rotWithShape="1">
              <a:gsLst>
                <a:gs pos="0">
                  <a:schemeClr val="accent1"/>
                </a:gs>
                <a:gs pos="100000">
                  <a:schemeClr val="accent1">
                    <a:gamma/>
                    <a:shade val="46275"/>
                    <a:invGamma/>
                  </a:schemeClr>
                </a:gs>
              </a:gsLst>
              <a:path path="shape">
                <a:fillToRect l="50000" t="50000" r="50000" b="50000"/>
              </a:path>
              <a:tileRect/>
            </a:gradFill>
            <a:ln w="0" cap="rnd" cmpd="sng">
              <a:solidFill>
                <a:schemeClr val="bg2"/>
              </a:solidFill>
              <a:prstDash val="sysDot"/>
              <a:miter/>
              <a:headEnd type="none" w="med" len="med"/>
              <a:tailEnd type="none" w="med" len="med"/>
            </a:ln>
          </p:spPr>
          <p:txBody>
            <a:bodyPr/>
            <a:p>
              <a:endParaRPr lang="zh-CN" altLang="en-US"/>
            </a:p>
          </p:txBody>
        </p:sp>
        <p:sp>
          <p:nvSpPr>
            <p:cNvPr id="10251" name="十字星 10250"/>
            <p:cNvSpPr/>
            <p:nvPr/>
          </p:nvSpPr>
          <p:spPr>
            <a:xfrm>
              <a:off x="2789" y="1207"/>
              <a:ext cx="272" cy="227"/>
            </a:xfrm>
            <a:prstGeom prst="star4">
              <a:avLst>
                <a:gd name="adj" fmla="val 12500"/>
              </a:avLst>
            </a:prstGeom>
            <a:gradFill rotWithShape="1">
              <a:gsLst>
                <a:gs pos="0">
                  <a:schemeClr val="accent1"/>
                </a:gs>
                <a:gs pos="100000">
                  <a:schemeClr val="accent1">
                    <a:gamma/>
                    <a:shade val="46275"/>
                    <a:invGamma/>
                  </a:schemeClr>
                </a:gs>
              </a:gsLst>
              <a:path path="shape">
                <a:fillToRect l="50000" t="50000" r="50000" b="50000"/>
              </a:path>
              <a:tileRect/>
            </a:gradFill>
            <a:ln w="0" cap="rnd" cmpd="sng">
              <a:solidFill>
                <a:schemeClr val="bg2"/>
              </a:solidFill>
              <a:prstDash val="sysDot"/>
              <a:miter/>
              <a:headEnd type="none" w="med" len="med"/>
              <a:tailEnd type="none" w="med" len="med"/>
            </a:ln>
          </p:spPr>
          <p:txBody>
            <a:bodyPr/>
            <a:p>
              <a:endParaRPr lang="zh-CN" altLang="en-US"/>
            </a:p>
          </p:txBody>
        </p:sp>
        <p:sp>
          <p:nvSpPr>
            <p:cNvPr id="10252" name="十字星 10251"/>
            <p:cNvSpPr/>
            <p:nvPr/>
          </p:nvSpPr>
          <p:spPr>
            <a:xfrm>
              <a:off x="3787" y="1842"/>
              <a:ext cx="272" cy="227"/>
            </a:xfrm>
            <a:prstGeom prst="star4">
              <a:avLst>
                <a:gd name="adj" fmla="val 12500"/>
              </a:avLst>
            </a:prstGeom>
            <a:gradFill rotWithShape="1">
              <a:gsLst>
                <a:gs pos="0">
                  <a:schemeClr val="accent1"/>
                </a:gs>
                <a:gs pos="100000">
                  <a:schemeClr val="accent1">
                    <a:gamma/>
                    <a:shade val="46275"/>
                    <a:invGamma/>
                  </a:schemeClr>
                </a:gs>
              </a:gsLst>
              <a:path path="shape">
                <a:fillToRect l="50000" t="50000" r="50000" b="50000"/>
              </a:path>
              <a:tileRect/>
            </a:gradFill>
            <a:ln w="0" cap="rnd" cmpd="sng">
              <a:solidFill>
                <a:schemeClr val="bg2"/>
              </a:solidFill>
              <a:prstDash val="sysDot"/>
              <a:miter/>
              <a:headEnd type="none" w="med" len="med"/>
              <a:tailEnd type="none" w="med" len="med"/>
            </a:ln>
          </p:spPr>
          <p:txBody>
            <a:bodyPr/>
            <a:p>
              <a:endParaRPr lang="zh-CN" altLang="en-US"/>
            </a:p>
          </p:txBody>
        </p:sp>
      </p:grpSp>
      <p:sp>
        <p:nvSpPr>
          <p:cNvPr id="2" name="灯片编号占位符 1"/>
          <p:cNvSpPr/>
          <p:nvPr>
            <p:ph type="sldNum" sz="quarter" idx="4"/>
          </p:nvPr>
        </p:nvSpPr>
        <p:spPr/>
        <p:txBody>
          <a:bodyPr/>
          <a:p>
            <a:fld id="{9A0DB2DC-4C9A-4742-B13C-FB6460FD3503}" type="slidenum">
              <a:rPr lang="zh-CN" altLang="en-US" dirty="0"/>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1000" tmFilter="0, 0; .2, .5; .8, .5; 1, 0"/>
                                        <p:tgtEl>
                                          <p:spTgt spid="10249"/>
                                        </p:tgtEl>
                                      </p:cBhvr>
                                    </p:animEffect>
                                    <p:animScale>
                                      <p:cBhvr>
                                        <p:cTn id="7" dur="500" autoRev="1" fill="hold"/>
                                        <p:tgtEl>
                                          <p:spTgt spid="10249"/>
                                        </p:tgtEl>
                                      </p:cBhvr>
                                      <p:by x="105000" y="105000"/>
                                    </p:animScale>
                                  </p:childTnLst>
                                </p:cTn>
                              </p:par>
                            </p:childTnLst>
                          </p:cTn>
                        </p:par>
                        <p:par>
                          <p:cTn id="8" fill="hold">
                            <p:stCondLst>
                              <p:cond delay="1000"/>
                            </p:stCondLst>
                            <p:childTnLst>
                              <p:par>
                                <p:cTn id="9" presetID="26" presetClass="emph" presetSubtype="0" fill="hold" nodeType="afterEffect">
                                  <p:stCondLst>
                                    <p:cond delay="0"/>
                                  </p:stCondLst>
                                  <p:childTnLst>
                                    <p:animEffect transition="out" filter="fade">
                                      <p:cBhvr>
                                        <p:cTn id="10" dur="1000" tmFilter="0, 0; .2, .5; .8, .5; 1, 0"/>
                                        <p:tgtEl>
                                          <p:spTgt spid="10244"/>
                                        </p:tgtEl>
                                      </p:cBhvr>
                                    </p:animEffect>
                                    <p:animScale>
                                      <p:cBhvr>
                                        <p:cTn id="11" dur="500" autoRev="1" fill="hold"/>
                                        <p:tgtEl>
                                          <p:spTgt spid="10244"/>
                                        </p:tgtEl>
                                      </p:cBhvr>
                                      <p:by x="105000" y="105000"/>
                                    </p:animScale>
                                  </p:childTnLst>
                                </p:cTn>
                              </p:par>
                            </p:childTnLst>
                          </p:cTn>
                        </p:par>
                        <p:par>
                          <p:cTn id="12" fill="hold">
                            <p:stCondLst>
                              <p:cond delay="2000"/>
                            </p:stCondLst>
                            <p:childTnLst>
                              <p:par>
                                <p:cTn id="13" presetID="26" presetClass="emph" presetSubtype="0" fill="hold" nodeType="afterEffect">
                                  <p:stCondLst>
                                    <p:cond delay="0"/>
                                  </p:stCondLst>
                                  <p:childTnLst>
                                    <p:animEffect transition="out" filter="fade">
                                      <p:cBhvr>
                                        <p:cTn id="14" dur="1000" tmFilter="0, 0; .2, .5; .8, .5; 1, 0"/>
                                        <p:tgtEl>
                                          <p:spTgt spid="10249"/>
                                        </p:tgtEl>
                                      </p:cBhvr>
                                    </p:animEffect>
                                    <p:animScale>
                                      <p:cBhvr>
                                        <p:cTn id="15" dur="500" autoRev="1" fill="hold"/>
                                        <p:tgtEl>
                                          <p:spTgt spid="10249"/>
                                        </p:tgtEl>
                                      </p:cBhvr>
                                      <p:by x="105000" y="105000"/>
                                    </p:animScale>
                                  </p:childTnLst>
                                </p:cTn>
                              </p:par>
                            </p:childTnLst>
                          </p:cTn>
                        </p:par>
                        <p:par>
                          <p:cTn id="16" fill="hold">
                            <p:stCondLst>
                              <p:cond delay="3000"/>
                            </p:stCondLst>
                            <p:childTnLst>
                              <p:par>
                                <p:cTn id="17" presetID="26" presetClass="emph" presetSubtype="0" fill="hold" nodeType="afterEffect">
                                  <p:stCondLst>
                                    <p:cond delay="0"/>
                                  </p:stCondLst>
                                  <p:childTnLst>
                                    <p:animEffect transition="out" filter="fade">
                                      <p:cBhvr>
                                        <p:cTn id="18" dur="1000" tmFilter="0, 0; .2, .5; .8, .5; 1, 0"/>
                                        <p:tgtEl>
                                          <p:spTgt spid="10244"/>
                                        </p:tgtEl>
                                      </p:cBhvr>
                                    </p:animEffect>
                                    <p:animScale>
                                      <p:cBhvr>
                                        <p:cTn id="19" dur="500" autoRev="1" fill="hold"/>
                                        <p:tgtEl>
                                          <p:spTgt spid="1024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6292" name="矩形 396291"/>
          <p:cNvSpPr/>
          <p:nvPr/>
        </p:nvSpPr>
        <p:spPr>
          <a:xfrm>
            <a:off x="468313" y="188913"/>
            <a:ext cx="5975350" cy="766762"/>
          </a:xfrm>
          <a:prstGeom prst="rect">
            <a:avLst/>
          </a:prstGeom>
          <a:noFill/>
          <a:ln w="57150" cap="flat" cmpd="thinThick">
            <a:solidFill>
              <a:schemeClr val="bg1"/>
            </a:solidFill>
            <a:prstDash val="sysDot"/>
            <a:miter/>
            <a:headEnd type="none" w="med" len="med"/>
            <a:tailEnd type="none" w="med" len="med"/>
          </a:ln>
        </p:spPr>
        <p:txBody>
          <a:bodyPr anchor="ctr"/>
          <a:lstStyle>
            <a:lvl1pPr marL="0" lvl="0" indent="0" algn="ctr" defTabSz="914400" rtl="0" eaLnBrk="1" fontAlgn="base" latinLnBrk="0" hangingPunct="1">
              <a:lnSpc>
                <a:spcPct val="100000"/>
              </a:lnSpc>
              <a:spcBef>
                <a:spcPct val="0"/>
              </a:spcBef>
              <a:spcAft>
                <a:spcPct val="0"/>
              </a:spcAft>
              <a:buNone/>
              <a:defRPr sz="4400" u="none" kern="1200" baseline="0">
                <a:solidFill>
                  <a:schemeClr val="tx2"/>
                </a:solidFill>
                <a:latin typeface="Arial" panose="020B0604020202020204" pitchFamily="34" charset="0"/>
                <a:ea typeface="宋体" panose="02010600030101010101" pitchFamily="2" charset="-122"/>
              </a:defRPr>
            </a:lvl1pPr>
          </a:lstStyle>
          <a:p>
            <a:pPr lvl="0"/>
            <a:r>
              <a:rPr lang="zh-CN" altLang="en-US" sz="3600" b="0" dirty="0">
                <a:effectLst>
                  <a:outerShdw blurRad="38100" dist="38100" dir="2700000">
                    <a:srgbClr val="C0C0C0"/>
                  </a:outerShdw>
                </a:effectLst>
                <a:latin typeface="楷体_GB2312" panose="02010609030101010101" pitchFamily="49" charset="-122"/>
                <a:ea typeface="楷体_GB2312" panose="02010609030101010101" pitchFamily="49" charset="-122"/>
              </a:rPr>
              <a:t>简介数学规划模型</a:t>
            </a:r>
            <a:endParaRPr lang="zh-CN" altLang="en-US" sz="3600" b="0" dirty="0">
              <a:effectLst>
                <a:outerShdw blurRad="38100" dist="38100" dir="2700000">
                  <a:srgbClr val="C0C0C0"/>
                </a:outerShdw>
              </a:effectLst>
              <a:latin typeface="楷体_GB2312" panose="02010609030101010101" pitchFamily="49" charset="-122"/>
              <a:ea typeface="楷体_GB2312" panose="02010609030101010101" pitchFamily="49" charset="-122"/>
            </a:endParaRPr>
          </a:p>
        </p:txBody>
      </p:sp>
      <p:sp>
        <p:nvSpPr>
          <p:cNvPr id="396294" name="矩形 396293"/>
          <p:cNvSpPr/>
          <p:nvPr/>
        </p:nvSpPr>
        <p:spPr>
          <a:xfrm>
            <a:off x="395288" y="1628775"/>
            <a:ext cx="8424862" cy="2227263"/>
          </a:xfrm>
          <a:prstGeom prst="rect">
            <a:avLst/>
          </a:prstGeom>
          <a:noFill/>
          <a:ln w="9525">
            <a:noFill/>
          </a:ln>
        </p:spPr>
        <p:txBody>
          <a:bodyPr anchor="ctr">
            <a:spAutoFit/>
          </a:bodyPr>
          <a:p>
            <a:pPr algn="l"/>
            <a:r>
              <a:rPr lang="zh-CN" altLang="en-US" sz="2800" dirty="0">
                <a:solidFill>
                  <a:schemeClr val="tx2"/>
                </a:solidFill>
                <a:latin typeface="楷体_GB2312" panose="02010609030101010101" pitchFamily="49" charset="-122"/>
                <a:ea typeface="楷体_GB2312" panose="02010609030101010101" pitchFamily="49" charset="-122"/>
              </a:rPr>
              <a:t>引例</a:t>
            </a:r>
            <a:r>
              <a:rPr lang="zh-CN" altLang="en-US" sz="2800" b="0" dirty="0">
                <a:latin typeface="楷体_GB2312" panose="02010609030101010101" pitchFamily="49" charset="-122"/>
                <a:ea typeface="楷体_GB2312" panose="02010609030101010101" pitchFamily="49" charset="-122"/>
              </a:rPr>
              <a:t>（生产规划问题）：某厂利用</a:t>
            </a:r>
            <a:r>
              <a:rPr lang="en-US" altLang="zh-CN" sz="2800" b="0" dirty="0">
                <a:latin typeface="楷体_GB2312" panose="02010609030101010101" pitchFamily="49" charset="-122"/>
                <a:ea typeface="楷体_GB2312" panose="02010609030101010101" pitchFamily="49" charset="-122"/>
              </a:rPr>
              <a:t>a</a:t>
            </a:r>
            <a:r>
              <a:rPr lang="zh-CN" altLang="en-US" sz="2800" b="0" dirty="0">
                <a:latin typeface="楷体_GB2312" panose="02010609030101010101" pitchFamily="49" charset="-122"/>
                <a:ea typeface="楷体_GB2312" panose="02010609030101010101" pitchFamily="49" charset="-122"/>
              </a:rPr>
              <a:t>、</a:t>
            </a:r>
            <a:r>
              <a:rPr lang="en-US" altLang="zh-CN" sz="2800" b="0" dirty="0">
                <a:latin typeface="楷体_GB2312" panose="02010609030101010101" pitchFamily="49" charset="-122"/>
                <a:ea typeface="楷体_GB2312" panose="02010609030101010101" pitchFamily="49" charset="-122"/>
              </a:rPr>
              <a:t>b</a:t>
            </a:r>
            <a:r>
              <a:rPr lang="zh-CN" altLang="en-US" sz="2800" b="0" dirty="0">
                <a:latin typeface="楷体_GB2312" panose="02010609030101010101" pitchFamily="49" charset="-122"/>
                <a:ea typeface="楷体_GB2312" panose="02010609030101010101" pitchFamily="49" charset="-122"/>
              </a:rPr>
              <a:t>、</a:t>
            </a:r>
            <a:r>
              <a:rPr lang="en-US" altLang="zh-CN" sz="2800" b="0" dirty="0">
                <a:latin typeface="楷体_GB2312" panose="02010609030101010101" pitchFamily="49" charset="-122"/>
                <a:ea typeface="楷体_GB2312" panose="02010609030101010101" pitchFamily="49" charset="-122"/>
              </a:rPr>
              <a:t>c</a:t>
            </a:r>
            <a:r>
              <a:rPr lang="zh-CN" altLang="en-US" sz="2800" b="0" dirty="0">
                <a:latin typeface="楷体_GB2312" panose="02010609030101010101" pitchFamily="49" charset="-122"/>
                <a:ea typeface="楷体_GB2312" panose="02010609030101010101" pitchFamily="49" charset="-122"/>
              </a:rPr>
              <a:t>三种原料生产</a:t>
            </a:r>
            <a:r>
              <a:rPr lang="en-US" altLang="zh-CN" sz="2800" b="0" dirty="0">
                <a:latin typeface="楷体_GB2312" panose="02010609030101010101" pitchFamily="49" charset="-122"/>
                <a:ea typeface="楷体_GB2312" panose="02010609030101010101" pitchFamily="49" charset="-122"/>
              </a:rPr>
              <a:t>A</a:t>
            </a:r>
            <a:r>
              <a:rPr lang="zh-CN" altLang="en-US" sz="2800" b="0" dirty="0">
                <a:latin typeface="楷体_GB2312" panose="02010609030101010101" pitchFamily="49" charset="-122"/>
                <a:ea typeface="楷体_GB2312" panose="02010609030101010101" pitchFamily="49" charset="-122"/>
              </a:rPr>
              <a:t>、</a:t>
            </a:r>
            <a:r>
              <a:rPr lang="en-US" altLang="zh-CN" sz="2800" b="0" dirty="0">
                <a:latin typeface="楷体_GB2312" panose="02010609030101010101" pitchFamily="49" charset="-122"/>
                <a:ea typeface="楷体_GB2312" panose="02010609030101010101" pitchFamily="49" charset="-122"/>
              </a:rPr>
              <a:t>B</a:t>
            </a:r>
            <a:r>
              <a:rPr lang="zh-CN" altLang="en-US" sz="2800" b="0" dirty="0">
                <a:latin typeface="楷体_GB2312" panose="02010609030101010101" pitchFamily="49" charset="-122"/>
                <a:ea typeface="楷体_GB2312" panose="02010609030101010101" pitchFamily="49" charset="-122"/>
              </a:rPr>
              <a:t>、</a:t>
            </a:r>
            <a:r>
              <a:rPr lang="en-US" altLang="zh-CN" sz="2800" b="0" dirty="0">
                <a:latin typeface="楷体_GB2312" panose="02010609030101010101" pitchFamily="49" charset="-122"/>
                <a:ea typeface="楷体_GB2312" panose="02010609030101010101" pitchFamily="49" charset="-122"/>
              </a:rPr>
              <a:t>C</a:t>
            </a:r>
            <a:r>
              <a:rPr lang="zh-CN" altLang="en-US" sz="2800" b="0" dirty="0">
                <a:latin typeface="楷体_GB2312" panose="02010609030101010101" pitchFamily="49" charset="-122"/>
                <a:ea typeface="楷体_GB2312" panose="02010609030101010101" pitchFamily="49" charset="-122"/>
              </a:rPr>
              <a:t>三种产品，已知生产每种产品在消耗原料方面的各项技术条件和单位产品的利润，以及可利用的各种原料的量（具体数据如下表），试制订适当的生产规划使得该厂的总的利润最大。</a:t>
            </a:r>
            <a:endParaRPr lang="zh-CN" altLang="en-US" sz="2800" b="0" dirty="0">
              <a:latin typeface="楷体_GB2312" panose="02010609030101010101" pitchFamily="49" charset="-122"/>
              <a:ea typeface="楷体_GB2312" panose="02010609030101010101" pitchFamily="49" charset="-122"/>
            </a:endParaRPr>
          </a:p>
        </p:txBody>
      </p:sp>
      <p:sp>
        <p:nvSpPr>
          <p:cNvPr id="396295" name="矩形 396294"/>
          <p:cNvSpPr/>
          <p:nvPr/>
        </p:nvSpPr>
        <p:spPr>
          <a:xfrm>
            <a:off x="539750" y="981075"/>
            <a:ext cx="2914650" cy="519113"/>
          </a:xfrm>
          <a:prstGeom prst="rect">
            <a:avLst/>
          </a:prstGeom>
          <a:noFill/>
          <a:ln w="9525">
            <a:noFill/>
          </a:ln>
        </p:spPr>
        <p:txBody>
          <a:bodyPr wrap="none" anchor="ctr">
            <a:spAutoFit/>
          </a:bodyPr>
          <a:p>
            <a:pPr algn="l"/>
            <a:r>
              <a:rPr lang="en-US" altLang="zh-CN" sz="2800" dirty="0">
                <a:latin typeface="楷体_GB2312" panose="02010609030101010101" pitchFamily="49" charset="-122"/>
                <a:ea typeface="楷体_GB2312" panose="02010609030101010101" pitchFamily="49" charset="-122"/>
              </a:rPr>
              <a:t> </a:t>
            </a:r>
            <a:r>
              <a:rPr lang="zh-CN" altLang="en-US" sz="2800" dirty="0">
                <a:latin typeface="楷体_GB2312" panose="02010609030101010101" pitchFamily="49" charset="-122"/>
                <a:ea typeface="楷体_GB2312" panose="02010609030101010101" pitchFamily="49" charset="-122"/>
              </a:rPr>
              <a:t>什么是线性规划</a:t>
            </a:r>
            <a:r>
              <a:rPr lang="zh-CN" altLang="en-US" dirty="0">
                <a:latin typeface="Arial Black" panose="020B0A04020102020204" pitchFamily="34" charset="0"/>
              </a:rPr>
              <a:t> </a:t>
            </a:r>
            <a:endParaRPr lang="zh-CN" altLang="en-US" dirty="0">
              <a:latin typeface="Arial Black" panose="020B0A04020102020204" pitchFamily="34" charset="0"/>
            </a:endParaRPr>
          </a:p>
        </p:txBody>
      </p:sp>
      <p:graphicFrame>
        <p:nvGraphicFramePr>
          <p:cNvPr id="396485" name="表格 396484"/>
          <p:cNvGraphicFramePr/>
          <p:nvPr/>
        </p:nvGraphicFramePr>
        <p:xfrm>
          <a:off x="1763713" y="4076700"/>
          <a:ext cx="5967412" cy="2314575"/>
        </p:xfrm>
        <a:graphic>
          <a:graphicData uri="http://schemas.openxmlformats.org/drawingml/2006/table">
            <a:tbl>
              <a:tblPr/>
              <a:tblGrid>
                <a:gridCol w="1584325"/>
                <a:gridCol w="785813"/>
                <a:gridCol w="1250950"/>
                <a:gridCol w="1347787"/>
                <a:gridCol w="998538"/>
              </a:tblGrid>
              <a:tr h="365125">
                <a:tc rowSpan="2">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ClrTx/>
                        <a:buNone/>
                      </a:pPr>
                      <a:r>
                        <a:rPr lang="en-US" altLang="zh-CN" sz="1800" b="1" dirty="0">
                          <a:latin typeface="楷体_GB2312" panose="02010609030101010101" pitchFamily="49" charset="-122"/>
                          <a:ea typeface="楷体_GB2312" panose="02010609030101010101" pitchFamily="49" charset="-122"/>
                        </a:rPr>
                        <a:t>       </a:t>
                      </a:r>
                      <a:r>
                        <a:rPr lang="zh-CN" altLang="en-US" sz="1800" b="1" dirty="0">
                          <a:latin typeface="楷体_GB2312" panose="02010609030101010101" pitchFamily="49" charset="-122"/>
                          <a:ea typeface="楷体_GB2312" panose="02010609030101010101" pitchFamily="49" charset="-122"/>
                        </a:rPr>
                        <a:t>产品</a:t>
                      </a:r>
                      <a:endParaRPr lang="zh-CN" altLang="en-US" sz="1800" b="1" dirty="0">
                        <a:latin typeface="楷体_GB2312" panose="02010609030101010101" pitchFamily="49" charset="-122"/>
                        <a:ea typeface="楷体_GB2312" panose="02010609030101010101" pitchFamily="49" charset="-122"/>
                      </a:endParaRPr>
                    </a:p>
                    <a:p>
                      <a:pPr marL="0" lvl="0" indent="0" eaLnBrk="0" hangingPunct="0">
                        <a:spcBef>
                          <a:spcPct val="0"/>
                        </a:spcBef>
                        <a:buClrTx/>
                        <a:buNone/>
                      </a:pPr>
                      <a:r>
                        <a:rPr lang="zh-CN" altLang="en-US" sz="1800" b="1" dirty="0">
                          <a:latin typeface="楷体_GB2312" panose="02010609030101010101" pitchFamily="49" charset="-122"/>
                          <a:ea typeface="楷体_GB2312" panose="02010609030101010101" pitchFamily="49" charset="-122"/>
                        </a:rPr>
                        <a:t>原料</a:t>
                      </a:r>
                      <a:endParaRPr lang="zh-CN" altLang="en-US" sz="1800"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3">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zh-CN" altLang="en-US" sz="1800" dirty="0">
                          <a:latin typeface="楷体_GB2312" panose="02010609030101010101" pitchFamily="49" charset="-122"/>
                          <a:ea typeface="楷体_GB2312" panose="02010609030101010101" pitchFamily="49" charset="-122"/>
                        </a:rPr>
                        <a:t>生产每单位产品所消耗的原料</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rowSpan="2">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ClrTx/>
                        <a:buNone/>
                      </a:pPr>
                      <a:r>
                        <a:rPr lang="zh-CN" altLang="en-US" sz="1800" b="1" dirty="0">
                          <a:latin typeface="楷体_GB2312" panose="02010609030101010101" pitchFamily="49" charset="-122"/>
                          <a:ea typeface="楷体_GB2312" panose="02010609030101010101" pitchFamily="49" charset="-122"/>
                        </a:rPr>
                        <a:t>现有原料的量</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vMerge="1">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A</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B</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C</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a</a:t>
                      </a:r>
                      <a:endParaRPr lang="zh-CN" altLang="en-US" sz="1800"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3</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4</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2</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60</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b</a:t>
                      </a:r>
                      <a:endParaRPr lang="zh-CN" altLang="en-US" sz="1800"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2</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1</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2</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40</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c</a:t>
                      </a:r>
                      <a:endParaRPr lang="zh-CN" altLang="en-US" sz="1800"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1</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3</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2</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80</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88950">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ClrTx/>
                        <a:buNone/>
                      </a:pPr>
                      <a:r>
                        <a:rPr lang="zh-CN" altLang="en-US" sz="1800" b="1" dirty="0">
                          <a:latin typeface="楷体_GB2312" panose="02010609030101010101" pitchFamily="49" charset="-122"/>
                          <a:ea typeface="楷体_GB2312" panose="02010609030101010101" pitchFamily="49" charset="-122"/>
                        </a:rPr>
                        <a:t>单位产品利润</a:t>
                      </a:r>
                      <a:endParaRPr lang="zh-CN" altLang="en-US" sz="1800"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2</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4</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3</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396486" name="直接连接符 396485"/>
          <p:cNvSpPr/>
          <p:nvPr/>
        </p:nvSpPr>
        <p:spPr>
          <a:xfrm>
            <a:off x="1763713" y="4076700"/>
            <a:ext cx="1584325" cy="720725"/>
          </a:xfrm>
          <a:prstGeom prst="line">
            <a:avLst/>
          </a:prstGeom>
          <a:ln w="9525" cap="flat" cmpd="sng">
            <a:solidFill>
              <a:schemeClr val="tx1"/>
            </a:solidFill>
            <a:prstDash val="solid"/>
            <a:headEnd type="none" w="med" len="med"/>
            <a:tailEnd type="none" w="med" len="med"/>
          </a:ln>
        </p:spPr>
      </p:sp>
      <p:sp>
        <p:nvSpPr>
          <p:cNvPr id="396487" name="文本框 396486"/>
          <p:cNvSpPr txBox="1"/>
          <p:nvPr/>
        </p:nvSpPr>
        <p:spPr>
          <a:xfrm>
            <a:off x="5651500" y="188913"/>
            <a:ext cx="3168650" cy="1544637"/>
          </a:xfrm>
          <a:prstGeom prst="rect">
            <a:avLst/>
          </a:prstGeom>
          <a:solidFill>
            <a:schemeClr val="accent1"/>
          </a:solidFill>
          <a:ln w="9525">
            <a:noFill/>
          </a:ln>
        </p:spPr>
        <p:txBody>
          <a:bodyPr>
            <a:spAutoFit/>
          </a:bodyPr>
          <a:p>
            <a:pPr algn="ctr">
              <a:spcBef>
                <a:spcPct val="20000"/>
              </a:spcBef>
              <a:buClr>
                <a:schemeClr val="bg1"/>
              </a:buClr>
            </a:pPr>
            <a:r>
              <a:rPr lang="zh-CN" altLang="en-US" sz="2800" dirty="0">
                <a:latin typeface="Times New Roman" panose="02020603050405020304" pitchFamily="18" charset="0"/>
                <a:ea typeface="楷体_GB2312" panose="02010609030101010101" pitchFamily="49" charset="-122"/>
              </a:rPr>
              <a:t>线性规划模型</a:t>
            </a:r>
            <a:endParaRPr lang="zh-CN" altLang="en-US" sz="2800" dirty="0">
              <a:latin typeface="Times New Roman" panose="02020603050405020304" pitchFamily="18" charset="0"/>
              <a:ea typeface="楷体_GB2312" panose="02010609030101010101" pitchFamily="49" charset="-122"/>
            </a:endParaRPr>
          </a:p>
          <a:p>
            <a:pPr algn="ctr">
              <a:spcBef>
                <a:spcPct val="20000"/>
              </a:spcBef>
              <a:buClr>
                <a:schemeClr val="bg1"/>
              </a:buClr>
            </a:pPr>
            <a:r>
              <a:rPr lang="zh-CN" altLang="en-US" sz="2800" dirty="0">
                <a:latin typeface="Times New Roman" panose="02020603050405020304" pitchFamily="18" charset="0"/>
                <a:ea typeface="楷体_GB2312" panose="02010609030101010101" pitchFamily="49" charset="-122"/>
              </a:rPr>
              <a:t>整数规划模型</a:t>
            </a:r>
            <a:endParaRPr lang="zh-CN" altLang="en-US" sz="2800" dirty="0">
              <a:latin typeface="Times New Roman" panose="02020603050405020304" pitchFamily="18" charset="0"/>
              <a:ea typeface="楷体_GB2312" panose="02010609030101010101" pitchFamily="49" charset="-122"/>
            </a:endParaRPr>
          </a:p>
          <a:p>
            <a:pPr algn="ctr">
              <a:spcBef>
                <a:spcPct val="20000"/>
              </a:spcBef>
              <a:buClr>
                <a:schemeClr val="bg1"/>
              </a:buClr>
            </a:pPr>
            <a:r>
              <a:rPr lang="zh-CN" altLang="en-US" sz="2800" dirty="0">
                <a:latin typeface="Arial Black" panose="020B0A04020102020204" pitchFamily="34" charset="0"/>
                <a:ea typeface="楷体_GB2312" panose="02010609030101010101" pitchFamily="49" charset="-122"/>
              </a:rPr>
              <a:t>非线性规划模型</a:t>
            </a:r>
            <a:endParaRPr lang="zh-CN" altLang="en-US" sz="2800">
              <a:latin typeface="Times New Roman" panose="02020603050405020304" pitchFamily="18" charset="0"/>
              <a:ea typeface="楷体_GB2312" panose="02010609030101010101" pitchFamily="49" charset="-122"/>
            </a:endParaRPr>
          </a:p>
        </p:txBody>
      </p:sp>
      <p:sp>
        <p:nvSpPr>
          <p:cNvPr id="396488" name="左大括号 396487"/>
          <p:cNvSpPr/>
          <p:nvPr/>
        </p:nvSpPr>
        <p:spPr>
          <a:xfrm>
            <a:off x="5795963" y="333375"/>
            <a:ext cx="144462" cy="1295400"/>
          </a:xfrm>
          <a:prstGeom prst="leftBrace">
            <a:avLst>
              <a:gd name="adj1" fmla="val 74725"/>
              <a:gd name="adj2" fmla="val 50000"/>
            </a:avLst>
          </a:prstGeom>
          <a:noFill/>
          <a:ln w="19050" cap="flat" cmpd="sng">
            <a:solidFill>
              <a:srgbClr val="800000"/>
            </a:solidFill>
            <a:prstDash val="solid"/>
            <a:headEnd type="none" w="med" len="med"/>
            <a:tailEnd type="none" w="med" len="med"/>
          </a:ln>
        </p:spPr>
        <p:txBody>
          <a:bodyPr/>
          <a:p>
            <a:endParaRPr lang="zh-CN" altLang="en-US"/>
          </a:p>
        </p:txBody>
      </p:sp>
      <p:sp>
        <p:nvSpPr>
          <p:cNvPr id="2" name="灯片编号占位符 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96488"/>
                                        </p:tgtEl>
                                        <p:attrNameLst>
                                          <p:attrName>style.visibility</p:attrName>
                                        </p:attrNameLst>
                                      </p:cBhvr>
                                      <p:to>
                                        <p:strVal val="visible"/>
                                      </p:to>
                                    </p:set>
                                    <p:animEffect transition="in" filter="checkerboard(across)">
                                      <p:cBhvr>
                                        <p:cTn id="7" dur="500"/>
                                        <p:tgtEl>
                                          <p:spTgt spid="39648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96487"/>
                                        </p:tgtEl>
                                        <p:attrNameLst>
                                          <p:attrName>style.visibility</p:attrName>
                                        </p:attrNameLst>
                                      </p:cBhvr>
                                      <p:to>
                                        <p:strVal val="visible"/>
                                      </p:to>
                                    </p:set>
                                    <p:animEffect transition="in" filter="checkerboard(across)">
                                      <p:cBhvr>
                                        <p:cTn id="10" dur="500"/>
                                        <p:tgtEl>
                                          <p:spTgt spid="396487"/>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396295"/>
                                        </p:tgtEl>
                                        <p:attrNameLst>
                                          <p:attrName>style.visibility</p:attrName>
                                        </p:attrNameLst>
                                      </p:cBhvr>
                                      <p:to>
                                        <p:strVal val="visible"/>
                                      </p:to>
                                    </p:set>
                                    <p:animEffect transition="in" filter="checkerboard(across)">
                                      <p:cBhvr>
                                        <p:cTn id="15" dur="500"/>
                                        <p:tgtEl>
                                          <p:spTgt spid="396295"/>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396294"/>
                                        </p:tgtEl>
                                        <p:attrNameLst>
                                          <p:attrName>style.visibility</p:attrName>
                                        </p:attrNameLst>
                                      </p:cBhvr>
                                      <p:to>
                                        <p:strVal val="visible"/>
                                      </p:to>
                                    </p:set>
                                    <p:animEffect transition="in" filter="checkerboard(across)">
                                      <p:cBhvr>
                                        <p:cTn id="20" dur="500"/>
                                        <p:tgtEl>
                                          <p:spTgt spid="396294"/>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396485"/>
                                        </p:tgtEl>
                                        <p:attrNameLst>
                                          <p:attrName>style.visibility</p:attrName>
                                        </p:attrNameLst>
                                      </p:cBhvr>
                                      <p:to>
                                        <p:strVal val="visible"/>
                                      </p:to>
                                    </p:set>
                                    <p:animEffect transition="in" filter="checkerboard(across)">
                                      <p:cBhvr>
                                        <p:cTn id="25" dur="500"/>
                                        <p:tgtEl>
                                          <p:spTgt spid="396485"/>
                                        </p:tgtEl>
                                      </p:cBhvr>
                                    </p:animEffect>
                                  </p:childTnLst>
                                </p:cTn>
                              </p:par>
                              <p:par>
                                <p:cTn id="26" presetID="5" presetClass="entr" presetSubtype="10" fill="hold" nodeType="withEffect">
                                  <p:stCondLst>
                                    <p:cond delay="0"/>
                                  </p:stCondLst>
                                  <p:childTnLst>
                                    <p:set>
                                      <p:cBhvr>
                                        <p:cTn id="27" dur="1" fill="hold">
                                          <p:stCondLst>
                                            <p:cond delay="0"/>
                                          </p:stCondLst>
                                        </p:cTn>
                                        <p:tgtEl>
                                          <p:spTgt spid="396486"/>
                                        </p:tgtEl>
                                        <p:attrNameLst>
                                          <p:attrName>style.visibility</p:attrName>
                                        </p:attrNameLst>
                                      </p:cBhvr>
                                      <p:to>
                                        <p:strVal val="visible"/>
                                      </p:to>
                                    </p:set>
                                    <p:animEffect transition="in" filter="checkerboard(across)">
                                      <p:cBhvr>
                                        <p:cTn id="28" dur="500"/>
                                        <p:tgtEl>
                                          <p:spTgt spid="396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4" grpId="0"/>
      <p:bldP spid="396295" grpId="0"/>
      <p:bldP spid="39648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7319" name="矩形 397318"/>
          <p:cNvSpPr/>
          <p:nvPr/>
        </p:nvSpPr>
        <p:spPr>
          <a:xfrm>
            <a:off x="612775" y="508000"/>
            <a:ext cx="541338" cy="519113"/>
          </a:xfrm>
          <a:prstGeom prst="rect">
            <a:avLst/>
          </a:prstGeom>
          <a:noFill/>
          <a:ln w="9525">
            <a:noFill/>
          </a:ln>
        </p:spPr>
        <p:txBody>
          <a:bodyPr wrap="none" anchor="ctr">
            <a:spAutoFit/>
          </a:bodyPr>
          <a:p>
            <a:pPr algn="l">
              <a:buFont typeface="Wingdings" panose="05000000000000000000" pitchFamily="2" charset="2"/>
              <a:buChar char=""/>
            </a:pPr>
            <a:r>
              <a:rPr lang="zh-CN" altLang="en-US" sz="2800" dirty="0">
                <a:latin typeface="楷体_GB2312" panose="02010609030101010101" pitchFamily="49" charset="-122"/>
                <a:ea typeface="楷体_GB2312" panose="02010609030101010101" pitchFamily="49" charset="-122"/>
              </a:rPr>
              <a:t>以</a:t>
            </a:r>
            <a:endParaRPr lang="zh-CN" altLang="en-US" sz="2800" dirty="0">
              <a:latin typeface="楷体_GB2312" panose="02010609030101010101" pitchFamily="49" charset="-122"/>
              <a:ea typeface="楷体_GB2312" panose="02010609030101010101" pitchFamily="49" charset="-122"/>
            </a:endParaRPr>
          </a:p>
        </p:txBody>
      </p:sp>
      <p:sp>
        <p:nvSpPr>
          <p:cNvPr id="397322" name="矩形 397321"/>
          <p:cNvSpPr/>
          <p:nvPr/>
        </p:nvSpPr>
        <p:spPr>
          <a:xfrm>
            <a:off x="2700338" y="549275"/>
            <a:ext cx="6051550" cy="519113"/>
          </a:xfrm>
          <a:prstGeom prst="rect">
            <a:avLst/>
          </a:prstGeom>
          <a:noFill/>
          <a:ln w="9525">
            <a:noFill/>
          </a:ln>
        </p:spPr>
        <p:txBody>
          <a:bodyPr wrap="none" anchor="ctr">
            <a:spAutoFit/>
          </a:bodyPr>
          <a:p>
            <a:pPr algn="l" defTabSz="0">
              <a:tabLst>
                <a:tab pos="457200" algn="l"/>
              </a:tabLst>
            </a:pPr>
            <a:r>
              <a:rPr lang="zh-CN" altLang="en-US" sz="2800" dirty="0">
                <a:latin typeface="楷体_GB2312" panose="02010609030101010101" pitchFamily="49" charset="-122"/>
                <a:ea typeface="楷体_GB2312" panose="02010609030101010101" pitchFamily="49" charset="-122"/>
              </a:rPr>
              <a:t>分别表示生产</a:t>
            </a:r>
            <a:r>
              <a:rPr lang="en-US" altLang="zh-CN" sz="2800" dirty="0">
                <a:latin typeface="楷体_GB2312" panose="02010609030101010101" pitchFamily="49" charset="-122"/>
                <a:ea typeface="楷体_GB2312" panose="02010609030101010101" pitchFamily="49" charset="-122"/>
              </a:rPr>
              <a:t>A</a:t>
            </a:r>
            <a:r>
              <a:rPr lang="zh-CN" altLang="en-US" sz="2800" dirty="0">
                <a:latin typeface="楷体_GB2312" panose="02010609030101010101" pitchFamily="49" charset="-122"/>
                <a:ea typeface="楷体_GB2312" panose="02010609030101010101" pitchFamily="49" charset="-122"/>
              </a:rPr>
              <a:t>、</a:t>
            </a:r>
            <a:r>
              <a:rPr lang="en-US" altLang="zh-CN" sz="2800" dirty="0">
                <a:latin typeface="楷体_GB2312" panose="02010609030101010101" pitchFamily="49" charset="-122"/>
                <a:ea typeface="楷体_GB2312" panose="02010609030101010101" pitchFamily="49" charset="-122"/>
              </a:rPr>
              <a:t>B</a:t>
            </a:r>
            <a:r>
              <a:rPr lang="zh-CN" altLang="en-US" sz="2800" dirty="0">
                <a:latin typeface="楷体_GB2312" panose="02010609030101010101" pitchFamily="49" charset="-122"/>
                <a:ea typeface="楷体_GB2312" panose="02010609030101010101" pitchFamily="49" charset="-122"/>
              </a:rPr>
              <a:t>、</a:t>
            </a:r>
            <a:r>
              <a:rPr lang="en-US" altLang="zh-CN" sz="2800" dirty="0">
                <a:latin typeface="楷体_GB2312" panose="02010609030101010101" pitchFamily="49" charset="-122"/>
                <a:ea typeface="楷体_GB2312" panose="02010609030101010101" pitchFamily="49" charset="-122"/>
              </a:rPr>
              <a:t>C</a:t>
            </a:r>
            <a:r>
              <a:rPr lang="zh-CN" altLang="en-US" sz="2800" dirty="0">
                <a:latin typeface="楷体_GB2312" panose="02010609030101010101" pitchFamily="49" charset="-122"/>
                <a:ea typeface="楷体_GB2312" panose="02010609030101010101" pitchFamily="49" charset="-122"/>
              </a:rPr>
              <a:t>三种产品的量，</a:t>
            </a:r>
            <a:endParaRPr lang="zh-CN" altLang="en-US" sz="2800" dirty="0">
              <a:latin typeface="楷体_GB2312" panose="02010609030101010101" pitchFamily="49" charset="-122"/>
              <a:ea typeface="楷体_GB2312" panose="02010609030101010101" pitchFamily="49" charset="-122"/>
            </a:endParaRPr>
          </a:p>
        </p:txBody>
      </p:sp>
      <p:graphicFrame>
        <p:nvGraphicFramePr>
          <p:cNvPr id="397323" name="对象 397322"/>
          <p:cNvGraphicFramePr/>
          <p:nvPr/>
        </p:nvGraphicFramePr>
        <p:xfrm>
          <a:off x="1187450" y="508000"/>
          <a:ext cx="1438275" cy="608013"/>
        </p:xfrm>
        <a:graphic>
          <a:graphicData uri="http://schemas.openxmlformats.org/presentationml/2006/ole">
            <mc:AlternateContent xmlns:mc="http://schemas.openxmlformats.org/markup-compatibility/2006">
              <mc:Choice xmlns:v="urn:schemas-microsoft-com:vml" Requires="v">
                <p:oleObj spid="_x0000_s3076" name="" r:id="rId1" imgW="571500" imgH="241300" progId="Equation.3">
                  <p:embed/>
                </p:oleObj>
              </mc:Choice>
              <mc:Fallback>
                <p:oleObj name="" r:id="rId1" imgW="571500" imgH="241300" progId="Equation.3">
                  <p:embed/>
                  <p:pic>
                    <p:nvPicPr>
                      <p:cNvPr id="0" name="图片 3075"/>
                      <p:cNvPicPr/>
                      <p:nvPr/>
                    </p:nvPicPr>
                    <p:blipFill>
                      <a:blip r:embed="rId2"/>
                      <a:stretch>
                        <a:fillRect/>
                      </a:stretch>
                    </p:blipFill>
                    <p:spPr>
                      <a:xfrm>
                        <a:off x="1187450" y="508000"/>
                        <a:ext cx="1438275" cy="608013"/>
                      </a:xfrm>
                      <a:prstGeom prst="rect">
                        <a:avLst/>
                      </a:prstGeom>
                      <a:noFill/>
                      <a:ln w="38100">
                        <a:noFill/>
                        <a:miter/>
                      </a:ln>
                    </p:spPr>
                  </p:pic>
                </p:oleObj>
              </mc:Fallback>
            </mc:AlternateContent>
          </a:graphicData>
        </a:graphic>
      </p:graphicFrame>
      <p:sp>
        <p:nvSpPr>
          <p:cNvPr id="397324" name="矩形 397323"/>
          <p:cNvSpPr/>
          <p:nvPr/>
        </p:nvSpPr>
        <p:spPr>
          <a:xfrm>
            <a:off x="395288" y="1125538"/>
            <a:ext cx="3384550" cy="519112"/>
          </a:xfrm>
          <a:prstGeom prst="rect">
            <a:avLst/>
          </a:prstGeom>
          <a:noFill/>
          <a:ln w="9525">
            <a:noFill/>
          </a:ln>
        </p:spPr>
        <p:txBody>
          <a:bodyPr wrap="none" anchor="b">
            <a:spAutoFit/>
          </a:bodyPr>
          <a:p>
            <a:r>
              <a:rPr lang="zh-CN" altLang="en-US" sz="2800" dirty="0">
                <a:latin typeface="Arial Black" panose="020B0A04020102020204" pitchFamily="34" charset="0"/>
                <a:ea typeface="楷体_GB2312" panose="02010609030101010101" pitchFamily="49" charset="-122"/>
              </a:rPr>
              <a:t>称之为决策变量，则</a:t>
            </a:r>
            <a:endParaRPr lang="zh-CN" altLang="en-US" dirty="0">
              <a:latin typeface="Arial Black" panose="020B0A04020102020204" pitchFamily="34" charset="0"/>
            </a:endParaRPr>
          </a:p>
        </p:txBody>
      </p:sp>
      <p:pic>
        <p:nvPicPr>
          <p:cNvPr id="397325" name="图片 397324"/>
          <p:cNvPicPr>
            <a:picLocks noChangeAspect="1"/>
          </p:cNvPicPr>
          <p:nvPr/>
        </p:nvPicPr>
        <p:blipFill>
          <a:blip r:embed="rId3"/>
          <a:stretch>
            <a:fillRect/>
          </a:stretch>
        </p:blipFill>
        <p:spPr>
          <a:xfrm>
            <a:off x="2700338" y="1844675"/>
            <a:ext cx="3311525" cy="2016125"/>
          </a:xfrm>
          <a:prstGeom prst="rect">
            <a:avLst/>
          </a:prstGeom>
          <a:noFill/>
          <a:ln w="9525">
            <a:noFill/>
          </a:ln>
        </p:spPr>
      </p:pic>
      <p:graphicFrame>
        <p:nvGraphicFramePr>
          <p:cNvPr id="397326" name="表格 397325"/>
          <p:cNvGraphicFramePr/>
          <p:nvPr/>
        </p:nvGraphicFramePr>
        <p:xfrm>
          <a:off x="1979613" y="4292600"/>
          <a:ext cx="5967412" cy="2314575"/>
        </p:xfrm>
        <a:graphic>
          <a:graphicData uri="http://schemas.openxmlformats.org/drawingml/2006/table">
            <a:tbl>
              <a:tblPr/>
              <a:tblGrid>
                <a:gridCol w="1584325"/>
                <a:gridCol w="785813"/>
                <a:gridCol w="1250950"/>
                <a:gridCol w="1347787"/>
                <a:gridCol w="998538"/>
              </a:tblGrid>
              <a:tr h="365125">
                <a:tc rowSpan="2">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ClrTx/>
                        <a:buNone/>
                      </a:pPr>
                      <a:r>
                        <a:rPr lang="en-US" altLang="zh-CN" sz="1800" b="1" dirty="0">
                          <a:latin typeface="楷体_GB2312" panose="02010609030101010101" pitchFamily="49" charset="-122"/>
                          <a:ea typeface="楷体_GB2312" panose="02010609030101010101" pitchFamily="49" charset="-122"/>
                        </a:rPr>
                        <a:t>       </a:t>
                      </a:r>
                      <a:r>
                        <a:rPr lang="zh-CN" altLang="en-US" sz="1800" b="1" dirty="0">
                          <a:latin typeface="楷体_GB2312" panose="02010609030101010101" pitchFamily="49" charset="-122"/>
                          <a:ea typeface="楷体_GB2312" panose="02010609030101010101" pitchFamily="49" charset="-122"/>
                        </a:rPr>
                        <a:t>产品</a:t>
                      </a:r>
                      <a:endParaRPr lang="zh-CN" altLang="en-US" sz="1800" b="1" dirty="0">
                        <a:latin typeface="楷体_GB2312" panose="02010609030101010101" pitchFamily="49" charset="-122"/>
                        <a:ea typeface="楷体_GB2312" panose="02010609030101010101" pitchFamily="49" charset="-122"/>
                      </a:endParaRPr>
                    </a:p>
                    <a:p>
                      <a:pPr marL="0" lvl="0" indent="0" eaLnBrk="0" hangingPunct="0">
                        <a:spcBef>
                          <a:spcPct val="0"/>
                        </a:spcBef>
                        <a:buClrTx/>
                        <a:buNone/>
                      </a:pPr>
                      <a:r>
                        <a:rPr lang="zh-CN" altLang="en-US" sz="1800" b="1" dirty="0">
                          <a:latin typeface="楷体_GB2312" panose="02010609030101010101" pitchFamily="49" charset="-122"/>
                          <a:ea typeface="楷体_GB2312" panose="02010609030101010101" pitchFamily="49" charset="-122"/>
                        </a:rPr>
                        <a:t>原料</a:t>
                      </a:r>
                      <a:endParaRPr lang="zh-CN" altLang="en-US" sz="1800"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3">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zh-CN" altLang="en-US" sz="1800" dirty="0">
                          <a:latin typeface="楷体_GB2312" panose="02010609030101010101" pitchFamily="49" charset="-122"/>
                          <a:ea typeface="楷体_GB2312" panose="02010609030101010101" pitchFamily="49" charset="-122"/>
                        </a:rPr>
                        <a:t>生产每单位产品所消耗的原料</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rowSpan="2">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ClrTx/>
                        <a:buNone/>
                      </a:pPr>
                      <a:r>
                        <a:rPr lang="zh-CN" altLang="en-US" sz="1800" b="1" dirty="0">
                          <a:latin typeface="楷体_GB2312" panose="02010609030101010101" pitchFamily="49" charset="-122"/>
                          <a:ea typeface="楷体_GB2312" panose="02010609030101010101" pitchFamily="49" charset="-122"/>
                        </a:rPr>
                        <a:t>现有原料的量</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vMerge="1">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A</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B</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C</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a</a:t>
                      </a:r>
                      <a:endParaRPr lang="zh-CN" altLang="en-US" sz="1800"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3</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4</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2</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60</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b</a:t>
                      </a:r>
                      <a:endParaRPr lang="zh-CN" altLang="en-US" sz="1800"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2</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1</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2</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40</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125">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c</a:t>
                      </a:r>
                      <a:endParaRPr lang="zh-CN" altLang="en-US" sz="1800"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1</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3</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2</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80</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88950">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ClrTx/>
                        <a:buNone/>
                      </a:pPr>
                      <a:r>
                        <a:rPr lang="zh-CN" altLang="en-US" sz="1800" b="1" dirty="0">
                          <a:latin typeface="楷体_GB2312" panose="02010609030101010101" pitchFamily="49" charset="-122"/>
                          <a:ea typeface="楷体_GB2312" panose="02010609030101010101" pitchFamily="49" charset="-122"/>
                        </a:rPr>
                        <a:t>单位产品利润</a:t>
                      </a:r>
                      <a:endParaRPr lang="zh-CN" altLang="en-US" sz="1800"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2</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4</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800" b="1" dirty="0">
                          <a:latin typeface="楷体_GB2312" panose="02010609030101010101" pitchFamily="49" charset="-122"/>
                          <a:ea typeface="楷体_GB2312" panose="02010609030101010101" pitchFamily="49" charset="-122"/>
                        </a:rPr>
                        <a:t>3</a:t>
                      </a: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800"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397368" name="直接连接符 397367"/>
          <p:cNvSpPr/>
          <p:nvPr/>
        </p:nvSpPr>
        <p:spPr>
          <a:xfrm>
            <a:off x="1979613" y="4292600"/>
            <a:ext cx="1584325" cy="720725"/>
          </a:xfrm>
          <a:prstGeom prst="line">
            <a:avLst/>
          </a:prstGeom>
          <a:ln w="9525" cap="flat" cmpd="sng">
            <a:solidFill>
              <a:schemeClr val="tx1"/>
            </a:solidFill>
            <a:prstDash val="solid"/>
            <a:headEnd type="none" w="med" len="med"/>
            <a:tailEnd type="none" w="med" len="med"/>
          </a:ln>
        </p:spPr>
      </p:sp>
      <p:sp>
        <p:nvSpPr>
          <p:cNvPr id="397369" name="文本框 397368"/>
          <p:cNvSpPr txBox="1"/>
          <p:nvPr/>
        </p:nvSpPr>
        <p:spPr>
          <a:xfrm>
            <a:off x="6378575" y="1773238"/>
            <a:ext cx="1403350" cy="457200"/>
          </a:xfrm>
          <a:prstGeom prst="rect">
            <a:avLst/>
          </a:prstGeom>
          <a:noFill/>
          <a:ln w="9525">
            <a:noFill/>
          </a:ln>
        </p:spPr>
        <p:txBody>
          <a:bodyPr wrap="none" anchor="b">
            <a:spAutoFit/>
          </a:bodyPr>
          <a:p>
            <a:r>
              <a:rPr lang="zh-CN" altLang="en-US" sz="2400" dirty="0">
                <a:latin typeface="Arial Black" panose="020B0A04020102020204" pitchFamily="34" charset="0"/>
                <a:ea typeface="楷体_GB2312" panose="02010609030101010101" pitchFamily="49" charset="-122"/>
              </a:rPr>
              <a:t>目标函数</a:t>
            </a:r>
            <a:endParaRPr lang="zh-CN" altLang="en-US" sz="2400" dirty="0">
              <a:latin typeface="Arial Black" panose="020B0A04020102020204" pitchFamily="34" charset="0"/>
              <a:ea typeface="楷体_GB2312" panose="02010609030101010101" pitchFamily="49" charset="-122"/>
            </a:endParaRPr>
          </a:p>
        </p:txBody>
      </p:sp>
      <p:sp>
        <p:nvSpPr>
          <p:cNvPr id="397370" name="直接连接符 397369"/>
          <p:cNvSpPr/>
          <p:nvPr/>
        </p:nvSpPr>
        <p:spPr>
          <a:xfrm flipH="1">
            <a:off x="6011863" y="2060575"/>
            <a:ext cx="288925" cy="0"/>
          </a:xfrm>
          <a:prstGeom prst="line">
            <a:avLst/>
          </a:prstGeom>
          <a:ln w="9525" cap="flat" cmpd="sng">
            <a:solidFill>
              <a:schemeClr val="tx1"/>
            </a:solidFill>
            <a:prstDash val="solid"/>
            <a:headEnd type="none" w="med" len="med"/>
            <a:tailEnd type="triangle" w="med" len="med"/>
          </a:ln>
        </p:spPr>
      </p:sp>
      <p:sp>
        <p:nvSpPr>
          <p:cNvPr id="397371" name="右大括号 397370"/>
          <p:cNvSpPr/>
          <p:nvPr/>
        </p:nvSpPr>
        <p:spPr>
          <a:xfrm>
            <a:off x="6084888" y="2349500"/>
            <a:ext cx="142875" cy="1439863"/>
          </a:xfrm>
          <a:prstGeom prst="rightBrace">
            <a:avLst>
              <a:gd name="adj1" fmla="val 83981"/>
              <a:gd name="adj2" fmla="val 50000"/>
            </a:avLst>
          </a:prstGeom>
          <a:noFill/>
          <a:ln w="9525" cap="flat" cmpd="sng">
            <a:solidFill>
              <a:schemeClr val="tx1"/>
            </a:solidFill>
            <a:prstDash val="solid"/>
            <a:headEnd type="none" w="med" len="med"/>
            <a:tailEnd type="none" w="med" len="med"/>
          </a:ln>
        </p:spPr>
        <p:txBody>
          <a:bodyPr/>
          <a:p>
            <a:endParaRPr lang="zh-CN" altLang="en-US"/>
          </a:p>
        </p:txBody>
      </p:sp>
      <p:sp>
        <p:nvSpPr>
          <p:cNvPr id="397372" name="文本框 397371"/>
          <p:cNvSpPr txBox="1"/>
          <p:nvPr/>
        </p:nvSpPr>
        <p:spPr>
          <a:xfrm>
            <a:off x="6516688" y="2708275"/>
            <a:ext cx="1655762" cy="457200"/>
          </a:xfrm>
          <a:prstGeom prst="rect">
            <a:avLst/>
          </a:prstGeom>
          <a:noFill/>
          <a:ln w="9525">
            <a:noFill/>
          </a:ln>
        </p:spPr>
        <p:txBody>
          <a:bodyPr anchor="b">
            <a:spAutoFit/>
          </a:bodyPr>
          <a:p>
            <a:pPr algn="l"/>
            <a:r>
              <a:rPr lang="zh-CN" altLang="en-US" sz="2400" dirty="0">
                <a:latin typeface="Arial Black" panose="020B0A04020102020204" pitchFamily="34" charset="0"/>
                <a:ea typeface="楷体_GB2312" panose="02010609030101010101" pitchFamily="49" charset="-122"/>
              </a:rPr>
              <a:t>约束条件</a:t>
            </a:r>
            <a:endParaRPr lang="zh-CN" altLang="en-US" sz="2400" dirty="0">
              <a:latin typeface="Arial Black" panose="020B0A04020102020204" pitchFamily="34" charset="0"/>
              <a:ea typeface="楷体_GB2312" panose="02010609030101010101" pitchFamily="49" charset="-122"/>
            </a:endParaRPr>
          </a:p>
        </p:txBody>
      </p:sp>
      <p:sp>
        <p:nvSpPr>
          <p:cNvPr id="2" name="灯片编号占位符 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97319"/>
                                        </p:tgtEl>
                                        <p:attrNameLst>
                                          <p:attrName>style.visibility</p:attrName>
                                        </p:attrNameLst>
                                      </p:cBhvr>
                                      <p:to>
                                        <p:strVal val="visible"/>
                                      </p:to>
                                    </p:set>
                                    <p:animEffect transition="in" filter="checkerboard(across)">
                                      <p:cBhvr>
                                        <p:cTn id="7" dur="500"/>
                                        <p:tgtEl>
                                          <p:spTgt spid="397319"/>
                                        </p:tgtEl>
                                      </p:cBhvr>
                                    </p:animEffect>
                                  </p:childTnLst>
                                </p:cTn>
                              </p:par>
                              <p:par>
                                <p:cTn id="8" presetID="5" presetClass="entr" presetSubtype="10" fill="hold" nodeType="withEffect">
                                  <p:stCondLst>
                                    <p:cond delay="0"/>
                                  </p:stCondLst>
                                  <p:childTnLst>
                                    <p:set>
                                      <p:cBhvr>
                                        <p:cTn id="9" dur="1" fill="hold">
                                          <p:stCondLst>
                                            <p:cond delay="0"/>
                                          </p:stCondLst>
                                        </p:cTn>
                                        <p:tgtEl>
                                          <p:spTgt spid="397323"/>
                                        </p:tgtEl>
                                        <p:attrNameLst>
                                          <p:attrName>style.visibility</p:attrName>
                                        </p:attrNameLst>
                                      </p:cBhvr>
                                      <p:to>
                                        <p:strVal val="visible"/>
                                      </p:to>
                                    </p:set>
                                    <p:animEffect transition="in" filter="checkerboard(across)">
                                      <p:cBhvr>
                                        <p:cTn id="10" dur="500"/>
                                        <p:tgtEl>
                                          <p:spTgt spid="397323"/>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397322"/>
                                        </p:tgtEl>
                                        <p:attrNameLst>
                                          <p:attrName>style.visibility</p:attrName>
                                        </p:attrNameLst>
                                      </p:cBhvr>
                                      <p:to>
                                        <p:strVal val="visible"/>
                                      </p:to>
                                    </p:set>
                                    <p:animEffect transition="in" filter="checkerboard(across)">
                                      <p:cBhvr>
                                        <p:cTn id="13" dur="500"/>
                                        <p:tgtEl>
                                          <p:spTgt spid="397322"/>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397324"/>
                                        </p:tgtEl>
                                        <p:attrNameLst>
                                          <p:attrName>style.visibility</p:attrName>
                                        </p:attrNameLst>
                                      </p:cBhvr>
                                      <p:to>
                                        <p:strVal val="visible"/>
                                      </p:to>
                                    </p:set>
                                    <p:animEffect transition="in" filter="checkerboard(across)">
                                      <p:cBhvr>
                                        <p:cTn id="18" dur="500"/>
                                        <p:tgtEl>
                                          <p:spTgt spid="397324"/>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397325"/>
                                        </p:tgtEl>
                                        <p:attrNameLst>
                                          <p:attrName>style.visibility</p:attrName>
                                        </p:attrNameLst>
                                      </p:cBhvr>
                                      <p:to>
                                        <p:strVal val="visible"/>
                                      </p:to>
                                    </p:set>
                                    <p:animEffect transition="in" filter="checkerboard(across)">
                                      <p:cBhvr>
                                        <p:cTn id="23" dur="500"/>
                                        <p:tgtEl>
                                          <p:spTgt spid="397325"/>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397370"/>
                                        </p:tgtEl>
                                        <p:attrNameLst>
                                          <p:attrName>style.visibility</p:attrName>
                                        </p:attrNameLst>
                                      </p:cBhvr>
                                      <p:to>
                                        <p:strVal val="visible"/>
                                      </p:to>
                                    </p:set>
                                    <p:animEffect transition="in" filter="checkerboard(across)">
                                      <p:cBhvr>
                                        <p:cTn id="28" dur="500"/>
                                        <p:tgtEl>
                                          <p:spTgt spid="397370"/>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397369"/>
                                        </p:tgtEl>
                                        <p:attrNameLst>
                                          <p:attrName>style.visibility</p:attrName>
                                        </p:attrNameLst>
                                      </p:cBhvr>
                                      <p:to>
                                        <p:strVal val="visible"/>
                                      </p:to>
                                    </p:set>
                                    <p:animEffect transition="in" filter="checkerboard(across)">
                                      <p:cBhvr>
                                        <p:cTn id="31" dur="500"/>
                                        <p:tgtEl>
                                          <p:spTgt spid="397369"/>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397371"/>
                                        </p:tgtEl>
                                        <p:attrNameLst>
                                          <p:attrName>style.visibility</p:attrName>
                                        </p:attrNameLst>
                                      </p:cBhvr>
                                      <p:to>
                                        <p:strVal val="visible"/>
                                      </p:to>
                                    </p:set>
                                    <p:animEffect transition="in" filter="checkerboard(across)">
                                      <p:cBhvr>
                                        <p:cTn id="36" dur="500"/>
                                        <p:tgtEl>
                                          <p:spTgt spid="397371"/>
                                        </p:tgtEl>
                                      </p:cBhvr>
                                    </p:animEffect>
                                  </p:childTnLst>
                                </p:cTn>
                              </p:par>
                              <p:par>
                                <p:cTn id="37" presetID="5" presetClass="entr" presetSubtype="10" fill="hold" grpId="0" nodeType="withEffect">
                                  <p:stCondLst>
                                    <p:cond delay="0"/>
                                  </p:stCondLst>
                                  <p:childTnLst>
                                    <p:set>
                                      <p:cBhvr>
                                        <p:cTn id="38" dur="1" fill="hold">
                                          <p:stCondLst>
                                            <p:cond delay="0"/>
                                          </p:stCondLst>
                                        </p:cTn>
                                        <p:tgtEl>
                                          <p:spTgt spid="397372"/>
                                        </p:tgtEl>
                                        <p:attrNameLst>
                                          <p:attrName>style.visibility</p:attrName>
                                        </p:attrNameLst>
                                      </p:cBhvr>
                                      <p:to>
                                        <p:strVal val="visible"/>
                                      </p:to>
                                    </p:set>
                                    <p:animEffect transition="in" filter="checkerboard(across)">
                                      <p:cBhvr>
                                        <p:cTn id="39" dur="500"/>
                                        <p:tgtEl>
                                          <p:spTgt spid="397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9" grpId="0"/>
      <p:bldP spid="397322" grpId="0"/>
      <p:bldP spid="397324" grpId="0"/>
      <p:bldP spid="397369" grpId="0"/>
      <p:bldP spid="39737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8340" name="矩形 398339"/>
          <p:cNvSpPr/>
          <p:nvPr/>
        </p:nvSpPr>
        <p:spPr>
          <a:xfrm>
            <a:off x="827088" y="620713"/>
            <a:ext cx="7561262" cy="822325"/>
          </a:xfrm>
          <a:prstGeom prst="rect">
            <a:avLst/>
          </a:prstGeom>
          <a:noFill/>
          <a:ln w="9525">
            <a:noFill/>
          </a:ln>
        </p:spPr>
        <p:txBody>
          <a:bodyPr anchor="ctr">
            <a:spAutoFit/>
          </a:bodyPr>
          <a:p>
            <a:pPr algn="l" defTabSz="0">
              <a:buFont typeface="Wingdings" panose="05000000000000000000" pitchFamily="2" charset="2"/>
              <a:buChar char=""/>
              <a:tabLst>
                <a:tab pos="457200" algn="l"/>
              </a:tabLst>
            </a:pPr>
            <a:r>
              <a:rPr lang="zh-CN" altLang="en-US" sz="2400" dirty="0">
                <a:solidFill>
                  <a:schemeClr val="tx2"/>
                </a:solidFill>
                <a:latin typeface="Arial Black" panose="020B0A04020102020204" pitchFamily="34" charset="0"/>
                <a:ea typeface="楷体_GB2312" panose="02010609030101010101" pitchFamily="49" charset="-122"/>
              </a:rPr>
              <a:t>目标函数</a:t>
            </a:r>
            <a:r>
              <a:rPr lang="zh-CN" altLang="en-US" sz="2400" dirty="0">
                <a:latin typeface="Arial Black" panose="020B0A04020102020204" pitchFamily="34" charset="0"/>
                <a:ea typeface="楷体_GB2312" panose="02010609030101010101" pitchFamily="49" charset="-122"/>
              </a:rPr>
              <a:t>：利润最大化、成本最小化，表现为决策变量的一个函数；</a:t>
            </a:r>
            <a:endParaRPr lang="zh-CN" altLang="en-US" sz="2400" dirty="0">
              <a:latin typeface="Arial Black" panose="020B0A04020102020204" pitchFamily="34" charset="0"/>
              <a:ea typeface="楷体_GB2312" panose="02010609030101010101" pitchFamily="49" charset="-122"/>
            </a:endParaRPr>
          </a:p>
        </p:txBody>
      </p:sp>
      <p:sp>
        <p:nvSpPr>
          <p:cNvPr id="398341" name="矩形 398340"/>
          <p:cNvSpPr/>
          <p:nvPr/>
        </p:nvSpPr>
        <p:spPr>
          <a:xfrm>
            <a:off x="827088" y="1700213"/>
            <a:ext cx="7993062" cy="822325"/>
          </a:xfrm>
          <a:prstGeom prst="rect">
            <a:avLst/>
          </a:prstGeom>
          <a:noFill/>
          <a:ln w="9525">
            <a:noFill/>
          </a:ln>
        </p:spPr>
        <p:txBody>
          <a:bodyPr anchor="ctr">
            <a:spAutoFit/>
          </a:bodyPr>
          <a:p>
            <a:pPr algn="l" defTabSz="0">
              <a:buFont typeface="Wingdings" panose="05000000000000000000" pitchFamily="2" charset="2"/>
              <a:buChar char=""/>
              <a:tabLst>
                <a:tab pos="457200" algn="l"/>
              </a:tabLst>
            </a:pPr>
            <a:r>
              <a:rPr lang="zh-CN" altLang="en-US" sz="2400" dirty="0">
                <a:solidFill>
                  <a:schemeClr val="tx2"/>
                </a:solidFill>
                <a:latin typeface="Arial Black" panose="020B0A04020102020204" pitchFamily="34" charset="0"/>
                <a:ea typeface="楷体_GB2312" panose="02010609030101010101" pitchFamily="49" charset="-122"/>
              </a:rPr>
              <a:t>约束条件</a:t>
            </a:r>
            <a:r>
              <a:rPr lang="zh-CN" altLang="en-US" sz="2400" dirty="0">
                <a:latin typeface="Arial Black" panose="020B0A04020102020204" pitchFamily="34" charset="0"/>
                <a:ea typeface="楷体_GB2312" panose="02010609030101010101" pitchFamily="49" charset="-122"/>
              </a:rPr>
              <a:t>：资源、工期等，表现为决策变量的一些等式或不等式。</a:t>
            </a:r>
            <a:endParaRPr lang="zh-CN" altLang="en-US" sz="2400" dirty="0">
              <a:latin typeface="Arial Black" panose="020B0A04020102020204" pitchFamily="34" charset="0"/>
              <a:ea typeface="楷体_GB2312" panose="02010609030101010101" pitchFamily="49" charset="-122"/>
            </a:endParaRPr>
          </a:p>
        </p:txBody>
      </p:sp>
      <p:sp>
        <p:nvSpPr>
          <p:cNvPr id="398342" name="矩形 398341"/>
          <p:cNvSpPr/>
          <p:nvPr/>
        </p:nvSpPr>
        <p:spPr>
          <a:xfrm>
            <a:off x="755650" y="2781300"/>
            <a:ext cx="8064500" cy="1187450"/>
          </a:xfrm>
          <a:prstGeom prst="rect">
            <a:avLst/>
          </a:prstGeom>
          <a:noFill/>
          <a:ln w="9525">
            <a:noFill/>
          </a:ln>
        </p:spPr>
        <p:txBody>
          <a:bodyPr anchor="ctr">
            <a:spAutoFit/>
          </a:bodyPr>
          <a:p>
            <a:pPr algn="l"/>
            <a:r>
              <a:rPr lang="zh-CN" altLang="en-US" sz="2400" dirty="0">
                <a:solidFill>
                  <a:schemeClr val="tx2"/>
                </a:solidFill>
                <a:latin typeface="楷体_GB2312" panose="02010609030101010101" pitchFamily="49" charset="-122"/>
                <a:ea typeface="楷体_GB2312" panose="02010609030101010101" pitchFamily="49" charset="-122"/>
              </a:rPr>
              <a:t>线性规划问题</a:t>
            </a:r>
            <a:r>
              <a:rPr lang="zh-CN" altLang="en-US" sz="2400" dirty="0">
                <a:latin typeface="楷体_GB2312" panose="02010609030101010101" pitchFamily="49" charset="-122"/>
                <a:ea typeface="楷体_GB2312" panose="02010609030101010101" pitchFamily="49" charset="-122"/>
              </a:rPr>
              <a:t>：在满足由一些线性等式或不等式组成的约束条件下，求决策变量的一组具体取值，使得一个线性目标函数实现最优（大或小）化。 </a:t>
            </a:r>
            <a:endParaRPr lang="zh-CN" altLang="en-US" sz="2400" dirty="0">
              <a:latin typeface="楷体_GB2312" panose="02010609030101010101" pitchFamily="49" charset="-122"/>
              <a:ea typeface="楷体_GB2312" panose="02010609030101010101" pitchFamily="49" charset="-122"/>
            </a:endParaRPr>
          </a:p>
        </p:txBody>
      </p:sp>
      <p:pic>
        <p:nvPicPr>
          <p:cNvPr id="398343" name="图片 398342"/>
          <p:cNvPicPr>
            <a:picLocks noChangeAspect="1"/>
          </p:cNvPicPr>
          <p:nvPr/>
        </p:nvPicPr>
        <p:blipFill>
          <a:blip r:embed="rId1"/>
          <a:stretch>
            <a:fillRect/>
          </a:stretch>
        </p:blipFill>
        <p:spPr>
          <a:xfrm>
            <a:off x="1692275" y="4797425"/>
            <a:ext cx="6335713" cy="1949450"/>
          </a:xfrm>
          <a:prstGeom prst="rect">
            <a:avLst/>
          </a:prstGeom>
          <a:noFill/>
          <a:ln w="9525">
            <a:noFill/>
          </a:ln>
        </p:spPr>
      </p:pic>
      <p:sp>
        <p:nvSpPr>
          <p:cNvPr id="398344" name="矩形 398343"/>
          <p:cNvSpPr/>
          <p:nvPr/>
        </p:nvSpPr>
        <p:spPr>
          <a:xfrm>
            <a:off x="684213" y="4221163"/>
            <a:ext cx="3167062" cy="457200"/>
          </a:xfrm>
          <a:prstGeom prst="rect">
            <a:avLst/>
          </a:prstGeom>
          <a:noFill/>
          <a:ln w="9525">
            <a:noFill/>
          </a:ln>
        </p:spPr>
        <p:txBody>
          <a:bodyPr anchor="b">
            <a:spAutoFit/>
          </a:bodyPr>
          <a:p>
            <a:r>
              <a:rPr lang="zh-CN" altLang="en-US" sz="2400" dirty="0">
                <a:solidFill>
                  <a:schemeClr val="tx2"/>
                </a:solidFill>
                <a:latin typeface="Arial Black" panose="020B0A04020102020204" pitchFamily="34" charset="0"/>
                <a:ea typeface="楷体_GB2312" panose="02010609030101010101" pitchFamily="49" charset="-122"/>
              </a:rPr>
              <a:t>线性规划的数学式子</a:t>
            </a:r>
            <a:endParaRPr lang="zh-CN" altLang="en-US" sz="2400" dirty="0">
              <a:solidFill>
                <a:schemeClr val="tx2"/>
              </a:solidFill>
              <a:latin typeface="Arial Black" panose="020B0A04020102020204" pitchFamily="34" charset="0"/>
              <a:ea typeface="楷体_GB2312" panose="02010609030101010101" pitchFamily="49" charset="-122"/>
            </a:endParaRPr>
          </a:p>
        </p:txBody>
      </p:sp>
      <p:sp>
        <p:nvSpPr>
          <p:cNvPr id="2" name="灯片编号占位符 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98340"/>
                                        </p:tgtEl>
                                        <p:attrNameLst>
                                          <p:attrName>style.visibility</p:attrName>
                                        </p:attrNameLst>
                                      </p:cBhvr>
                                      <p:to>
                                        <p:strVal val="visible"/>
                                      </p:to>
                                    </p:set>
                                    <p:animEffect transition="in" filter="checkerboard(across)">
                                      <p:cBhvr>
                                        <p:cTn id="7" dur="500"/>
                                        <p:tgtEl>
                                          <p:spTgt spid="39834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98341"/>
                                        </p:tgtEl>
                                        <p:attrNameLst>
                                          <p:attrName>style.visibility</p:attrName>
                                        </p:attrNameLst>
                                      </p:cBhvr>
                                      <p:to>
                                        <p:strVal val="visible"/>
                                      </p:to>
                                    </p:set>
                                    <p:animEffect transition="in" filter="checkerboard(across)">
                                      <p:cBhvr>
                                        <p:cTn id="12" dur="500"/>
                                        <p:tgtEl>
                                          <p:spTgt spid="39834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98342"/>
                                        </p:tgtEl>
                                        <p:attrNameLst>
                                          <p:attrName>style.visibility</p:attrName>
                                        </p:attrNameLst>
                                      </p:cBhvr>
                                      <p:to>
                                        <p:strVal val="visible"/>
                                      </p:to>
                                    </p:set>
                                    <p:animEffect transition="in" filter="checkerboard(across)">
                                      <p:cBhvr>
                                        <p:cTn id="17" dur="500"/>
                                        <p:tgtEl>
                                          <p:spTgt spid="39834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98344"/>
                                        </p:tgtEl>
                                        <p:attrNameLst>
                                          <p:attrName>style.visibility</p:attrName>
                                        </p:attrNameLst>
                                      </p:cBhvr>
                                      <p:to>
                                        <p:strVal val="visible"/>
                                      </p:to>
                                    </p:set>
                                    <p:animEffect transition="in" filter="checkerboard(across)">
                                      <p:cBhvr>
                                        <p:cTn id="22" dur="500"/>
                                        <p:tgtEl>
                                          <p:spTgt spid="398344"/>
                                        </p:tgtEl>
                                      </p:cBhvr>
                                    </p:animEffect>
                                  </p:childTnLst>
                                </p:cTn>
                              </p:par>
                              <p:par>
                                <p:cTn id="23" presetID="5" presetClass="entr" presetSubtype="10" fill="hold" nodeType="withEffect">
                                  <p:stCondLst>
                                    <p:cond delay="0"/>
                                  </p:stCondLst>
                                  <p:childTnLst>
                                    <p:set>
                                      <p:cBhvr>
                                        <p:cTn id="24" dur="1" fill="hold">
                                          <p:stCondLst>
                                            <p:cond delay="0"/>
                                          </p:stCondLst>
                                        </p:cTn>
                                        <p:tgtEl>
                                          <p:spTgt spid="398343"/>
                                        </p:tgtEl>
                                        <p:attrNameLst>
                                          <p:attrName>style.visibility</p:attrName>
                                        </p:attrNameLst>
                                      </p:cBhvr>
                                      <p:to>
                                        <p:strVal val="visible"/>
                                      </p:to>
                                    </p:set>
                                    <p:animEffect transition="in" filter="checkerboard(across)">
                                      <p:cBhvr>
                                        <p:cTn id="25" dur="500"/>
                                        <p:tgtEl>
                                          <p:spTgt spid="398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40" grpId="0"/>
      <p:bldP spid="398341" grpId="0"/>
      <p:bldP spid="398342" grpId="0"/>
      <p:bldP spid="39834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809" name="圆角矩形标注 33808"/>
          <p:cNvSpPr/>
          <p:nvPr/>
        </p:nvSpPr>
        <p:spPr>
          <a:xfrm>
            <a:off x="684213" y="2924175"/>
            <a:ext cx="8208962" cy="3168650"/>
          </a:xfrm>
          <a:prstGeom prst="wedgeRoundRectCallout">
            <a:avLst>
              <a:gd name="adj1" fmla="val -42051"/>
              <a:gd name="adj2" fmla="val 29106"/>
              <a:gd name="adj3" fmla="val 16667"/>
            </a:avLst>
          </a:prstGeom>
          <a:solidFill>
            <a:srgbClr val="99CC00">
              <a:alpha val="39999"/>
            </a:srgbClr>
          </a:solidFill>
          <a:ln w="19050" cap="flat" cmpd="sng">
            <a:solidFill>
              <a:srgbClr val="008000"/>
            </a:solidFill>
            <a:prstDash val="sysDot"/>
            <a:miter/>
            <a:headEnd type="none" w="med" len="med"/>
            <a:tailEnd type="none" w="med" len="med"/>
          </a:ln>
        </p:spPr>
        <p:txBody>
          <a:bodyPr anchor="b"/>
          <a:p>
            <a:pPr algn="l">
              <a:spcBef>
                <a:spcPct val="20000"/>
              </a:spcBef>
              <a:buClr>
                <a:schemeClr val="bg2"/>
              </a:buClr>
              <a:buSzPct val="75000"/>
              <a:buFont typeface="Wingdings" panose="05000000000000000000" pitchFamily="2" charset="2"/>
              <a:buNone/>
            </a:pPr>
            <a:r>
              <a:rPr lang="en-US" altLang="zh-CN" sz="2400" dirty="0">
                <a:latin typeface="楷体_GB2312" panose="02010609030101010101" pitchFamily="49" charset="-122"/>
                <a:ea typeface="楷体_GB2312" panose="02010609030101010101" pitchFamily="49" charset="-122"/>
              </a:rPr>
              <a:t> </a:t>
            </a:r>
            <a:r>
              <a:rPr lang="zh-CN" altLang="en-US" sz="2400" dirty="0">
                <a:latin typeface="楷体_GB2312" panose="02010609030101010101" pitchFamily="49" charset="-122"/>
                <a:ea typeface="楷体_GB2312" panose="02010609030101010101" pitchFamily="49" charset="-122"/>
              </a:rPr>
              <a:t>线性规划实例：某机床厂生产甲、乙两种机床，每台销售后的利润分别为</a:t>
            </a:r>
            <a:r>
              <a:rPr lang="en-US" altLang="zh-CN" sz="2400" dirty="0">
                <a:latin typeface="楷体_GB2312" panose="02010609030101010101" pitchFamily="49" charset="-122"/>
                <a:ea typeface="楷体_GB2312" panose="02010609030101010101" pitchFamily="49" charset="-122"/>
              </a:rPr>
              <a:t>4</a:t>
            </a:r>
            <a:r>
              <a:rPr lang="zh-CN" altLang="en-US" sz="2400" dirty="0">
                <a:latin typeface="楷体_GB2312" panose="02010609030101010101" pitchFamily="49" charset="-122"/>
                <a:ea typeface="楷体_GB2312" panose="02010609030101010101" pitchFamily="49" charset="-122"/>
              </a:rPr>
              <a:t>元与</a:t>
            </a:r>
            <a:r>
              <a:rPr lang="en-US" altLang="zh-CN" sz="2400" dirty="0">
                <a:latin typeface="楷体_GB2312" panose="02010609030101010101" pitchFamily="49" charset="-122"/>
                <a:ea typeface="楷体_GB2312" panose="02010609030101010101" pitchFamily="49" charset="-122"/>
              </a:rPr>
              <a:t>3</a:t>
            </a:r>
            <a:r>
              <a:rPr lang="zh-CN" altLang="en-US" sz="2400" dirty="0">
                <a:latin typeface="楷体_GB2312" panose="02010609030101010101" pitchFamily="49" charset="-122"/>
                <a:ea typeface="楷体_GB2312" panose="02010609030101010101" pitchFamily="49" charset="-122"/>
              </a:rPr>
              <a:t>元。生产甲机床需用</a:t>
            </a:r>
            <a:r>
              <a:rPr lang="en-US" altLang="zh-CN" sz="2400" dirty="0">
                <a:latin typeface="楷体_GB2312" panose="02010609030101010101" pitchFamily="49" charset="-122"/>
                <a:ea typeface="楷体_GB2312" panose="02010609030101010101" pitchFamily="49" charset="-122"/>
              </a:rPr>
              <a:t>A</a:t>
            </a: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B</a:t>
            </a:r>
            <a:r>
              <a:rPr lang="zh-CN" altLang="en-US" sz="2400" dirty="0">
                <a:latin typeface="楷体_GB2312" panose="02010609030101010101" pitchFamily="49" charset="-122"/>
                <a:ea typeface="楷体_GB2312" panose="02010609030101010101" pitchFamily="49" charset="-122"/>
              </a:rPr>
              <a:t>机器加工，加工时间分别为每台 </a:t>
            </a:r>
            <a:r>
              <a:rPr lang="en-US" altLang="zh-CN" sz="2400" dirty="0">
                <a:latin typeface="楷体_GB2312" panose="02010609030101010101" pitchFamily="49" charset="-122"/>
                <a:ea typeface="楷体_GB2312" panose="02010609030101010101" pitchFamily="49" charset="-122"/>
              </a:rPr>
              <a:t>2</a:t>
            </a:r>
            <a:r>
              <a:rPr lang="zh-CN" altLang="en-US" sz="2400" dirty="0">
                <a:latin typeface="楷体_GB2312" panose="02010609030101010101" pitchFamily="49" charset="-122"/>
                <a:ea typeface="楷体_GB2312" panose="02010609030101010101" pitchFamily="49" charset="-122"/>
              </a:rPr>
              <a:t>小时和</a:t>
            </a:r>
            <a:r>
              <a:rPr lang="en-US" altLang="zh-CN" sz="2400" dirty="0">
                <a:latin typeface="楷体_GB2312" panose="02010609030101010101" pitchFamily="49" charset="-122"/>
                <a:ea typeface="楷体_GB2312" panose="02010609030101010101" pitchFamily="49" charset="-122"/>
              </a:rPr>
              <a:t>1</a:t>
            </a:r>
            <a:r>
              <a:rPr lang="zh-CN" altLang="en-US" sz="2400" dirty="0">
                <a:latin typeface="楷体_GB2312" panose="02010609030101010101" pitchFamily="49" charset="-122"/>
                <a:ea typeface="楷体_GB2312" panose="02010609030101010101" pitchFamily="49" charset="-122"/>
              </a:rPr>
              <a:t>小时；生产乙机床需用</a:t>
            </a:r>
            <a:r>
              <a:rPr lang="en-US" altLang="zh-CN" sz="2400" dirty="0">
                <a:latin typeface="楷体_GB2312" panose="02010609030101010101" pitchFamily="49" charset="-122"/>
                <a:ea typeface="楷体_GB2312" panose="02010609030101010101" pitchFamily="49" charset="-122"/>
              </a:rPr>
              <a:t>A</a:t>
            </a: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B</a:t>
            </a: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C</a:t>
            </a:r>
            <a:r>
              <a:rPr lang="zh-CN" altLang="en-US" sz="2400" dirty="0">
                <a:latin typeface="楷体_GB2312" panose="02010609030101010101" pitchFamily="49" charset="-122"/>
                <a:ea typeface="楷体_GB2312" panose="02010609030101010101" pitchFamily="49" charset="-122"/>
              </a:rPr>
              <a:t>三种机器加工，加工时间为每台各一小时。若每天可用于加工的机器时数分别为</a:t>
            </a:r>
            <a:r>
              <a:rPr lang="en-US" altLang="zh-CN" sz="2400" dirty="0">
                <a:latin typeface="楷体_GB2312" panose="02010609030101010101" pitchFamily="49" charset="-122"/>
                <a:ea typeface="楷体_GB2312" panose="02010609030101010101" pitchFamily="49" charset="-122"/>
              </a:rPr>
              <a:t>A</a:t>
            </a:r>
            <a:r>
              <a:rPr lang="zh-CN" altLang="en-US" sz="2400" dirty="0">
                <a:latin typeface="楷体_GB2312" panose="02010609030101010101" pitchFamily="49" charset="-122"/>
                <a:ea typeface="楷体_GB2312" panose="02010609030101010101" pitchFamily="49" charset="-122"/>
              </a:rPr>
              <a:t>机器</a:t>
            </a:r>
            <a:r>
              <a:rPr lang="en-US" altLang="zh-CN" sz="2400" dirty="0">
                <a:latin typeface="楷体_GB2312" panose="02010609030101010101" pitchFamily="49" charset="-122"/>
                <a:ea typeface="楷体_GB2312" panose="02010609030101010101" pitchFamily="49" charset="-122"/>
              </a:rPr>
              <a:t>10</a:t>
            </a:r>
            <a:r>
              <a:rPr lang="zh-CN" altLang="en-US" sz="2400" dirty="0">
                <a:latin typeface="楷体_GB2312" panose="02010609030101010101" pitchFamily="49" charset="-122"/>
                <a:ea typeface="楷体_GB2312" panose="02010609030101010101" pitchFamily="49" charset="-122"/>
              </a:rPr>
              <a:t>小时、</a:t>
            </a:r>
            <a:r>
              <a:rPr lang="en-US" altLang="zh-CN" sz="2400" dirty="0">
                <a:latin typeface="楷体_GB2312" panose="02010609030101010101" pitchFamily="49" charset="-122"/>
                <a:ea typeface="楷体_GB2312" panose="02010609030101010101" pitchFamily="49" charset="-122"/>
              </a:rPr>
              <a:t>B</a:t>
            </a:r>
            <a:r>
              <a:rPr lang="zh-CN" altLang="en-US" sz="2400" dirty="0">
                <a:latin typeface="楷体_GB2312" panose="02010609030101010101" pitchFamily="49" charset="-122"/>
                <a:ea typeface="楷体_GB2312" panose="02010609030101010101" pitchFamily="49" charset="-122"/>
              </a:rPr>
              <a:t>机器</a:t>
            </a:r>
            <a:r>
              <a:rPr lang="en-US" altLang="zh-CN" sz="2400" dirty="0">
                <a:latin typeface="楷体_GB2312" panose="02010609030101010101" pitchFamily="49" charset="-122"/>
                <a:ea typeface="楷体_GB2312" panose="02010609030101010101" pitchFamily="49" charset="-122"/>
              </a:rPr>
              <a:t>8</a:t>
            </a:r>
            <a:r>
              <a:rPr lang="zh-CN" altLang="en-US" sz="2400" dirty="0">
                <a:latin typeface="楷体_GB2312" panose="02010609030101010101" pitchFamily="49" charset="-122"/>
                <a:ea typeface="楷体_GB2312" panose="02010609030101010101" pitchFamily="49" charset="-122"/>
              </a:rPr>
              <a:t>小时和</a:t>
            </a:r>
            <a:r>
              <a:rPr lang="en-US" altLang="zh-CN" sz="2400" dirty="0">
                <a:latin typeface="楷体_GB2312" panose="02010609030101010101" pitchFamily="49" charset="-122"/>
                <a:ea typeface="楷体_GB2312" panose="02010609030101010101" pitchFamily="49" charset="-122"/>
              </a:rPr>
              <a:t>C</a:t>
            </a:r>
            <a:r>
              <a:rPr lang="zh-CN" altLang="en-US" sz="2400" dirty="0">
                <a:latin typeface="楷体_GB2312" panose="02010609030101010101" pitchFamily="49" charset="-122"/>
                <a:ea typeface="楷体_GB2312" panose="02010609030101010101" pitchFamily="49" charset="-122"/>
              </a:rPr>
              <a:t>机器</a:t>
            </a:r>
            <a:r>
              <a:rPr lang="en-US" altLang="zh-CN" sz="2400" dirty="0">
                <a:latin typeface="楷体_GB2312" panose="02010609030101010101" pitchFamily="49" charset="-122"/>
                <a:ea typeface="楷体_GB2312" panose="02010609030101010101" pitchFamily="49" charset="-122"/>
              </a:rPr>
              <a:t>7</a:t>
            </a:r>
            <a:r>
              <a:rPr lang="zh-CN" altLang="en-US" sz="2400" dirty="0">
                <a:latin typeface="楷体_GB2312" panose="02010609030101010101" pitchFamily="49" charset="-122"/>
                <a:ea typeface="楷体_GB2312" panose="02010609030101010101" pitchFamily="49" charset="-122"/>
              </a:rPr>
              <a:t>小时，问该厂应生产甲、乙机床各多少台，才能使总利润最大？</a:t>
            </a:r>
            <a:endParaRPr lang="zh-CN" altLang="en-US" sz="2400" dirty="0">
              <a:latin typeface="楷体_GB2312" panose="02010609030101010101" pitchFamily="49" charset="-122"/>
              <a:ea typeface="楷体_GB2312" panose="02010609030101010101" pitchFamily="49" charset="-122"/>
            </a:endParaRPr>
          </a:p>
          <a:p>
            <a:pPr algn="ctr"/>
            <a:endParaRPr lang="zh-CN" altLang="en-US" b="0" dirty="0">
              <a:latin typeface="楷体_GB2312" panose="02010609030101010101" pitchFamily="49" charset="-122"/>
              <a:ea typeface="楷体_GB2312" panose="02010609030101010101" pitchFamily="49" charset="-122"/>
            </a:endParaRPr>
          </a:p>
        </p:txBody>
      </p:sp>
      <p:sp>
        <p:nvSpPr>
          <p:cNvPr id="33812" name="矩形 33811"/>
          <p:cNvSpPr/>
          <p:nvPr/>
        </p:nvSpPr>
        <p:spPr>
          <a:xfrm>
            <a:off x="827088" y="1412875"/>
            <a:ext cx="7777162" cy="822325"/>
          </a:xfrm>
          <a:prstGeom prst="rect">
            <a:avLst/>
          </a:prstGeom>
          <a:noFill/>
          <a:ln w="9525">
            <a:noFill/>
          </a:ln>
        </p:spPr>
        <p:txBody>
          <a:bodyPr anchor="ctr">
            <a:spAutoFit/>
          </a:bodyPr>
          <a:p>
            <a:pPr algn="ctr" defTabSz="0">
              <a:tabLst>
                <a:tab pos="457200" algn="l"/>
              </a:tabLst>
            </a:pPr>
            <a:r>
              <a:rPr lang="zh-CN" altLang="en-US" sz="2400" dirty="0">
                <a:solidFill>
                  <a:schemeClr val="tx2"/>
                </a:solidFill>
                <a:latin typeface="Arial Black" panose="020B0A04020102020204" pitchFamily="34" charset="0"/>
                <a:ea typeface="楷体_GB2312" panose="02010609030101010101" pitchFamily="49" charset="-122"/>
              </a:rPr>
              <a:t>非线性规划问题：</a:t>
            </a:r>
            <a:r>
              <a:rPr lang="zh-CN" altLang="en-US" sz="2400" dirty="0">
                <a:latin typeface="Arial Black" panose="020B0A04020102020204" pitchFamily="34" charset="0"/>
                <a:ea typeface="楷体_GB2312" panose="02010609030101010101" pitchFamily="49" charset="-122"/>
              </a:rPr>
              <a:t>目标函数或存在约束条件函数是决策变量的非线性函数的最优化问题</a:t>
            </a:r>
            <a:endParaRPr lang="zh-CN" altLang="en-US" sz="2400" dirty="0">
              <a:latin typeface="Arial Black" panose="020B0A04020102020204" pitchFamily="34" charset="0"/>
              <a:ea typeface="楷体_GB2312" panose="02010609030101010101" pitchFamily="49" charset="-122"/>
            </a:endParaRPr>
          </a:p>
        </p:txBody>
      </p:sp>
      <p:sp>
        <p:nvSpPr>
          <p:cNvPr id="33813" name="矩形 33812"/>
          <p:cNvSpPr/>
          <p:nvPr/>
        </p:nvSpPr>
        <p:spPr>
          <a:xfrm>
            <a:off x="895985" y="617855"/>
            <a:ext cx="7352030" cy="460375"/>
          </a:xfrm>
          <a:prstGeom prst="rect">
            <a:avLst/>
          </a:prstGeom>
          <a:noFill/>
          <a:ln w="9525">
            <a:noFill/>
          </a:ln>
        </p:spPr>
        <p:txBody>
          <a:bodyPr wrap="square" anchor="b">
            <a:spAutoFit/>
          </a:bodyPr>
          <a:p>
            <a:r>
              <a:rPr lang="zh-CN" altLang="en-US" sz="2400" dirty="0">
                <a:solidFill>
                  <a:schemeClr val="tx2"/>
                </a:solidFill>
                <a:latin typeface="Arial Black" panose="020B0A04020102020204" pitchFamily="34" charset="0"/>
                <a:ea typeface="楷体_GB2312" panose="02010609030101010101" pitchFamily="49" charset="-122"/>
              </a:rPr>
              <a:t>整数规划问题：</a:t>
            </a:r>
            <a:r>
              <a:rPr lang="zh-CN" altLang="en-US" sz="2400" dirty="0">
                <a:latin typeface="Arial Black" panose="020B0A04020102020204" pitchFamily="34" charset="0"/>
                <a:ea typeface="楷体_GB2312" panose="02010609030101010101" pitchFamily="49" charset="-122"/>
              </a:rPr>
              <a:t>决策变量限取整数值的最优化问题；</a:t>
            </a:r>
            <a:endParaRPr lang="zh-CN" altLang="en-US" sz="2400" dirty="0">
              <a:latin typeface="Arial Black" panose="020B0A04020102020204" pitchFamily="34" charset="0"/>
              <a:ea typeface="楷体_GB2312" panose="02010609030101010101" pitchFamily="49" charset="-122"/>
            </a:endParaRPr>
          </a:p>
        </p:txBody>
      </p:sp>
      <p:sp>
        <p:nvSpPr>
          <p:cNvPr id="2" name="灯片编号占位符 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3813"/>
                                        </p:tgtEl>
                                        <p:attrNameLst>
                                          <p:attrName>style.visibility</p:attrName>
                                        </p:attrNameLst>
                                      </p:cBhvr>
                                      <p:to>
                                        <p:strVal val="visible"/>
                                      </p:to>
                                    </p:set>
                                    <p:animEffect transition="in" filter="checkerboard(across)">
                                      <p:cBhvr>
                                        <p:cTn id="7" dur="500"/>
                                        <p:tgtEl>
                                          <p:spTgt spid="3381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3812"/>
                                        </p:tgtEl>
                                        <p:attrNameLst>
                                          <p:attrName>style.visibility</p:attrName>
                                        </p:attrNameLst>
                                      </p:cBhvr>
                                      <p:to>
                                        <p:strVal val="visible"/>
                                      </p:to>
                                    </p:set>
                                    <p:animEffect transition="in" filter="checkerboard(across)">
                                      <p:cBhvr>
                                        <p:cTn id="12" dur="500"/>
                                        <p:tgtEl>
                                          <p:spTgt spid="3381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3809"/>
                                        </p:tgtEl>
                                        <p:attrNameLst>
                                          <p:attrName>style.visibility</p:attrName>
                                        </p:attrNameLst>
                                      </p:cBhvr>
                                      <p:to>
                                        <p:strVal val="visible"/>
                                      </p:to>
                                    </p:set>
                                    <p:animEffect transition="in" filter="checkerboard(across)">
                                      <p:cBhvr>
                                        <p:cTn id="17" dur="500"/>
                                        <p:tgtEl>
                                          <p:spTgt spid="338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9" grpId="0" animBg="1"/>
      <p:bldP spid="33812" grpId="0"/>
      <p:bldP spid="338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91" name="文本框 67590"/>
          <p:cNvSpPr txBox="1"/>
          <p:nvPr/>
        </p:nvSpPr>
        <p:spPr>
          <a:xfrm>
            <a:off x="684213" y="1844675"/>
            <a:ext cx="8228012" cy="2660650"/>
          </a:xfrm>
          <a:prstGeom prst="rect">
            <a:avLst/>
          </a:prstGeom>
          <a:solidFill>
            <a:srgbClr val="339966">
              <a:alpha val="10001"/>
            </a:srgbClr>
          </a:solidFill>
          <a:ln w="12700" cap="flat" cmpd="sng">
            <a:solidFill>
              <a:srgbClr val="003300"/>
            </a:solidFill>
            <a:prstDash val="sysDot"/>
            <a:miter/>
            <a:headEnd type="none" w="med" len="med"/>
            <a:tailEnd type="none" w="med" len="med"/>
          </a:ln>
        </p:spPr>
        <p:txBody>
          <a:bodyPr anchor="b">
            <a:spAutoFit/>
          </a:bodyPr>
          <a:p>
            <a:endParaRPr lang="en-US" altLang="zh-CN" b="0" dirty="0">
              <a:latin typeface="Arial Black" panose="020B0A04020102020204" pitchFamily="34" charset="0"/>
            </a:endParaRPr>
          </a:p>
          <a:p>
            <a:endParaRPr lang="en-US" altLang="zh-CN" b="0" dirty="0">
              <a:latin typeface="Arial Black" panose="020B0A04020102020204" pitchFamily="34" charset="0"/>
            </a:endParaRPr>
          </a:p>
          <a:p>
            <a:endParaRPr lang="en-US" altLang="zh-CN" b="0" dirty="0">
              <a:latin typeface="Arial Black" panose="020B0A04020102020204" pitchFamily="34" charset="0"/>
            </a:endParaRPr>
          </a:p>
          <a:p>
            <a:endParaRPr lang="en-US" altLang="zh-CN" b="0" dirty="0">
              <a:latin typeface="Arial Black" panose="020B0A04020102020204" pitchFamily="34" charset="0"/>
            </a:endParaRPr>
          </a:p>
          <a:p>
            <a:endParaRPr lang="en-US" altLang="zh-CN" b="0" dirty="0">
              <a:latin typeface="Arial Black" panose="020B0A04020102020204" pitchFamily="34" charset="0"/>
            </a:endParaRPr>
          </a:p>
          <a:p>
            <a:endParaRPr lang="en-US" altLang="zh-CN" b="0" dirty="0">
              <a:latin typeface="Arial Black" panose="020B0A04020102020204" pitchFamily="34" charset="0"/>
            </a:endParaRPr>
          </a:p>
          <a:p>
            <a:endParaRPr lang="en-US" altLang="zh-CN" b="0" dirty="0">
              <a:latin typeface="Arial Black" panose="020B0A04020102020204" pitchFamily="34" charset="0"/>
            </a:endParaRPr>
          </a:p>
          <a:p>
            <a:endParaRPr lang="en-US" altLang="zh-CN" b="0" dirty="0">
              <a:latin typeface="Arial Black" panose="020B0A04020102020204" pitchFamily="34" charset="0"/>
            </a:endParaRPr>
          </a:p>
          <a:p>
            <a:endParaRPr lang="en-US" altLang="zh-CN" b="0" dirty="0">
              <a:latin typeface="Arial Black" panose="020B0A04020102020204" pitchFamily="34" charset="0"/>
            </a:endParaRPr>
          </a:p>
          <a:p>
            <a:endParaRPr lang="en-US" altLang="zh-CN" b="0" dirty="0">
              <a:latin typeface="Arial Black" panose="020B0A04020102020204" pitchFamily="34" charset="0"/>
            </a:endParaRPr>
          </a:p>
          <a:p>
            <a:endParaRPr lang="en-US" altLang="zh-CN" b="0" dirty="0">
              <a:latin typeface="Arial Black" panose="020B0A04020102020204" pitchFamily="34" charset="0"/>
            </a:endParaRPr>
          </a:p>
          <a:p>
            <a:endParaRPr lang="en-US" altLang="zh-CN" b="0" dirty="0">
              <a:latin typeface="Arial Black" panose="020B0A04020102020204" pitchFamily="34" charset="0"/>
            </a:endParaRPr>
          </a:p>
          <a:p>
            <a:endParaRPr lang="en-US" altLang="zh-CN" b="0" dirty="0">
              <a:latin typeface="Arial Black" panose="020B0A04020102020204" pitchFamily="34" charset="0"/>
            </a:endParaRPr>
          </a:p>
          <a:p>
            <a:endParaRPr lang="en-US" altLang="zh-CN" b="0" dirty="0">
              <a:latin typeface="Arial Black" panose="020B0A04020102020204" pitchFamily="34" charset="0"/>
            </a:endParaRPr>
          </a:p>
        </p:txBody>
      </p:sp>
      <p:sp>
        <p:nvSpPr>
          <p:cNvPr id="67587" name="文本占位符 67586"/>
          <p:cNvSpPr>
            <a:spLocks noGrp="1" noRot="1"/>
          </p:cNvSpPr>
          <p:nvPr>
            <p:ph type="body" idx="1"/>
          </p:nvPr>
        </p:nvSpPr>
        <p:spPr>
          <a:xfrm>
            <a:off x="539750" y="692150"/>
            <a:ext cx="8229600" cy="936625"/>
          </a:xfrm>
        </p:spPr>
        <p:txBody>
          <a:bodyPr anchor="ctr"/>
          <a:p>
            <a:pPr>
              <a:buNone/>
            </a:pPr>
            <a:r>
              <a:rPr lang="en-US" altLang="zh-CN" sz="2400" dirty="0">
                <a:latin typeface="幼圆" panose="02010509060101010101" pitchFamily="49" charset="-122"/>
                <a:ea typeface="幼圆" panose="02010509060101010101" pitchFamily="49" charset="-122"/>
              </a:rPr>
              <a:t>	</a:t>
            </a:r>
            <a:r>
              <a:rPr lang="zh-CN" altLang="en-US" sz="2800" b="1" dirty="0">
                <a:latin typeface="Times New Roman" panose="02020603050405020304" pitchFamily="18" charset="0"/>
                <a:ea typeface="楷体_GB2312" panose="02010609030101010101" pitchFamily="49" charset="-122"/>
              </a:rPr>
              <a:t>数学模型：设该厂生产</a:t>
            </a:r>
            <a:r>
              <a:rPr lang="en-US" altLang="zh-CN" sz="2800" b="1" i="1">
                <a:latin typeface="Times New Roman" panose="02020603050405020304" pitchFamily="18" charset="0"/>
                <a:ea typeface="楷体_GB2312" panose="02010609030101010101" pitchFamily="49" charset="-122"/>
              </a:rPr>
              <a:t>x</a:t>
            </a:r>
            <a:r>
              <a:rPr lang="en-US" altLang="zh-CN" sz="2800" b="1" i="1" baseline="-30000">
                <a:solidFill>
                  <a:srgbClr val="000000"/>
                </a:solidFill>
                <a:latin typeface="Times New Roman" panose="02020603050405020304" pitchFamily="18" charset="0"/>
                <a:ea typeface="楷体_GB2312" panose="02010609030101010101" pitchFamily="49" charset="-122"/>
              </a:rPr>
              <a:t>1</a:t>
            </a:r>
            <a:r>
              <a:rPr lang="zh-CN" altLang="en-US" sz="2800" b="1" dirty="0">
                <a:latin typeface="Times New Roman" panose="02020603050405020304" pitchFamily="18" charset="0"/>
                <a:ea typeface="楷体_GB2312" panose="02010609030101010101" pitchFamily="49" charset="-122"/>
              </a:rPr>
              <a:t>台甲机床和</a:t>
            </a:r>
            <a:r>
              <a:rPr lang="en-US" altLang="zh-CN" sz="2800" b="1" i="1">
                <a:latin typeface="Times New Roman" panose="02020603050405020304" pitchFamily="18" charset="0"/>
                <a:ea typeface="楷体_GB2312" panose="02010609030101010101" pitchFamily="49" charset="-122"/>
              </a:rPr>
              <a:t>x</a:t>
            </a:r>
            <a:r>
              <a:rPr lang="en-US" altLang="zh-CN" sz="2800" b="1" baseline="-30000">
                <a:solidFill>
                  <a:srgbClr val="000000"/>
                </a:solidFill>
                <a:latin typeface="Times New Roman" panose="02020603050405020304" pitchFamily="18" charset="0"/>
                <a:ea typeface="楷体_GB2312" panose="02010609030101010101" pitchFamily="49" charset="-122"/>
              </a:rPr>
              <a:t>2</a:t>
            </a:r>
            <a:r>
              <a:rPr lang="zh-CN" altLang="en-US" sz="2800" b="1" dirty="0">
                <a:latin typeface="Times New Roman" panose="02020603050405020304" pitchFamily="18" charset="0"/>
                <a:ea typeface="楷体_GB2312" panose="02010609030101010101" pitchFamily="49" charset="-122"/>
              </a:rPr>
              <a:t>台乙机床时总利润最大，则 </a:t>
            </a:r>
            <a:r>
              <a:rPr lang="en-US" altLang="zh-CN" sz="2800" b="1" i="1">
                <a:latin typeface="Times New Roman" panose="02020603050405020304" pitchFamily="18" charset="0"/>
                <a:ea typeface="楷体_GB2312" panose="02010609030101010101" pitchFamily="49" charset="-122"/>
              </a:rPr>
              <a:t>x</a:t>
            </a:r>
            <a:r>
              <a:rPr lang="en-US" altLang="zh-CN" sz="2800" b="1" baseline="-30000">
                <a:solidFill>
                  <a:srgbClr val="000000"/>
                </a:solidFill>
                <a:latin typeface="Times New Roman" panose="02020603050405020304" pitchFamily="18" charset="0"/>
                <a:ea typeface="楷体_GB2312" panose="02010609030101010101" pitchFamily="49" charset="-122"/>
              </a:rPr>
              <a:t>1</a:t>
            </a:r>
            <a:r>
              <a:rPr lang="en-US" altLang="zh-CN" sz="2800" b="1" dirty="0">
                <a:latin typeface="Times New Roman" panose="02020603050405020304" pitchFamily="18" charset="0"/>
                <a:ea typeface="楷体_GB2312" panose="02010609030101010101" pitchFamily="49" charset="-122"/>
              </a:rPr>
              <a:t> </a:t>
            </a:r>
            <a:r>
              <a:rPr lang="zh-CN" altLang="en-US" sz="2800" b="1" dirty="0">
                <a:latin typeface="Times New Roman" panose="02020603050405020304" pitchFamily="18" charset="0"/>
                <a:ea typeface="楷体_GB2312" panose="02010609030101010101" pitchFamily="49" charset="-122"/>
              </a:rPr>
              <a:t>、</a:t>
            </a:r>
            <a:r>
              <a:rPr lang="en-US" altLang="zh-CN" sz="2800" b="1" i="1">
                <a:latin typeface="Times New Roman" panose="02020603050405020304" pitchFamily="18" charset="0"/>
                <a:ea typeface="楷体_GB2312" panose="02010609030101010101" pitchFamily="49" charset="-122"/>
              </a:rPr>
              <a:t>x</a:t>
            </a:r>
            <a:r>
              <a:rPr lang="en-US" altLang="zh-CN" sz="2800" b="1" baseline="-30000">
                <a:solidFill>
                  <a:srgbClr val="000000"/>
                </a:solidFill>
                <a:latin typeface="Times New Roman" panose="02020603050405020304" pitchFamily="18" charset="0"/>
                <a:ea typeface="楷体_GB2312" panose="02010609030101010101" pitchFamily="49" charset="-122"/>
              </a:rPr>
              <a:t>2</a:t>
            </a:r>
            <a:r>
              <a:rPr lang="zh-CN" altLang="en-US" sz="2800" b="1" dirty="0">
                <a:latin typeface="Times New Roman" panose="02020603050405020304" pitchFamily="18" charset="0"/>
                <a:ea typeface="楷体_GB2312" panose="02010609030101010101" pitchFamily="49" charset="-122"/>
              </a:rPr>
              <a:t>应满足</a:t>
            </a:r>
            <a:endParaRPr lang="zh-CN" altLang="en-US" sz="2800" b="1" dirty="0">
              <a:latin typeface="Times New Roman" panose="02020603050405020304" pitchFamily="18" charset="0"/>
              <a:ea typeface="楷体_GB2312" panose="02010609030101010101" pitchFamily="49" charset="-122"/>
            </a:endParaRPr>
          </a:p>
        </p:txBody>
      </p:sp>
      <p:sp>
        <p:nvSpPr>
          <p:cNvPr id="67588" name="文本框 67587"/>
          <p:cNvSpPr txBox="1"/>
          <p:nvPr/>
        </p:nvSpPr>
        <p:spPr>
          <a:xfrm>
            <a:off x="1116013" y="2060575"/>
            <a:ext cx="7499350" cy="2136775"/>
          </a:xfrm>
          <a:prstGeom prst="rect">
            <a:avLst/>
          </a:prstGeom>
          <a:noFill/>
          <a:ln w="9525">
            <a:noFill/>
          </a:ln>
        </p:spPr>
        <p:txBody>
          <a:bodyPr anchor="b">
            <a:spAutoFit/>
          </a:bodyPr>
          <a:p>
            <a:pPr algn="l">
              <a:lnSpc>
                <a:spcPct val="80000"/>
              </a:lnSpc>
              <a:spcBef>
                <a:spcPct val="20000"/>
              </a:spcBef>
              <a:buClr>
                <a:schemeClr val="bg2"/>
              </a:buClr>
              <a:buSzPct val="75000"/>
              <a:buFont typeface="Wingdings" panose="05000000000000000000" pitchFamily="2" charset="2"/>
              <a:buNone/>
            </a:pPr>
            <a:r>
              <a:rPr lang="en-US" altLang="zh-CN" sz="2400" b="0" dirty="0">
                <a:latin typeface="隶书" panose="02010509060101010101" pitchFamily="49" charset="-122"/>
                <a:ea typeface="隶书" panose="02010509060101010101" pitchFamily="49" charset="-122"/>
              </a:rPr>
              <a:t>   </a:t>
            </a:r>
            <a:r>
              <a:rPr lang="en-US" altLang="zh-CN" sz="2400" dirty="0">
                <a:latin typeface="隶书" panose="02010509060101010101" pitchFamily="49" charset="-122"/>
                <a:ea typeface="隶书" panose="02010509060101010101" pitchFamily="49" charset="-122"/>
              </a:rPr>
              <a:t>max z =4</a:t>
            </a:r>
            <a:r>
              <a:rPr lang="en-US" altLang="zh-CN" sz="2400" i="1" dirty="0">
                <a:latin typeface="隶书" panose="02010509060101010101" pitchFamily="49" charset="-122"/>
                <a:ea typeface="隶书" panose="02010509060101010101" pitchFamily="49" charset="-122"/>
              </a:rPr>
              <a:t>x</a:t>
            </a:r>
            <a:r>
              <a:rPr lang="en-US" altLang="zh-CN" sz="2400" baseline="-30000" dirty="0">
                <a:solidFill>
                  <a:srgbClr val="000000"/>
                </a:solidFill>
                <a:latin typeface="Times New Roman" panose="02020603050405020304" pitchFamily="18" charset="0"/>
                <a:cs typeface="Times New Roman" panose="02020603050405020304" pitchFamily="18" charset="0"/>
              </a:rPr>
              <a:t>1</a:t>
            </a:r>
            <a:r>
              <a:rPr lang="en-US" altLang="zh-CN" sz="2400">
                <a:latin typeface="隶书" panose="02010509060101010101" pitchFamily="49" charset="-122"/>
                <a:ea typeface="隶书" panose="02010509060101010101" pitchFamily="49" charset="-122"/>
              </a:rPr>
              <a:t>  + 3</a:t>
            </a:r>
            <a:r>
              <a:rPr lang="en-US" altLang="zh-CN" sz="2400" i="1">
                <a:latin typeface="隶书" panose="02010509060101010101" pitchFamily="49" charset="-122"/>
                <a:ea typeface="隶书" panose="02010509060101010101" pitchFamily="49" charset="-122"/>
              </a:rPr>
              <a:t>x</a:t>
            </a:r>
            <a:r>
              <a:rPr lang="en-US" altLang="zh-CN" sz="2400" baseline="-30000">
                <a:solidFill>
                  <a:srgbClr val="000000"/>
                </a:solidFill>
                <a:latin typeface="Times New Roman" panose="02020603050405020304" pitchFamily="18" charset="0"/>
                <a:cs typeface="Times New Roman" panose="02020603050405020304" pitchFamily="18" charset="0"/>
              </a:rPr>
              <a:t>2</a:t>
            </a:r>
            <a:r>
              <a:rPr lang="en-US" altLang="zh-CN" sz="2400">
                <a:latin typeface="隶书" panose="02010509060101010101" pitchFamily="49" charset="-122"/>
                <a:ea typeface="隶书" panose="02010509060101010101" pitchFamily="49" charset="-122"/>
              </a:rPr>
              <a:t> </a:t>
            </a:r>
            <a:endParaRPr lang="en-US" altLang="zh-CN" sz="2400">
              <a:latin typeface="隶书" panose="02010509060101010101" pitchFamily="49" charset="-122"/>
              <a:ea typeface="隶书" panose="02010509060101010101" pitchFamily="49" charset="-122"/>
            </a:endParaRPr>
          </a:p>
          <a:p>
            <a:pPr algn="l">
              <a:lnSpc>
                <a:spcPct val="80000"/>
              </a:lnSpc>
              <a:spcBef>
                <a:spcPct val="20000"/>
              </a:spcBef>
              <a:buClr>
                <a:schemeClr val="bg2"/>
              </a:buClr>
              <a:buSzPct val="75000"/>
              <a:buFont typeface="Wingdings" panose="05000000000000000000" pitchFamily="2" charset="2"/>
              <a:buNone/>
            </a:pPr>
            <a:endParaRPr lang="en-US" altLang="zh-CN" sz="2400">
              <a:latin typeface="隶书" panose="02010509060101010101" pitchFamily="49" charset="-122"/>
              <a:ea typeface="隶书" panose="02010509060101010101" pitchFamily="49" charset="-122"/>
            </a:endParaRPr>
          </a:p>
          <a:p>
            <a:pPr algn="l">
              <a:lnSpc>
                <a:spcPct val="80000"/>
              </a:lnSpc>
              <a:spcBef>
                <a:spcPct val="20000"/>
              </a:spcBef>
              <a:buClr>
                <a:schemeClr val="bg2"/>
              </a:buClr>
              <a:buSzPct val="75000"/>
              <a:buFont typeface="Wingdings" panose="05000000000000000000" pitchFamily="2" charset="2"/>
              <a:buNone/>
            </a:pPr>
            <a:r>
              <a:rPr lang="en-US" altLang="zh-CN" sz="2400" dirty="0" err="1">
                <a:latin typeface="隶书" panose="02010509060101010101" pitchFamily="49" charset="-122"/>
                <a:ea typeface="隶书" panose="02010509060101010101" pitchFamily="49" charset="-122"/>
              </a:rPr>
              <a:t>   s.t</a:t>
            </a:r>
            <a:r>
              <a:rPr lang="en-US" altLang="zh-CN" sz="2400">
                <a:latin typeface="隶书" panose="02010509060101010101" pitchFamily="49" charset="-122"/>
                <a:ea typeface="隶书" panose="02010509060101010101" pitchFamily="49" charset="-122"/>
              </a:rPr>
              <a:t>   2</a:t>
            </a:r>
            <a:r>
              <a:rPr lang="en-US" altLang="zh-CN" sz="2400" i="1">
                <a:latin typeface="隶书" panose="02010509060101010101" pitchFamily="49" charset="-122"/>
                <a:ea typeface="隶书" panose="02010509060101010101" pitchFamily="49" charset="-122"/>
              </a:rPr>
              <a:t>x</a:t>
            </a:r>
            <a:r>
              <a:rPr lang="en-US" altLang="zh-CN" sz="2400" baseline="-30000">
                <a:solidFill>
                  <a:srgbClr val="000000"/>
                </a:solidFill>
                <a:latin typeface="Times New Roman" panose="02020603050405020304" pitchFamily="18" charset="0"/>
                <a:cs typeface="Times New Roman" panose="02020603050405020304" pitchFamily="18" charset="0"/>
              </a:rPr>
              <a:t>1</a:t>
            </a:r>
            <a:r>
              <a:rPr lang="en-US" altLang="zh-CN" sz="2400">
                <a:latin typeface="隶书" panose="02010509060101010101" pitchFamily="49" charset="-122"/>
                <a:ea typeface="隶书" panose="02010509060101010101" pitchFamily="49" charset="-122"/>
              </a:rPr>
              <a:t> + </a:t>
            </a:r>
            <a:r>
              <a:rPr lang="en-US" altLang="zh-CN" sz="2400" i="1">
                <a:latin typeface="隶书" panose="02010509060101010101" pitchFamily="49" charset="-122"/>
                <a:ea typeface="隶书" panose="02010509060101010101" pitchFamily="49" charset="-122"/>
              </a:rPr>
              <a:t>x</a:t>
            </a:r>
            <a:r>
              <a:rPr lang="en-US" altLang="zh-CN" sz="2400" baseline="-30000">
                <a:solidFill>
                  <a:srgbClr val="000000"/>
                </a:solidFill>
                <a:latin typeface="Times New Roman" panose="02020603050405020304" pitchFamily="18" charset="0"/>
                <a:cs typeface="Times New Roman" panose="02020603050405020304" pitchFamily="18" charset="0"/>
              </a:rPr>
              <a:t>2</a:t>
            </a:r>
            <a:r>
              <a:rPr lang="en-US" altLang="zh-CN" sz="2400" dirty="0">
                <a:latin typeface="隶书" panose="02010509060101010101" pitchFamily="49" charset="-122"/>
                <a:ea typeface="隶书" panose="02010509060101010101" pitchFamily="49" charset="-122"/>
              </a:rPr>
              <a:t> ≤10    </a:t>
            </a:r>
            <a:r>
              <a:rPr lang="zh-CN" altLang="en-US" sz="2400" dirty="0">
                <a:latin typeface="隶书" panose="02010509060101010101" pitchFamily="49" charset="-122"/>
                <a:ea typeface="隶书" panose="02010509060101010101" pitchFamily="49" charset="-122"/>
              </a:rPr>
              <a:t>生产甲用</a:t>
            </a:r>
            <a:r>
              <a:rPr lang="en-US" altLang="zh-CN" sz="2400" dirty="0">
                <a:latin typeface="隶书" panose="02010509060101010101" pitchFamily="49" charset="-122"/>
                <a:ea typeface="隶书" panose="02010509060101010101" pitchFamily="49" charset="-122"/>
              </a:rPr>
              <a:t>A</a:t>
            </a:r>
            <a:r>
              <a:rPr lang="zh-CN" altLang="en-US" sz="2400" dirty="0">
                <a:latin typeface="隶书" panose="02010509060101010101" pitchFamily="49" charset="-122"/>
                <a:ea typeface="隶书" panose="02010509060101010101" pitchFamily="49" charset="-122"/>
              </a:rPr>
              <a:t>，生产乙用</a:t>
            </a:r>
            <a:r>
              <a:rPr lang="en-US" altLang="zh-CN" sz="2400" dirty="0">
                <a:latin typeface="隶书" panose="02010509060101010101" pitchFamily="49" charset="-122"/>
                <a:ea typeface="隶书" panose="02010509060101010101" pitchFamily="49" charset="-122"/>
              </a:rPr>
              <a:t>A</a:t>
            </a:r>
            <a:r>
              <a:rPr lang="zh-CN" altLang="en-US" sz="2400" dirty="0">
                <a:latin typeface="隶书" panose="02010509060101010101" pitchFamily="49" charset="-122"/>
                <a:ea typeface="隶书" panose="02010509060101010101" pitchFamily="49" charset="-122"/>
              </a:rPr>
              <a:t>，</a:t>
            </a:r>
            <a:endParaRPr lang="zh-CN" altLang="en-US" sz="2400">
              <a:latin typeface="隶书" panose="02010509060101010101" pitchFamily="49" charset="-122"/>
              <a:ea typeface="隶书" panose="02010509060101010101" pitchFamily="49" charset="-122"/>
            </a:endParaRPr>
          </a:p>
          <a:p>
            <a:pPr algn="l">
              <a:lnSpc>
                <a:spcPct val="80000"/>
              </a:lnSpc>
              <a:spcBef>
                <a:spcPct val="20000"/>
              </a:spcBef>
              <a:buClr>
                <a:schemeClr val="bg2"/>
              </a:buClr>
              <a:buSzPct val="75000"/>
              <a:buFont typeface="Wingdings" panose="05000000000000000000" pitchFamily="2" charset="2"/>
              <a:buNone/>
            </a:pPr>
            <a:r>
              <a:rPr lang="zh-CN" altLang="en-US" sz="2400">
                <a:latin typeface="隶书" panose="02010509060101010101" pitchFamily="49" charset="-122"/>
                <a:ea typeface="隶书" panose="02010509060101010101" pitchFamily="49" charset="-122"/>
              </a:rPr>
              <a:t>         </a:t>
            </a:r>
            <a:r>
              <a:rPr lang="en-US" altLang="zh-CN" sz="2400" i="1">
                <a:latin typeface="隶书" panose="02010509060101010101" pitchFamily="49" charset="-122"/>
                <a:ea typeface="隶书" panose="02010509060101010101" pitchFamily="49" charset="-122"/>
              </a:rPr>
              <a:t>x</a:t>
            </a:r>
            <a:r>
              <a:rPr lang="en-US" altLang="zh-CN" sz="2400" baseline="-30000">
                <a:solidFill>
                  <a:srgbClr val="000000"/>
                </a:solidFill>
                <a:latin typeface="Times New Roman" panose="02020603050405020304" pitchFamily="18" charset="0"/>
                <a:cs typeface="Times New Roman" panose="02020603050405020304" pitchFamily="18" charset="0"/>
              </a:rPr>
              <a:t>1</a:t>
            </a:r>
            <a:r>
              <a:rPr lang="en-US" altLang="zh-CN" sz="2400">
                <a:latin typeface="隶书" panose="02010509060101010101" pitchFamily="49" charset="-122"/>
                <a:ea typeface="隶书" panose="02010509060101010101" pitchFamily="49" charset="-122"/>
              </a:rPr>
              <a:t>  + </a:t>
            </a:r>
            <a:r>
              <a:rPr lang="en-US" altLang="zh-CN" sz="2400" i="1">
                <a:latin typeface="隶书" panose="02010509060101010101" pitchFamily="49" charset="-122"/>
                <a:ea typeface="隶书" panose="02010509060101010101" pitchFamily="49" charset="-122"/>
              </a:rPr>
              <a:t>x</a:t>
            </a:r>
            <a:r>
              <a:rPr lang="en-US" altLang="zh-CN" sz="2400" baseline="-30000">
                <a:solidFill>
                  <a:srgbClr val="000000"/>
                </a:solidFill>
                <a:latin typeface="Times New Roman" panose="02020603050405020304" pitchFamily="18" charset="0"/>
                <a:cs typeface="Times New Roman" panose="02020603050405020304" pitchFamily="18" charset="0"/>
              </a:rPr>
              <a:t>2</a:t>
            </a:r>
            <a:r>
              <a:rPr lang="en-US" altLang="zh-CN" sz="2400" dirty="0">
                <a:latin typeface="隶书" panose="02010509060101010101" pitchFamily="49" charset="-122"/>
                <a:ea typeface="隶书" panose="02010509060101010101" pitchFamily="49" charset="-122"/>
              </a:rPr>
              <a:t> ≤8     </a:t>
            </a:r>
            <a:r>
              <a:rPr lang="zh-CN" altLang="en-US" sz="2400" dirty="0">
                <a:latin typeface="隶书" panose="02010509060101010101" pitchFamily="49" charset="-122"/>
                <a:ea typeface="隶书" panose="02010509060101010101" pitchFamily="49" charset="-122"/>
              </a:rPr>
              <a:t>生产甲用</a:t>
            </a:r>
            <a:r>
              <a:rPr lang="en-US" altLang="zh-CN" sz="2400" dirty="0">
                <a:latin typeface="隶书" panose="02010509060101010101" pitchFamily="49" charset="-122"/>
                <a:ea typeface="隶书" panose="02010509060101010101" pitchFamily="49" charset="-122"/>
              </a:rPr>
              <a:t>B</a:t>
            </a:r>
            <a:r>
              <a:rPr lang="zh-CN" altLang="en-US" sz="2400" dirty="0">
                <a:latin typeface="隶书" panose="02010509060101010101" pitchFamily="49" charset="-122"/>
                <a:ea typeface="隶书" panose="02010509060101010101" pitchFamily="49" charset="-122"/>
              </a:rPr>
              <a:t>，生产乙用</a:t>
            </a:r>
            <a:r>
              <a:rPr lang="en-US" altLang="zh-CN" sz="2400" dirty="0">
                <a:latin typeface="隶书" panose="02010509060101010101" pitchFamily="49" charset="-122"/>
                <a:ea typeface="隶书" panose="02010509060101010101" pitchFamily="49" charset="-122"/>
              </a:rPr>
              <a:t>B                    </a:t>
            </a:r>
            <a:r>
              <a:rPr lang="zh-CN" altLang="en-US" sz="2400" dirty="0">
                <a:latin typeface="隶书" panose="02010509060101010101" pitchFamily="49" charset="-122"/>
                <a:ea typeface="隶书" panose="02010509060101010101" pitchFamily="49" charset="-122"/>
              </a:rPr>
              <a:t>（</a:t>
            </a:r>
            <a:r>
              <a:rPr lang="en-US" altLang="zh-CN" sz="2400" dirty="0">
                <a:latin typeface="隶书" panose="02010509060101010101" pitchFamily="49" charset="-122"/>
                <a:ea typeface="隶书" panose="02010509060101010101" pitchFamily="49" charset="-122"/>
              </a:rPr>
              <a:t>1</a:t>
            </a:r>
            <a:r>
              <a:rPr lang="zh-CN" altLang="en-US" sz="2400" dirty="0">
                <a:latin typeface="隶书" panose="02010509060101010101" pitchFamily="49" charset="-122"/>
                <a:ea typeface="隶书" panose="02010509060101010101" pitchFamily="49" charset="-122"/>
              </a:rPr>
              <a:t>）    </a:t>
            </a:r>
            <a:r>
              <a:rPr lang="en-US" altLang="zh-CN" sz="2400" i="1">
                <a:latin typeface="隶书" panose="02010509060101010101" pitchFamily="49" charset="-122"/>
                <a:ea typeface="隶书" panose="02010509060101010101" pitchFamily="49" charset="-122"/>
              </a:rPr>
              <a:t>x</a:t>
            </a:r>
            <a:r>
              <a:rPr lang="en-US" altLang="zh-CN" sz="2400" baseline="-30000">
                <a:solidFill>
                  <a:srgbClr val="000000"/>
                </a:solidFill>
                <a:latin typeface="Times New Roman" panose="02020603050405020304" pitchFamily="18" charset="0"/>
                <a:cs typeface="Times New Roman" panose="02020603050405020304" pitchFamily="18" charset="0"/>
              </a:rPr>
              <a:t>2</a:t>
            </a:r>
            <a:r>
              <a:rPr lang="en-US" altLang="zh-CN" sz="2400" dirty="0">
                <a:latin typeface="隶书" panose="02010509060101010101" pitchFamily="49" charset="-122"/>
                <a:ea typeface="隶书" panose="02010509060101010101" pitchFamily="49" charset="-122"/>
              </a:rPr>
              <a:t> ≤7          </a:t>
            </a:r>
            <a:r>
              <a:rPr lang="zh-CN" altLang="en-US" sz="2400" dirty="0">
                <a:latin typeface="隶书" panose="02010509060101010101" pitchFamily="49" charset="-122"/>
                <a:ea typeface="隶书" panose="02010509060101010101" pitchFamily="49" charset="-122"/>
              </a:rPr>
              <a:t>生产乙用</a:t>
            </a:r>
            <a:r>
              <a:rPr lang="en-US" altLang="zh-CN" sz="2400">
                <a:latin typeface="隶书" panose="02010509060101010101" pitchFamily="49" charset="-122"/>
                <a:ea typeface="隶书" panose="02010509060101010101" pitchFamily="49" charset="-122"/>
              </a:rPr>
              <a:t>C</a:t>
            </a:r>
            <a:endParaRPr lang="en-US" altLang="zh-CN" sz="2400" i="1">
              <a:latin typeface="隶书" panose="02010509060101010101" pitchFamily="49" charset="-122"/>
              <a:ea typeface="隶书" panose="02010509060101010101" pitchFamily="49" charset="-122"/>
            </a:endParaRPr>
          </a:p>
          <a:p>
            <a:pPr algn="l">
              <a:lnSpc>
                <a:spcPct val="80000"/>
              </a:lnSpc>
              <a:spcBef>
                <a:spcPct val="20000"/>
              </a:spcBef>
              <a:buClr>
                <a:schemeClr val="bg2"/>
              </a:buClr>
              <a:buSzPct val="75000"/>
              <a:buFont typeface="Wingdings" panose="05000000000000000000" pitchFamily="2" charset="2"/>
              <a:buNone/>
            </a:pPr>
            <a:r>
              <a:rPr lang="en-US" altLang="zh-CN" sz="2400" i="1">
                <a:latin typeface="隶书" panose="02010509060101010101" pitchFamily="49" charset="-122"/>
                <a:ea typeface="隶书" panose="02010509060101010101" pitchFamily="49" charset="-122"/>
              </a:rPr>
              <a:t>         x</a:t>
            </a:r>
            <a:r>
              <a:rPr lang="en-US" altLang="zh-CN" sz="2400" baseline="-30000">
                <a:solidFill>
                  <a:srgbClr val="000000"/>
                </a:solidFill>
                <a:latin typeface="Times New Roman" panose="02020603050405020304" pitchFamily="18" charset="0"/>
                <a:cs typeface="Times New Roman" panose="02020603050405020304" pitchFamily="18" charset="0"/>
              </a:rPr>
              <a:t>1</a:t>
            </a:r>
            <a:r>
              <a:rPr lang="en-US" altLang="zh-CN" sz="2400">
                <a:latin typeface="隶书" panose="02010509060101010101" pitchFamily="49" charset="-122"/>
                <a:ea typeface="隶书" panose="02010509060101010101" pitchFamily="49" charset="-122"/>
              </a:rPr>
              <a:t>  , </a:t>
            </a:r>
            <a:r>
              <a:rPr lang="en-US" altLang="zh-CN" sz="2400" i="1">
                <a:latin typeface="隶书" panose="02010509060101010101" pitchFamily="49" charset="-122"/>
                <a:ea typeface="隶书" panose="02010509060101010101" pitchFamily="49" charset="-122"/>
              </a:rPr>
              <a:t>x</a:t>
            </a:r>
            <a:r>
              <a:rPr lang="en-US" altLang="zh-CN" sz="2400" baseline="-30000">
                <a:solidFill>
                  <a:srgbClr val="000000"/>
                </a:solidFill>
                <a:latin typeface="Times New Roman" panose="02020603050405020304" pitchFamily="18" charset="0"/>
                <a:cs typeface="Times New Roman" panose="02020603050405020304" pitchFamily="18" charset="0"/>
              </a:rPr>
              <a:t>2</a:t>
            </a:r>
            <a:r>
              <a:rPr lang="en-US" altLang="zh-CN" sz="2400">
                <a:latin typeface="隶书" panose="02010509060101010101" pitchFamily="49" charset="-122"/>
                <a:ea typeface="隶书" panose="02010509060101010101" pitchFamily="49" charset="-122"/>
              </a:rPr>
              <a:t> ≥0</a:t>
            </a:r>
            <a:endParaRPr lang="en-US" altLang="zh-CN" sz="2400">
              <a:latin typeface="隶书" panose="02010509060101010101" pitchFamily="49" charset="-122"/>
              <a:ea typeface="隶书" panose="02010509060101010101" pitchFamily="49" charset="-122"/>
            </a:endParaRPr>
          </a:p>
        </p:txBody>
      </p:sp>
      <p:sp>
        <p:nvSpPr>
          <p:cNvPr id="67593" name="矩形 67592"/>
          <p:cNvSpPr/>
          <p:nvPr/>
        </p:nvSpPr>
        <p:spPr>
          <a:xfrm>
            <a:off x="468313" y="5013325"/>
            <a:ext cx="2447925" cy="946150"/>
          </a:xfrm>
          <a:prstGeom prst="rect">
            <a:avLst/>
          </a:prstGeom>
          <a:noFill/>
          <a:ln w="9525">
            <a:noFill/>
          </a:ln>
        </p:spPr>
        <p:txBody>
          <a:bodyPr anchor="ctr">
            <a:spAutoFit/>
          </a:bodyPr>
          <a:p>
            <a:pPr algn="l"/>
            <a:r>
              <a:rPr lang="en-US" altLang="zh-CN" sz="2800" dirty="0">
                <a:latin typeface="楷体_GB2312" panose="02010609030101010101" pitchFamily="49" charset="-122"/>
                <a:ea typeface="楷体_GB2312" panose="02010609030101010101" pitchFamily="49" charset="-122"/>
              </a:rPr>
              <a:t> </a:t>
            </a:r>
            <a:r>
              <a:rPr lang="zh-CN" altLang="en-US" sz="2800" dirty="0">
                <a:latin typeface="楷体_GB2312" panose="02010609030101010101" pitchFamily="49" charset="-122"/>
                <a:ea typeface="楷体_GB2312" panose="02010609030101010101" pitchFamily="49" charset="-122"/>
              </a:rPr>
              <a:t>线性规划的  求解方法</a:t>
            </a:r>
            <a:r>
              <a:rPr lang="zh-CN" altLang="en-US" dirty="0">
                <a:latin typeface="Arial Black" panose="020B0A04020102020204" pitchFamily="34" charset="0"/>
              </a:rPr>
              <a:t> </a:t>
            </a:r>
            <a:endParaRPr lang="zh-CN" altLang="en-US" dirty="0">
              <a:latin typeface="Arial Black" panose="020B0A04020102020204" pitchFamily="34" charset="0"/>
            </a:endParaRPr>
          </a:p>
        </p:txBody>
      </p:sp>
      <p:sp>
        <p:nvSpPr>
          <p:cNvPr id="67594" name="左大括号 67593"/>
          <p:cNvSpPr/>
          <p:nvPr/>
        </p:nvSpPr>
        <p:spPr>
          <a:xfrm>
            <a:off x="2843213" y="4797425"/>
            <a:ext cx="288925" cy="1582738"/>
          </a:xfrm>
          <a:prstGeom prst="leftBrace">
            <a:avLst>
              <a:gd name="adj1" fmla="val 45650"/>
              <a:gd name="adj2" fmla="val 50000"/>
            </a:avLst>
          </a:prstGeom>
          <a:noFill/>
          <a:ln w="9525" cap="flat" cmpd="sng">
            <a:solidFill>
              <a:schemeClr val="tx2"/>
            </a:solidFill>
            <a:prstDash val="solid"/>
            <a:headEnd type="none" w="med" len="med"/>
            <a:tailEnd type="none" w="med" len="med"/>
          </a:ln>
        </p:spPr>
        <p:txBody>
          <a:bodyPr/>
          <a:p>
            <a:endParaRPr lang="zh-CN" altLang="en-US"/>
          </a:p>
        </p:txBody>
      </p:sp>
      <p:sp>
        <p:nvSpPr>
          <p:cNvPr id="67595" name="文本框 67594"/>
          <p:cNvSpPr txBox="1"/>
          <p:nvPr/>
        </p:nvSpPr>
        <p:spPr>
          <a:xfrm>
            <a:off x="3348038" y="4797425"/>
            <a:ext cx="3554412" cy="457200"/>
          </a:xfrm>
          <a:prstGeom prst="rect">
            <a:avLst/>
          </a:prstGeom>
          <a:noFill/>
          <a:ln w="9525">
            <a:noFill/>
          </a:ln>
        </p:spPr>
        <p:txBody>
          <a:bodyPr wrap="none" anchor="b">
            <a:spAutoFit/>
          </a:bodyPr>
          <a:p>
            <a:r>
              <a:rPr lang="zh-CN" altLang="en-US" sz="2400" dirty="0">
                <a:latin typeface="Arial Black" panose="020B0A04020102020204" pitchFamily="34" charset="0"/>
                <a:ea typeface="楷体_GB2312" panose="02010609030101010101" pitchFamily="49" charset="-122"/>
              </a:rPr>
              <a:t>单纯形法（表上作业法）</a:t>
            </a:r>
            <a:endParaRPr lang="zh-CN" altLang="en-US" sz="2400" dirty="0">
              <a:latin typeface="Arial Black" panose="020B0A04020102020204" pitchFamily="34" charset="0"/>
              <a:ea typeface="楷体_GB2312" panose="02010609030101010101" pitchFamily="49" charset="-122"/>
            </a:endParaRPr>
          </a:p>
        </p:txBody>
      </p:sp>
      <p:sp>
        <p:nvSpPr>
          <p:cNvPr id="67596" name="文本框 67595"/>
          <p:cNvSpPr txBox="1"/>
          <p:nvPr/>
        </p:nvSpPr>
        <p:spPr>
          <a:xfrm>
            <a:off x="3492500" y="5373688"/>
            <a:ext cx="1800225" cy="457200"/>
          </a:xfrm>
          <a:prstGeom prst="rect">
            <a:avLst/>
          </a:prstGeom>
          <a:noFill/>
          <a:ln w="9525">
            <a:noFill/>
          </a:ln>
        </p:spPr>
        <p:txBody>
          <a:bodyPr anchor="b">
            <a:spAutoFit/>
          </a:bodyPr>
          <a:p>
            <a:pPr algn="l"/>
            <a:r>
              <a:rPr lang="zh-CN" altLang="en-US" sz="2400" dirty="0">
                <a:latin typeface="Arial Black" panose="020B0A04020102020204" pitchFamily="34" charset="0"/>
                <a:ea typeface="楷体_GB2312" panose="02010609030101010101" pitchFamily="49" charset="-122"/>
              </a:rPr>
              <a:t>图解法</a:t>
            </a:r>
            <a:endParaRPr lang="zh-CN" altLang="en-US" sz="2400" dirty="0">
              <a:latin typeface="Arial Black" panose="020B0A04020102020204" pitchFamily="34" charset="0"/>
              <a:ea typeface="楷体_GB2312" panose="02010609030101010101" pitchFamily="49" charset="-122"/>
            </a:endParaRPr>
          </a:p>
        </p:txBody>
      </p:sp>
      <p:sp>
        <p:nvSpPr>
          <p:cNvPr id="67597" name="文本框 67596"/>
          <p:cNvSpPr txBox="1"/>
          <p:nvPr/>
        </p:nvSpPr>
        <p:spPr>
          <a:xfrm>
            <a:off x="3419475" y="5949950"/>
            <a:ext cx="5586413" cy="457200"/>
          </a:xfrm>
          <a:prstGeom prst="rect">
            <a:avLst/>
          </a:prstGeom>
          <a:noFill/>
          <a:ln w="9525">
            <a:noFill/>
          </a:ln>
        </p:spPr>
        <p:txBody>
          <a:bodyPr wrap="none" anchor="b">
            <a:spAutoFit/>
          </a:bodyPr>
          <a:p>
            <a:r>
              <a:rPr lang="zh-CN" altLang="en-US" sz="2400" dirty="0">
                <a:latin typeface="Arial Black" panose="020B0A04020102020204" pitchFamily="34" charset="0"/>
                <a:ea typeface="楷体_GB2312" panose="02010609030101010101" pitchFamily="49" charset="-122"/>
              </a:rPr>
              <a:t>软件求解法（用</a:t>
            </a:r>
            <a:r>
              <a:rPr lang="en-US" altLang="zh-CN" sz="2400" dirty="0">
                <a:latin typeface="Arial Black" panose="020B0A04020102020204" pitchFamily="34" charset="0"/>
                <a:ea typeface="楷体_GB2312" panose="02010609030101010101" pitchFamily="49" charset="-122"/>
              </a:rPr>
              <a:t>Lingo</a:t>
            </a:r>
            <a:r>
              <a:rPr lang="zh-CN" altLang="en-US" sz="2400" dirty="0">
                <a:latin typeface="Arial Black" panose="020B0A04020102020204" pitchFamily="34" charset="0"/>
                <a:ea typeface="楷体_GB2312" panose="02010609030101010101" pitchFamily="49" charset="-122"/>
              </a:rPr>
              <a:t>或</a:t>
            </a:r>
            <a:r>
              <a:rPr lang="en-US" altLang="zh-CN" sz="2400" dirty="0">
                <a:latin typeface="Arial Black" panose="020B0A04020102020204" pitchFamily="34" charset="0"/>
                <a:ea typeface="楷体_GB2312" panose="02010609030101010101" pitchFamily="49" charset="-122"/>
              </a:rPr>
              <a:t>Lingdo</a:t>
            </a:r>
            <a:r>
              <a:rPr lang="zh-CN" altLang="en-US" sz="2400" dirty="0">
                <a:latin typeface="Arial Black" panose="020B0A04020102020204" pitchFamily="34" charset="0"/>
                <a:ea typeface="楷体_GB2312" panose="02010609030101010101" pitchFamily="49" charset="-122"/>
              </a:rPr>
              <a:t>软件）</a:t>
            </a:r>
            <a:endParaRPr lang="zh-CN" altLang="en-US" sz="2400" dirty="0">
              <a:latin typeface="Arial Black" panose="020B0A04020102020204" pitchFamily="34" charset="0"/>
              <a:ea typeface="楷体_GB2312" panose="02010609030101010101" pitchFamily="49" charset="-122"/>
            </a:endParaRPr>
          </a:p>
        </p:txBody>
      </p:sp>
      <p:sp>
        <p:nvSpPr>
          <p:cNvPr id="2" name="灯片编号占位符 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7591"/>
                                        </p:tgtEl>
                                        <p:attrNameLst>
                                          <p:attrName>style.visibility</p:attrName>
                                        </p:attrNameLst>
                                      </p:cBhvr>
                                      <p:to>
                                        <p:strVal val="visible"/>
                                      </p:to>
                                    </p:set>
                                    <p:animEffect transition="in" filter="checkerboard(across)">
                                      <p:cBhvr>
                                        <p:cTn id="7" dur="500"/>
                                        <p:tgtEl>
                                          <p:spTgt spid="67591"/>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7588"/>
                                        </p:tgtEl>
                                        <p:attrNameLst>
                                          <p:attrName>style.visibility</p:attrName>
                                        </p:attrNameLst>
                                      </p:cBhvr>
                                      <p:to>
                                        <p:strVal val="visible"/>
                                      </p:to>
                                    </p:set>
                                    <p:animEffect transition="in" filter="checkerboard(across)">
                                      <p:cBhvr>
                                        <p:cTn id="10" dur="500"/>
                                        <p:tgtEl>
                                          <p:spTgt spid="67588"/>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67593"/>
                                        </p:tgtEl>
                                        <p:attrNameLst>
                                          <p:attrName>style.visibility</p:attrName>
                                        </p:attrNameLst>
                                      </p:cBhvr>
                                      <p:to>
                                        <p:strVal val="visible"/>
                                      </p:to>
                                    </p:set>
                                    <p:animEffect transition="in" filter="checkerboard(across)">
                                      <p:cBhvr>
                                        <p:cTn id="15" dur="500"/>
                                        <p:tgtEl>
                                          <p:spTgt spid="67593"/>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67594"/>
                                        </p:tgtEl>
                                        <p:attrNameLst>
                                          <p:attrName>style.visibility</p:attrName>
                                        </p:attrNameLst>
                                      </p:cBhvr>
                                      <p:to>
                                        <p:strVal val="visible"/>
                                      </p:to>
                                    </p:set>
                                    <p:animEffect transition="in" filter="checkerboard(across)">
                                      <p:cBhvr>
                                        <p:cTn id="20" dur="500"/>
                                        <p:tgtEl>
                                          <p:spTgt spid="67594"/>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67595"/>
                                        </p:tgtEl>
                                        <p:attrNameLst>
                                          <p:attrName>style.visibility</p:attrName>
                                        </p:attrNameLst>
                                      </p:cBhvr>
                                      <p:to>
                                        <p:strVal val="visible"/>
                                      </p:to>
                                    </p:set>
                                    <p:animEffect transition="in" filter="checkerboard(across)">
                                      <p:cBhvr>
                                        <p:cTn id="23" dur="500"/>
                                        <p:tgtEl>
                                          <p:spTgt spid="67595"/>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67596"/>
                                        </p:tgtEl>
                                        <p:attrNameLst>
                                          <p:attrName>style.visibility</p:attrName>
                                        </p:attrNameLst>
                                      </p:cBhvr>
                                      <p:to>
                                        <p:strVal val="visible"/>
                                      </p:to>
                                    </p:set>
                                    <p:animEffect transition="in" filter="checkerboard(across)">
                                      <p:cBhvr>
                                        <p:cTn id="26" dur="500"/>
                                        <p:tgtEl>
                                          <p:spTgt spid="67596"/>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67597"/>
                                        </p:tgtEl>
                                        <p:attrNameLst>
                                          <p:attrName>style.visibility</p:attrName>
                                        </p:attrNameLst>
                                      </p:cBhvr>
                                      <p:to>
                                        <p:strVal val="visible"/>
                                      </p:to>
                                    </p:set>
                                    <p:animEffect transition="in" filter="checkerboard(across)">
                                      <p:cBhvr>
                                        <p:cTn id="29" dur="500"/>
                                        <p:tgtEl>
                                          <p:spTgt spid="675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1" grpId="0" animBg="1"/>
      <p:bldP spid="67588" grpId="0"/>
      <p:bldP spid="67593" grpId="0"/>
      <p:bldP spid="67595" grpId="0"/>
      <p:bldP spid="67596" grpId="0"/>
      <p:bldP spid="6759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3" name="矩形 73732"/>
          <p:cNvSpPr/>
          <p:nvPr/>
        </p:nvSpPr>
        <p:spPr>
          <a:xfrm>
            <a:off x="446088" y="3644900"/>
            <a:ext cx="3910012" cy="3024188"/>
          </a:xfrm>
          <a:prstGeom prst="rect">
            <a:avLst/>
          </a:prstGeom>
          <a:solidFill>
            <a:srgbClr val="339966">
              <a:alpha val="7001"/>
            </a:srgbClr>
          </a:solidFill>
          <a:ln w="9525" cap="flat" cmpd="sng">
            <a:solidFill>
              <a:srgbClr val="003300"/>
            </a:solidFill>
            <a:prstDash val="dash"/>
            <a:miter/>
            <a:headEnd type="none" w="med" len="med"/>
            <a:tailEnd type="none" w="med" len="med"/>
          </a:ln>
        </p:spPr>
        <p: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5pPr>
          </a:lstStyle>
          <a:p>
            <a:pPr lvl="0">
              <a:buNone/>
            </a:pPr>
            <a:r>
              <a:rPr lang="zh-CN" altLang="en-US" sz="2000" b="0" dirty="0">
                <a:latin typeface="幼圆" panose="02010509060101010101" pitchFamily="49" charset="-122"/>
                <a:ea typeface="幼圆" panose="02010509060101010101" pitchFamily="49" charset="-122"/>
              </a:rPr>
              <a:t>图</a:t>
            </a:r>
            <a:r>
              <a:rPr lang="en-US" altLang="zh-CN" sz="2000" b="0">
                <a:latin typeface="幼圆" panose="02010509060101010101" pitchFamily="49" charset="-122"/>
                <a:ea typeface="幼圆" panose="02010509060101010101" pitchFamily="49" charset="-122"/>
              </a:rPr>
              <a:t>1</a:t>
            </a:r>
            <a:endParaRPr lang="en-US" altLang="zh-CN" sz="2000" b="0">
              <a:latin typeface="幼圆" panose="02010509060101010101" pitchFamily="49" charset="-122"/>
              <a:ea typeface="幼圆" panose="02010509060101010101" pitchFamily="49" charset="-122"/>
            </a:endParaRPr>
          </a:p>
        </p:txBody>
      </p:sp>
      <p:sp>
        <p:nvSpPr>
          <p:cNvPr id="73738" name="流程图: 多文档 73737"/>
          <p:cNvSpPr/>
          <p:nvPr/>
        </p:nvSpPr>
        <p:spPr>
          <a:xfrm>
            <a:off x="4572000" y="4033838"/>
            <a:ext cx="4030663" cy="2405062"/>
          </a:xfrm>
          <a:prstGeom prst="flowChartMultidocument">
            <a:avLst/>
          </a:prstGeom>
          <a:solidFill>
            <a:srgbClr val="99CC00">
              <a:alpha val="57001"/>
            </a:srgbClr>
          </a:solidFill>
          <a:ln w="19050" cap="flat" cmpd="sng">
            <a:solidFill>
              <a:srgbClr val="003300"/>
            </a:solidFill>
            <a:prstDash val="sysDot"/>
            <a:miter/>
            <a:headEnd type="none" w="med" len="med"/>
            <a:tailEnd type="none" w="med" len="med"/>
          </a:ln>
        </p:spPr>
        <p:txBody>
          <a:bodyPr anchor="ctr">
            <a:spAutoFit/>
          </a:bodyPr>
          <a:p>
            <a:pPr algn="l">
              <a:spcBef>
                <a:spcPct val="20000"/>
              </a:spcBef>
              <a:buClr>
                <a:schemeClr val="bg2"/>
              </a:buClr>
              <a:buSzPct val="75000"/>
              <a:buFont typeface="Wingdings" panose="05000000000000000000" pitchFamily="2" charset="2"/>
              <a:buNone/>
            </a:pPr>
            <a:r>
              <a:rPr lang="zh-CN" altLang="en-US" sz="2000" b="0" dirty="0">
                <a:latin typeface="楷体_GB2312" panose="02010609030101010101" pitchFamily="49" charset="-122"/>
                <a:ea typeface="楷体_GB2312" panose="02010609030101010101" pitchFamily="49" charset="-122"/>
              </a:rPr>
              <a:t>显然等位线越趋于右上方，其上的点具有越大的目标函数值。不难看出，本例的最优解为</a:t>
            </a:r>
            <a:r>
              <a:rPr lang="en-US" altLang="zh-CN" sz="2000" b="0" i="1">
                <a:solidFill>
                  <a:srgbClr val="000000"/>
                </a:solidFill>
                <a:latin typeface="Times New Roman" panose="02020603050405020304" pitchFamily="18" charset="0"/>
                <a:cs typeface="Times New Roman" panose="02020603050405020304" pitchFamily="18" charset="0"/>
              </a:rPr>
              <a:t>x</a:t>
            </a:r>
            <a:r>
              <a:rPr lang="en-US" altLang="zh-CN" sz="2000" b="0" baseline="30000">
                <a:solidFill>
                  <a:srgbClr val="000000"/>
                </a:solidFill>
                <a:latin typeface="Times New Roman" panose="02020603050405020304" pitchFamily="18" charset="0"/>
                <a:cs typeface="Times New Roman" panose="02020603050405020304" pitchFamily="18" charset="0"/>
              </a:rPr>
              <a:t>*</a:t>
            </a:r>
            <a:r>
              <a:rPr lang="en-US" altLang="zh-CN" sz="2000" b="0">
                <a:solidFill>
                  <a:srgbClr val="000000"/>
                </a:solidFill>
                <a:latin typeface="Times New Roman" panose="02020603050405020304" pitchFamily="18" charset="0"/>
                <a:cs typeface="Times New Roman" panose="02020603050405020304" pitchFamily="18" charset="0"/>
              </a:rPr>
              <a:t>=(2,6)</a:t>
            </a:r>
            <a:r>
              <a:rPr lang="en-US" altLang="zh-CN" sz="2000" b="0" i="1" baseline="30000">
                <a:solidFill>
                  <a:srgbClr val="000000"/>
                </a:solidFill>
                <a:latin typeface="Times New Roman" panose="02020603050405020304" pitchFamily="18" charset="0"/>
                <a:cs typeface="Times New Roman" panose="02020603050405020304" pitchFamily="18" charset="0"/>
              </a:rPr>
              <a:t>T</a:t>
            </a:r>
            <a:r>
              <a:rPr lang="en-US" altLang="zh-CN" sz="2000" b="0" i="1">
                <a:latin typeface="楷体_GB2312" panose="02010609030101010101" pitchFamily="49" charset="-122"/>
                <a:ea typeface="楷体_GB2312" panose="02010609030101010101" pitchFamily="49" charset="-122"/>
              </a:rPr>
              <a:t> </a:t>
            </a:r>
            <a:r>
              <a:rPr lang="zh-CN" altLang="en-US" sz="2000" b="0" dirty="0">
                <a:latin typeface="楷体_GB2312" panose="02010609030101010101" pitchFamily="49" charset="-122"/>
                <a:ea typeface="楷体_GB2312" panose="02010609030101010101" pitchFamily="49" charset="-122"/>
              </a:rPr>
              <a:t>，最优目标值</a:t>
            </a:r>
            <a:r>
              <a:rPr lang="en-US" altLang="zh-CN" sz="2000" b="0" i="1">
                <a:solidFill>
                  <a:srgbClr val="000000"/>
                </a:solidFill>
                <a:latin typeface="Times New Roman" panose="02020603050405020304" pitchFamily="18" charset="0"/>
                <a:cs typeface="Times New Roman" panose="02020603050405020304" pitchFamily="18" charset="0"/>
              </a:rPr>
              <a:t>z</a:t>
            </a:r>
            <a:r>
              <a:rPr lang="en-US" altLang="zh-CN" sz="2000" b="0" baseline="30000">
                <a:solidFill>
                  <a:srgbClr val="000000"/>
                </a:solidFill>
                <a:latin typeface="Times New Roman" panose="02020603050405020304" pitchFamily="18" charset="0"/>
                <a:cs typeface="Times New Roman" panose="02020603050405020304" pitchFamily="18" charset="0"/>
              </a:rPr>
              <a:t>*</a:t>
            </a:r>
            <a:r>
              <a:rPr lang="en-US" altLang="zh-CN" sz="2000" b="0">
                <a:solidFill>
                  <a:srgbClr val="000000"/>
                </a:solidFill>
                <a:latin typeface="Times New Roman" panose="02020603050405020304" pitchFamily="18" charset="0"/>
                <a:cs typeface="Times New Roman" panose="02020603050405020304" pitchFamily="18" charset="0"/>
              </a:rPr>
              <a:t>=26</a:t>
            </a:r>
            <a:r>
              <a:rPr lang="en-US" altLang="zh-CN" sz="2000" b="0" i="1">
                <a:latin typeface="楷体_GB2312" panose="02010609030101010101" pitchFamily="49" charset="-122"/>
                <a:ea typeface="楷体_GB2312" panose="02010609030101010101" pitchFamily="49" charset="-122"/>
              </a:rPr>
              <a:t> </a:t>
            </a:r>
            <a:r>
              <a:rPr lang="zh-CN" altLang="en-US" sz="2000" b="0" dirty="0">
                <a:latin typeface="楷体_GB2312" panose="02010609030101010101" pitchFamily="49" charset="-122"/>
                <a:ea typeface="楷体_GB2312" panose="02010609030101010101" pitchFamily="49" charset="-122"/>
              </a:rPr>
              <a:t>。</a:t>
            </a:r>
            <a:endParaRPr lang="zh-CN" altLang="en-US" b="0" dirty="0">
              <a:latin typeface="Arial Black" panose="020B0A04020102020204" pitchFamily="34" charset="0"/>
            </a:endParaRPr>
          </a:p>
        </p:txBody>
      </p:sp>
      <p:sp>
        <p:nvSpPr>
          <p:cNvPr id="73730" name="标题 73729"/>
          <p:cNvSpPr>
            <a:spLocks noGrp="1"/>
          </p:cNvSpPr>
          <p:nvPr>
            <p:ph type="title"/>
          </p:nvPr>
        </p:nvSpPr>
        <p:spPr>
          <a:xfrm>
            <a:off x="539750" y="333375"/>
            <a:ext cx="8207375" cy="595313"/>
          </a:xfrm>
          <a:ln>
            <a:noFill/>
          </a:ln>
        </p:spPr>
        <p:txBody>
          <a:bodyPr anchor="ctr"/>
          <a:p>
            <a:br>
              <a:rPr lang="en-US" altLang="zh-CN" sz="3600" b="1" dirty="0">
                <a:solidFill>
                  <a:srgbClr val="0E8435"/>
                </a:solidFill>
              </a:rPr>
            </a:br>
            <a:r>
              <a:rPr lang="zh-CN" altLang="en-US" sz="3600" b="1" dirty="0">
                <a:solidFill>
                  <a:srgbClr val="0E8435"/>
                </a:solidFill>
              </a:rPr>
              <a:t>求解线性规划的方法（图解法</a:t>
            </a:r>
            <a:r>
              <a:rPr lang="zh-CN" altLang="en-US" sz="3600" b="1" dirty="0">
                <a:solidFill>
                  <a:srgbClr val="0E8435"/>
                </a:solidFill>
                <a:ea typeface="宋体" panose="02010600030101010101" pitchFamily="2" charset="-122"/>
              </a:rPr>
              <a:t>）</a:t>
            </a:r>
            <a:br>
              <a:rPr lang="zh-CN" altLang="en-US" sz="3600" dirty="0">
                <a:solidFill>
                  <a:srgbClr val="0E8435"/>
                </a:solidFill>
                <a:ea typeface="宋体" panose="02010600030101010101" pitchFamily="2" charset="-122"/>
              </a:rPr>
            </a:br>
            <a:endParaRPr lang="zh-CN" altLang="en-US" sz="3600" dirty="0">
              <a:solidFill>
                <a:srgbClr val="0E8435"/>
              </a:solidFill>
              <a:ea typeface="宋体" panose="02010600030101010101" pitchFamily="2" charset="-122"/>
            </a:endParaRPr>
          </a:p>
        </p:txBody>
      </p:sp>
      <p:sp>
        <p:nvSpPr>
          <p:cNvPr id="73735" name="折角形 73734"/>
          <p:cNvSpPr/>
          <p:nvPr/>
        </p:nvSpPr>
        <p:spPr>
          <a:xfrm>
            <a:off x="395288" y="1268413"/>
            <a:ext cx="8604250" cy="2049462"/>
          </a:xfrm>
          <a:prstGeom prst="foldedCorner">
            <a:avLst>
              <a:gd name="adj" fmla="val 12500"/>
            </a:avLst>
          </a:prstGeom>
          <a:solidFill>
            <a:srgbClr val="99CC00">
              <a:alpha val="35001"/>
            </a:srgbClr>
          </a:solidFill>
          <a:ln w="19050" cap="flat" cmpd="sng">
            <a:solidFill>
              <a:srgbClr val="003300"/>
            </a:solidFill>
            <a:prstDash val="sysDot"/>
            <a:headEnd type="none" w="med" len="med"/>
            <a:tailEnd type="none" w="med" len="med"/>
          </a:ln>
        </p:spPr>
        <p:txBody>
          <a:bodyPr>
            <a:spAutoFit/>
          </a:bodyPr>
          <a:p>
            <a:pPr algn="l">
              <a:lnSpc>
                <a:spcPct val="80000"/>
              </a:lnSpc>
              <a:spcBef>
                <a:spcPct val="20000"/>
              </a:spcBef>
              <a:buClr>
                <a:schemeClr val="bg2"/>
              </a:buClr>
              <a:buSzPct val="75000"/>
              <a:buFont typeface="Wingdings" panose="05000000000000000000" pitchFamily="2" charset="2"/>
              <a:buNone/>
            </a:pPr>
            <a:r>
              <a:rPr lang="zh-CN" altLang="en-US" sz="2400" dirty="0">
                <a:latin typeface="幼圆" panose="02010509060101010101" pitchFamily="49" charset="-122"/>
                <a:ea typeface="幼圆" panose="02010509060101010101" pitchFamily="49" charset="-122"/>
              </a:rPr>
              <a:t>可行点：</a:t>
            </a:r>
            <a:r>
              <a:rPr lang="zh-CN" altLang="en-US" sz="2400" dirty="0">
                <a:latin typeface="华文新魏" panose="02010800040101010101" pitchFamily="2" charset="-122"/>
                <a:ea typeface="华文新魏" panose="02010800040101010101" pitchFamily="2" charset="-122"/>
              </a:rPr>
              <a:t>满足线性规划所有约束条件的点称为问题的可行点。</a:t>
            </a:r>
            <a:endParaRPr lang="zh-CN" altLang="en-US" sz="2400" dirty="0">
              <a:latin typeface="华文新魏" panose="02010800040101010101" pitchFamily="2" charset="-122"/>
              <a:ea typeface="华文新魏" panose="02010800040101010101" pitchFamily="2" charset="-122"/>
            </a:endParaRPr>
          </a:p>
          <a:p>
            <a:pPr algn="l">
              <a:lnSpc>
                <a:spcPct val="80000"/>
              </a:lnSpc>
              <a:spcBef>
                <a:spcPct val="20000"/>
              </a:spcBef>
              <a:buClr>
                <a:schemeClr val="bg2"/>
              </a:buClr>
              <a:buSzPct val="75000"/>
              <a:buFont typeface="Wingdings" panose="05000000000000000000" pitchFamily="2" charset="2"/>
              <a:buNone/>
            </a:pPr>
            <a:r>
              <a:rPr lang="zh-CN" altLang="en-US" sz="2400" dirty="0">
                <a:latin typeface="宋体" panose="02010600030101010101" pitchFamily="2" charset="-122"/>
              </a:rPr>
              <a:t>可行域：</a:t>
            </a:r>
            <a:r>
              <a:rPr lang="zh-CN" altLang="en-US" sz="2400" dirty="0">
                <a:latin typeface="华文新魏" panose="02010800040101010101" pitchFamily="2" charset="-122"/>
                <a:ea typeface="华文新魏" panose="02010800040101010101" pitchFamily="2" charset="-122"/>
              </a:rPr>
              <a:t>所有可行点构成的集合称为问题的可行域，记为</a:t>
            </a:r>
            <a:r>
              <a:rPr lang="en-US" altLang="zh-CN" sz="2400" i="1">
                <a:latin typeface="华文新魏" panose="02010800040101010101" pitchFamily="2" charset="-122"/>
                <a:ea typeface="华文新魏" panose="02010800040101010101" pitchFamily="2" charset="-122"/>
              </a:rPr>
              <a:t>R</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a:p>
            <a:pPr algn="l">
              <a:lnSpc>
                <a:spcPct val="80000"/>
              </a:lnSpc>
              <a:spcBef>
                <a:spcPct val="20000"/>
              </a:spcBef>
              <a:buClr>
                <a:schemeClr val="bg2"/>
              </a:buClr>
              <a:buSzPct val="75000"/>
              <a:buFont typeface="Wingdings" panose="05000000000000000000" pitchFamily="2" charset="2"/>
              <a:buNone/>
            </a:pPr>
            <a:r>
              <a:rPr lang="zh-CN" altLang="en-US" sz="2400" dirty="0">
                <a:latin typeface="宋体" panose="02010600030101010101" pitchFamily="2" charset="-122"/>
              </a:rPr>
              <a:t>等位线：</a:t>
            </a:r>
            <a:r>
              <a:rPr lang="zh-CN" altLang="en-US" sz="2400" dirty="0">
                <a:latin typeface="华文新魏" panose="02010800040101010101" pitchFamily="2" charset="-122"/>
                <a:ea typeface="华文新魏" panose="02010800040101010101" pitchFamily="2" charset="-122"/>
              </a:rPr>
              <a:t>对于每一固定的值</a:t>
            </a:r>
            <a:r>
              <a:rPr lang="en-US" altLang="zh-CN" sz="2400" i="1">
                <a:latin typeface="华文新魏" panose="02010800040101010101" pitchFamily="2" charset="-122"/>
                <a:ea typeface="华文新魏" panose="02010800040101010101" pitchFamily="2" charset="-122"/>
              </a:rPr>
              <a:t>z</a:t>
            </a:r>
            <a:r>
              <a:rPr lang="zh-CN" altLang="en-US" sz="2400" dirty="0">
                <a:latin typeface="华文新魏" panose="02010800040101010101" pitchFamily="2" charset="-122"/>
                <a:ea typeface="华文新魏" panose="02010800040101010101" pitchFamily="2" charset="-122"/>
              </a:rPr>
              <a:t>，使目标函数值等于</a:t>
            </a:r>
            <a:r>
              <a:rPr lang="en-US" altLang="zh-CN" sz="2400" i="1">
                <a:latin typeface="华文新魏" panose="02010800040101010101" pitchFamily="2" charset="-122"/>
                <a:ea typeface="华文新魏" panose="02010800040101010101" pitchFamily="2" charset="-122"/>
              </a:rPr>
              <a:t>z</a:t>
            </a:r>
            <a:r>
              <a:rPr lang="zh-CN" altLang="en-US" sz="2400" dirty="0">
                <a:latin typeface="华文新魏" panose="02010800040101010101" pitchFamily="2" charset="-122"/>
                <a:ea typeface="华文新魏" panose="02010800040101010101" pitchFamily="2" charset="-122"/>
              </a:rPr>
              <a:t>的点构成的直线称为目标函数等位线。</a:t>
            </a:r>
            <a:endParaRPr lang="zh-CN" altLang="en-US" sz="2400" dirty="0">
              <a:latin typeface="华文新魏" panose="02010800040101010101" pitchFamily="2" charset="-122"/>
              <a:ea typeface="华文新魏" panose="02010800040101010101" pitchFamily="2" charset="-122"/>
            </a:endParaRPr>
          </a:p>
          <a:p>
            <a:pPr algn="l">
              <a:lnSpc>
                <a:spcPct val="80000"/>
              </a:lnSpc>
              <a:spcBef>
                <a:spcPct val="20000"/>
              </a:spcBef>
              <a:buClr>
                <a:schemeClr val="bg2"/>
              </a:buClr>
              <a:buSzPct val="75000"/>
              <a:buFont typeface="Wingdings" panose="05000000000000000000" pitchFamily="2" charset="2"/>
              <a:buNone/>
            </a:pPr>
            <a:r>
              <a:rPr lang="zh-CN" altLang="en-US" sz="2800" b="0" dirty="0">
                <a:latin typeface="楷体_GB2312" panose="02010609030101010101" pitchFamily="49" charset="-122"/>
                <a:ea typeface="楷体_GB2312" panose="02010609030101010101" pitchFamily="49" charset="-122"/>
              </a:rPr>
              <a:t>当</a:t>
            </a:r>
            <a:r>
              <a:rPr lang="en-US" altLang="zh-CN" sz="2800" b="0" i="1">
                <a:latin typeface="楷体_GB2312" panose="02010609030101010101" pitchFamily="49" charset="-122"/>
                <a:ea typeface="楷体_GB2312" panose="02010609030101010101" pitchFamily="49" charset="-122"/>
              </a:rPr>
              <a:t>z</a:t>
            </a:r>
            <a:r>
              <a:rPr lang="zh-CN" altLang="en-US" sz="2800" b="0" dirty="0">
                <a:latin typeface="楷体_GB2312" panose="02010609030101010101" pitchFamily="49" charset="-122"/>
                <a:ea typeface="楷体_GB2312" panose="02010609030101010101" pitchFamily="49" charset="-122"/>
              </a:rPr>
              <a:t>变动时，我们得到一族平行直线（图</a:t>
            </a:r>
            <a:r>
              <a:rPr lang="en-US" altLang="zh-CN" sz="2800" b="0" dirty="0">
                <a:latin typeface="楷体_GB2312" panose="02010609030101010101" pitchFamily="49" charset="-122"/>
                <a:ea typeface="楷体_GB2312" panose="02010609030101010101" pitchFamily="49" charset="-122"/>
              </a:rPr>
              <a:t>1</a:t>
            </a:r>
            <a:r>
              <a:rPr lang="zh-CN" altLang="en-US" sz="2800" b="0" dirty="0">
                <a:latin typeface="楷体_GB2312" panose="02010609030101010101" pitchFamily="49" charset="-122"/>
                <a:ea typeface="楷体_GB2312" panose="02010609030101010101" pitchFamily="49" charset="-122"/>
              </a:rPr>
              <a:t>）。</a:t>
            </a:r>
            <a:endParaRPr lang="zh-CN" altLang="en-US" sz="2800" b="0" dirty="0">
              <a:latin typeface="楷体_GB2312" panose="02010609030101010101" pitchFamily="49" charset="-122"/>
              <a:ea typeface="楷体_GB2312" panose="02010609030101010101" pitchFamily="49" charset="-122"/>
            </a:endParaRPr>
          </a:p>
        </p:txBody>
      </p:sp>
      <p:pic>
        <p:nvPicPr>
          <p:cNvPr id="73740" name="图片 73739" descr="Untitled-1"/>
          <p:cNvPicPr>
            <a:picLocks noChangeAspect="1"/>
          </p:cNvPicPr>
          <p:nvPr/>
        </p:nvPicPr>
        <p:blipFill>
          <a:blip r:embed="rId1"/>
          <a:stretch>
            <a:fillRect/>
          </a:stretch>
        </p:blipFill>
        <p:spPr>
          <a:xfrm>
            <a:off x="827088" y="3933825"/>
            <a:ext cx="3313112" cy="2590800"/>
          </a:xfrm>
          <a:prstGeom prst="rect">
            <a:avLst/>
          </a:prstGeom>
          <a:noFill/>
          <a:ln w="9525">
            <a:noFill/>
          </a:ln>
        </p:spPr>
      </p:pic>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3730"/>
                                        </p:tgtEl>
                                        <p:attrNameLst>
                                          <p:attrName>style.visibility</p:attrName>
                                        </p:attrNameLst>
                                      </p:cBhvr>
                                      <p:to>
                                        <p:strVal val="visible"/>
                                      </p:to>
                                    </p:set>
                                    <p:anim calcmode="lin" valueType="num">
                                      <p:cBhvr additive="base">
                                        <p:cTn id="7" dur="500" fill="hold"/>
                                        <p:tgtEl>
                                          <p:spTgt spid="73730"/>
                                        </p:tgtEl>
                                        <p:attrNameLst>
                                          <p:attrName>ppt_x</p:attrName>
                                        </p:attrNameLst>
                                      </p:cBhvr>
                                      <p:tavLst>
                                        <p:tav tm="0">
                                          <p:val>
                                            <p:strVal val="0-#ppt_w/2"/>
                                          </p:val>
                                        </p:tav>
                                        <p:tav tm="100000">
                                          <p:val>
                                            <p:strVal val="#ppt_x"/>
                                          </p:val>
                                        </p:tav>
                                      </p:tavLst>
                                    </p:anim>
                                    <p:anim calcmode="lin" valueType="num">
                                      <p:cBhvr additive="base">
                                        <p:cTn id="8" dur="500" fill="hold"/>
                                        <p:tgtEl>
                                          <p:spTgt spid="7373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73735"/>
                                        </p:tgtEl>
                                        <p:attrNameLst>
                                          <p:attrName>style.visibility</p:attrName>
                                        </p:attrNameLst>
                                      </p:cBhvr>
                                      <p:to>
                                        <p:strVal val="visible"/>
                                      </p:to>
                                    </p:set>
                                    <p:animEffect transition="in" filter="strips(downLeft)">
                                      <p:cBhvr>
                                        <p:cTn id="13" dur="500"/>
                                        <p:tgtEl>
                                          <p:spTgt spid="7373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3733"/>
                                        </p:tgtEl>
                                        <p:attrNameLst>
                                          <p:attrName>style.visibility</p:attrName>
                                        </p:attrNameLst>
                                      </p:cBhvr>
                                      <p:to>
                                        <p:strVal val="visible"/>
                                      </p:to>
                                    </p:set>
                                    <p:animEffect transition="in" filter="wipe(left)">
                                      <p:cBhvr>
                                        <p:cTn id="18" dur="500"/>
                                        <p:tgtEl>
                                          <p:spTgt spid="73733"/>
                                        </p:tgtEl>
                                      </p:cBhvr>
                                    </p:animEffect>
                                  </p:childTnLst>
                                </p:cTn>
                              </p:par>
                            </p:childTnLst>
                          </p:cTn>
                        </p:par>
                        <p:par>
                          <p:cTn id="19" fill="hold">
                            <p:stCondLst>
                              <p:cond delay="500"/>
                            </p:stCondLst>
                            <p:childTnLst>
                              <p:par>
                                <p:cTn id="20" presetID="9" presetClass="entr" presetSubtype="0" fill="hold" nodeType="afterEffect">
                                  <p:stCondLst>
                                    <p:cond delay="0"/>
                                  </p:stCondLst>
                                  <p:childTnLst>
                                    <p:set>
                                      <p:cBhvr>
                                        <p:cTn id="21" dur="1" fill="hold">
                                          <p:stCondLst>
                                            <p:cond delay="0"/>
                                          </p:stCondLst>
                                        </p:cTn>
                                        <p:tgtEl>
                                          <p:spTgt spid="73740"/>
                                        </p:tgtEl>
                                        <p:attrNameLst>
                                          <p:attrName>style.visibility</p:attrName>
                                        </p:attrNameLst>
                                      </p:cBhvr>
                                      <p:to>
                                        <p:strVal val="visible"/>
                                      </p:to>
                                    </p:set>
                                    <p:animEffect transition="in" filter="dissolve">
                                      <p:cBhvr>
                                        <p:cTn id="22" dur="500"/>
                                        <p:tgtEl>
                                          <p:spTgt spid="73740"/>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3" nodeType="clickEffect">
                                  <p:stCondLst>
                                    <p:cond delay="0"/>
                                  </p:stCondLst>
                                  <p:childTnLst>
                                    <p:set>
                                      <p:cBhvr>
                                        <p:cTn id="26" dur="1" fill="hold">
                                          <p:stCondLst>
                                            <p:cond delay="0"/>
                                          </p:stCondLst>
                                        </p:cTn>
                                        <p:tgtEl>
                                          <p:spTgt spid="73738"/>
                                        </p:tgtEl>
                                        <p:attrNameLst>
                                          <p:attrName>style.visibility</p:attrName>
                                        </p:attrNameLst>
                                      </p:cBhvr>
                                      <p:to>
                                        <p:strVal val="visible"/>
                                      </p:to>
                                    </p:set>
                                    <p:animEffect transition="in" filter="randombar(horizontal)">
                                      <p:cBhvr>
                                        <p:cTn id="27" dur="500"/>
                                        <p:tgtEl>
                                          <p:spTgt spid="73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3" grpId="0" animBg="1"/>
      <p:bldP spid="73738" grpId="3" animBg="1"/>
      <p:bldP spid="73730" grpId="0"/>
      <p:bldP spid="737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标题 178177"/>
          <p:cNvSpPr>
            <a:spLocks noGrp="1" noRot="1"/>
          </p:cNvSpPr>
          <p:nvPr>
            <p:ph type="title"/>
          </p:nvPr>
        </p:nvSpPr>
        <p:spPr>
          <a:xfrm>
            <a:off x="323850" y="260350"/>
            <a:ext cx="6408738" cy="955675"/>
          </a:xfrm>
        </p:spPr>
        <p:txBody>
          <a:bodyPr anchor="ctr"/>
          <a:p>
            <a:r>
              <a:rPr lang="zh-CN" altLang="en-US" sz="3200" b="1" dirty="0">
                <a:solidFill>
                  <a:srgbClr val="A50021"/>
                </a:solidFill>
                <a:ea typeface="楷体_GB2312" panose="02010609030101010101" pitchFamily="49" charset="-122"/>
              </a:rPr>
              <a:t>求解线性规划的方法（软件实现）</a:t>
            </a:r>
            <a:endParaRPr lang="zh-CN" altLang="en-US" sz="3200" b="1" dirty="0">
              <a:solidFill>
                <a:srgbClr val="A50021"/>
              </a:solidFill>
              <a:ea typeface="楷体_GB2312" panose="02010609030101010101" pitchFamily="49" charset="-122"/>
            </a:endParaRPr>
          </a:p>
        </p:txBody>
      </p:sp>
      <p:sp>
        <p:nvSpPr>
          <p:cNvPr id="178179" name="文本占位符 178178"/>
          <p:cNvSpPr>
            <a:spLocks noGrp="1" noRot="1"/>
          </p:cNvSpPr>
          <p:nvPr>
            <p:ph type="body" sz="half" idx="1"/>
          </p:nvPr>
        </p:nvSpPr>
        <p:spPr>
          <a:xfrm>
            <a:off x="395288" y="3376613"/>
            <a:ext cx="6553200" cy="3481387"/>
          </a:xfrm>
          <a:ln>
            <a:solidFill>
              <a:srgbClr val="00FF00"/>
            </a:solidFill>
            <a:miter/>
          </a:ln>
        </p:spPr>
        <p:txBody>
          <a:bodyPr/>
          <a:p>
            <a:pPr>
              <a:lnSpc>
                <a:spcPct val="80000"/>
              </a:lnSpc>
              <a:buNone/>
            </a:pPr>
            <a:r>
              <a:rPr lang="en-US" altLang="zh-CN" sz="2000" b="1" dirty="0">
                <a:latin typeface="Times New Roman" panose="02020603050405020304" pitchFamily="18" charset="0"/>
              </a:rPr>
              <a:t>model:                               </a:t>
            </a:r>
            <a:r>
              <a:rPr lang="zh-CN" altLang="en-US" sz="2000" b="1" dirty="0">
                <a:latin typeface="Times New Roman" panose="02020603050405020304" pitchFamily="18" charset="0"/>
              </a:rPr>
              <a:t>！程序开始</a:t>
            </a:r>
            <a:endParaRPr lang="zh-CN" altLang="en-US" sz="2000" b="1" dirty="0">
              <a:latin typeface="Times New Roman" panose="02020603050405020304" pitchFamily="18" charset="0"/>
            </a:endParaRPr>
          </a:p>
          <a:p>
            <a:pPr>
              <a:lnSpc>
                <a:spcPct val="80000"/>
              </a:lnSpc>
              <a:buNone/>
            </a:pPr>
            <a:r>
              <a:rPr lang="en-US" altLang="zh-CN" sz="2000" b="1" dirty="0">
                <a:latin typeface="Times New Roman" panose="02020603050405020304" pitchFamily="18" charset="0"/>
              </a:rPr>
              <a:t>sets:                                   </a:t>
            </a:r>
            <a:r>
              <a:rPr lang="zh-CN" altLang="en-US" sz="2000" b="1" dirty="0">
                <a:latin typeface="Times New Roman" panose="02020603050405020304" pitchFamily="18" charset="0"/>
              </a:rPr>
              <a:t>！变量集合开始</a:t>
            </a:r>
            <a:endParaRPr lang="zh-CN" altLang="en-US" sz="2000" b="1" dirty="0">
              <a:latin typeface="Times New Roman" panose="02020603050405020304" pitchFamily="18" charset="0"/>
            </a:endParaRPr>
          </a:p>
          <a:p>
            <a:pPr>
              <a:lnSpc>
                <a:spcPct val="80000"/>
              </a:lnSpc>
              <a:buNone/>
            </a:pPr>
            <a:r>
              <a:rPr lang="zh-CN" altLang="en-US" sz="2000" b="1" dirty="0">
                <a:latin typeface="Times New Roman" panose="02020603050405020304" pitchFamily="18" charset="0"/>
              </a:rPr>
              <a:t> </a:t>
            </a:r>
            <a:r>
              <a:rPr lang="en-US" altLang="zh-CN" sz="2000" b="1" dirty="0">
                <a:latin typeface="Times New Roman" panose="02020603050405020304" pitchFamily="18" charset="0"/>
              </a:rPr>
              <a:t>var/1..2/:x;                         </a:t>
            </a:r>
            <a:r>
              <a:rPr lang="zh-CN" altLang="en-US" sz="2000" b="1" dirty="0">
                <a:latin typeface="Times New Roman" panose="02020603050405020304" pitchFamily="18" charset="0"/>
              </a:rPr>
              <a:t>！说明</a:t>
            </a:r>
            <a:r>
              <a:rPr lang="en-US" altLang="zh-CN" sz="2000" b="1" dirty="0">
                <a:latin typeface="Times New Roman" panose="02020603050405020304" pitchFamily="18" charset="0"/>
              </a:rPr>
              <a:t>x</a:t>
            </a:r>
            <a:r>
              <a:rPr lang="zh-CN" altLang="en-US" sz="2000" b="1" dirty="0">
                <a:latin typeface="Times New Roman" panose="02020603050405020304" pitchFamily="18" charset="0"/>
              </a:rPr>
              <a:t>是二维变量</a:t>
            </a:r>
            <a:endParaRPr lang="zh-CN" altLang="en-US" sz="2000" b="1" dirty="0">
              <a:latin typeface="Times New Roman" panose="02020603050405020304" pitchFamily="18" charset="0"/>
            </a:endParaRPr>
          </a:p>
          <a:p>
            <a:pPr>
              <a:lnSpc>
                <a:spcPct val="80000"/>
              </a:lnSpc>
              <a:buNone/>
            </a:pPr>
            <a:r>
              <a:rPr lang="en-US" altLang="zh-CN" sz="2000" b="1" dirty="0" err="1">
                <a:latin typeface="Times New Roman" panose="02020603050405020304" pitchFamily="18" charset="0"/>
              </a:rPr>
              <a:t>endsets</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！集合说明结束</a:t>
            </a:r>
            <a:endParaRPr lang="zh-CN" altLang="en-US" sz="2000" b="1" dirty="0">
              <a:latin typeface="Times New Roman" panose="02020603050405020304" pitchFamily="18" charset="0"/>
            </a:endParaRPr>
          </a:p>
          <a:p>
            <a:pPr>
              <a:lnSpc>
                <a:spcPct val="80000"/>
              </a:lnSpc>
              <a:buNone/>
            </a:pPr>
            <a:r>
              <a:rPr lang="en-US" altLang="zh-CN" sz="2000" b="1" dirty="0">
                <a:latin typeface="Times New Roman" panose="02020603050405020304" pitchFamily="18" charset="0"/>
              </a:rPr>
              <a:t>max=4*x(1)+3*x(2);              </a:t>
            </a:r>
            <a:r>
              <a:rPr lang="zh-CN" altLang="en-US" sz="2000" b="1" dirty="0">
                <a:latin typeface="Times New Roman" panose="02020603050405020304" pitchFamily="18" charset="0"/>
              </a:rPr>
              <a:t>！目标函数求极大</a:t>
            </a:r>
            <a:endParaRPr lang="zh-CN" altLang="en-US" sz="2000" b="1" dirty="0">
              <a:latin typeface="Times New Roman" panose="02020603050405020304" pitchFamily="18" charset="0"/>
            </a:endParaRPr>
          </a:p>
          <a:p>
            <a:pPr>
              <a:lnSpc>
                <a:spcPct val="80000"/>
              </a:lnSpc>
              <a:buNone/>
            </a:pPr>
            <a:r>
              <a:rPr lang="en-US" altLang="zh-CN" sz="2000" b="1" dirty="0">
                <a:latin typeface="Times New Roman" panose="02020603050405020304" pitchFamily="18" charset="0"/>
              </a:rPr>
              <a:t>2*x(1)+x(2)&lt;=10;                   </a:t>
            </a:r>
            <a:r>
              <a:rPr lang="zh-CN" altLang="en-US" sz="2000" b="1" dirty="0">
                <a:latin typeface="Times New Roman" panose="02020603050405020304" pitchFamily="18" charset="0"/>
              </a:rPr>
              <a:t>！约束函数</a:t>
            </a:r>
            <a:endParaRPr lang="zh-CN" altLang="en-US" sz="2000" b="1" dirty="0">
              <a:latin typeface="Times New Roman" panose="02020603050405020304" pitchFamily="18" charset="0"/>
            </a:endParaRPr>
          </a:p>
          <a:p>
            <a:pPr>
              <a:lnSpc>
                <a:spcPct val="80000"/>
              </a:lnSpc>
              <a:buNone/>
            </a:pPr>
            <a:r>
              <a:rPr lang="en-US" altLang="zh-CN" sz="2000" b="1" dirty="0">
                <a:latin typeface="Times New Roman" panose="02020603050405020304" pitchFamily="18" charset="0"/>
              </a:rPr>
              <a:t>x(1)+x(2)&lt;=8;                        </a:t>
            </a:r>
            <a:r>
              <a:rPr lang="zh-CN" altLang="en-US" sz="2000" b="1" dirty="0">
                <a:latin typeface="Times New Roman" panose="02020603050405020304" pitchFamily="18" charset="0"/>
              </a:rPr>
              <a:t>！约束函数</a:t>
            </a:r>
            <a:endParaRPr lang="zh-CN" altLang="en-US" sz="2000" b="1">
              <a:latin typeface="Times New Roman" panose="02020603050405020304" pitchFamily="18" charset="0"/>
            </a:endParaRPr>
          </a:p>
          <a:p>
            <a:pPr>
              <a:lnSpc>
                <a:spcPct val="80000"/>
              </a:lnSpc>
              <a:buNone/>
            </a:pPr>
            <a:r>
              <a:rPr lang="en-US" altLang="zh-CN" sz="2000" b="1" dirty="0">
                <a:latin typeface="Times New Roman" panose="02020603050405020304" pitchFamily="18" charset="0"/>
              </a:rPr>
              <a:t>x(2)&lt;=7;                                </a:t>
            </a:r>
            <a:r>
              <a:rPr lang="zh-CN" altLang="en-US" sz="2000" b="1" dirty="0">
                <a:latin typeface="Times New Roman" panose="02020603050405020304" pitchFamily="18" charset="0"/>
              </a:rPr>
              <a:t>！约束函数</a:t>
            </a:r>
            <a:endParaRPr lang="zh-CN" altLang="en-US" sz="2000" b="1">
              <a:latin typeface="Times New Roman" panose="02020603050405020304" pitchFamily="18" charset="0"/>
            </a:endParaRPr>
          </a:p>
          <a:p>
            <a:pPr>
              <a:lnSpc>
                <a:spcPct val="80000"/>
              </a:lnSpc>
              <a:buNone/>
            </a:pPr>
            <a:r>
              <a:rPr lang="en-US" altLang="zh-CN" sz="2000" b="1" dirty="0">
                <a:latin typeface="Times New Roman" panose="02020603050405020304" pitchFamily="18" charset="0"/>
              </a:rPr>
              <a:t>End                                        </a:t>
            </a:r>
            <a:r>
              <a:rPr lang="zh-CN" altLang="en-US" sz="2000" b="1" dirty="0">
                <a:latin typeface="Times New Roman" panose="02020603050405020304" pitchFamily="18" charset="0"/>
              </a:rPr>
              <a:t>！程序结束   如果不加以</a:t>
            </a:r>
            <a:endParaRPr lang="zh-CN" altLang="en-US" sz="2000" b="1" dirty="0">
              <a:latin typeface="Times New Roman" panose="02020603050405020304" pitchFamily="18" charset="0"/>
            </a:endParaRPr>
          </a:p>
          <a:p>
            <a:pPr>
              <a:lnSpc>
                <a:spcPct val="80000"/>
              </a:lnSpc>
              <a:buNone/>
            </a:pPr>
            <a:r>
              <a:rPr lang="zh-CN" altLang="en-US" sz="2000" b="1" dirty="0">
                <a:latin typeface="Times New Roman" panose="02020603050405020304" pitchFamily="18" charset="0"/>
              </a:rPr>
              <a:t>                                        说明</a:t>
            </a:r>
            <a:r>
              <a:rPr lang="en-US" altLang="zh-CN" sz="2000" b="1" dirty="0">
                <a:latin typeface="Times New Roman" panose="02020603050405020304" pitchFamily="18" charset="0"/>
              </a:rPr>
              <a:t>,LINGO</a:t>
            </a:r>
            <a:r>
              <a:rPr lang="zh-CN" altLang="en-US" sz="2000" b="1" dirty="0">
                <a:latin typeface="Times New Roman" panose="02020603050405020304" pitchFamily="18" charset="0"/>
              </a:rPr>
              <a:t>认为所有变量非负</a:t>
            </a:r>
            <a:endParaRPr lang="zh-CN" altLang="en-US" sz="2000" b="1" dirty="0">
              <a:latin typeface="Times New Roman" panose="02020603050405020304" pitchFamily="18" charset="0"/>
            </a:endParaRPr>
          </a:p>
          <a:p>
            <a:pPr>
              <a:lnSpc>
                <a:spcPct val="80000"/>
              </a:lnSpc>
              <a:buNone/>
            </a:pPr>
            <a:endParaRPr lang="zh-CN" altLang="en-US" sz="2000" b="1" dirty="0">
              <a:latin typeface="Times New Roman" panose="02020603050405020304" pitchFamily="18" charset="0"/>
            </a:endParaRPr>
          </a:p>
        </p:txBody>
      </p:sp>
      <p:graphicFrame>
        <p:nvGraphicFramePr>
          <p:cNvPr id="178185" name="内容占位符 178184"/>
          <p:cNvGraphicFramePr/>
          <p:nvPr>
            <p:ph sz="half" idx="2"/>
          </p:nvPr>
        </p:nvGraphicFramePr>
        <p:xfrm>
          <a:off x="1116013" y="1052513"/>
          <a:ext cx="5184775" cy="2162175"/>
        </p:xfrm>
        <a:graphic>
          <a:graphicData uri="http://schemas.openxmlformats.org/presentationml/2006/ole">
            <mc:AlternateContent xmlns:mc="http://schemas.openxmlformats.org/markup-compatibility/2006">
              <mc:Choice xmlns:v="urn:schemas-microsoft-com:vml" Requires="v">
                <p:oleObj spid="_x0000_s3077" name="" r:id="rId1" imgW="3225800" imgH="1346200" progId="Equation.3">
                  <p:embed/>
                </p:oleObj>
              </mc:Choice>
              <mc:Fallback>
                <p:oleObj name="" r:id="rId1" imgW="3225800" imgH="1346200" progId="Equation.3">
                  <p:embed/>
                  <p:pic>
                    <p:nvPicPr>
                      <p:cNvPr id="0" name="图片 3076"/>
                      <p:cNvPicPr/>
                      <p:nvPr/>
                    </p:nvPicPr>
                    <p:blipFill>
                      <a:blip r:embed="rId2"/>
                      <a:stretch>
                        <a:fillRect/>
                      </a:stretch>
                    </p:blipFill>
                    <p:spPr>
                      <a:xfrm>
                        <a:off x="1116013" y="1052513"/>
                        <a:ext cx="5184775" cy="2162175"/>
                      </a:xfrm>
                      <a:prstGeom prst="rect">
                        <a:avLst/>
                      </a:prstGeom>
                      <a:noFill/>
                      <a:ln w="38100">
                        <a:miter/>
                      </a:ln>
                    </p:spPr>
                  </p:pic>
                </p:oleObj>
              </mc:Fallback>
            </mc:AlternateContent>
          </a:graphicData>
        </a:graphic>
      </p:graphicFrame>
      <p:sp>
        <p:nvSpPr>
          <p:cNvPr id="2" name="灯片编号占位符 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8185"/>
                                        </p:tgtEl>
                                        <p:attrNameLst>
                                          <p:attrName>style.visibility</p:attrName>
                                        </p:attrNameLst>
                                      </p:cBhvr>
                                      <p:to>
                                        <p:strVal val="visible"/>
                                      </p:to>
                                    </p:set>
                                    <p:animEffect transition="in" filter="checkerboard(across)">
                                      <p:cBhvr>
                                        <p:cTn id="7" dur="500"/>
                                        <p:tgtEl>
                                          <p:spTgt spid="17818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8179"/>
                                        </p:tgtEl>
                                        <p:attrNameLst>
                                          <p:attrName>style.visibility</p:attrName>
                                        </p:attrNameLst>
                                      </p:cBhvr>
                                      <p:to>
                                        <p:strVal val="visible"/>
                                      </p:to>
                                    </p:set>
                                    <p:animEffect transition="in" filter="checkerboard(across)">
                                      <p:cBhvr>
                                        <p:cTn id="12" dur="500"/>
                                        <p:tgtEl>
                                          <p:spTgt spid="178179"/>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78179">
                                            <p:txEl>
                                              <p:charRg st="0" end="43"/>
                                            </p:txEl>
                                          </p:spTgt>
                                        </p:tgtEl>
                                        <p:attrNameLst>
                                          <p:attrName>style.visibility</p:attrName>
                                        </p:attrNameLst>
                                      </p:cBhvr>
                                      <p:to>
                                        <p:strVal val="visible"/>
                                      </p:to>
                                    </p:set>
                                    <p:animEffect transition="in" filter="checkerboard(across)">
                                      <p:cBhvr>
                                        <p:cTn id="17" dur="500"/>
                                        <p:tgtEl>
                                          <p:spTgt spid="178179">
                                            <p:txEl>
                                              <p:charRg st="0" end="4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78179">
                                            <p:txEl>
                                              <p:charRg st="43" end="91"/>
                                            </p:txEl>
                                          </p:spTgt>
                                        </p:tgtEl>
                                        <p:attrNameLst>
                                          <p:attrName>style.visibility</p:attrName>
                                        </p:attrNameLst>
                                      </p:cBhvr>
                                      <p:to>
                                        <p:strVal val="visible"/>
                                      </p:to>
                                    </p:set>
                                    <p:animEffect transition="in" filter="checkerboard(across)">
                                      <p:cBhvr>
                                        <p:cTn id="22" dur="500"/>
                                        <p:tgtEl>
                                          <p:spTgt spid="178179">
                                            <p:txEl>
                                              <p:charRg st="43" end="9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78179">
                                            <p:txEl>
                                              <p:charRg st="91" end="139"/>
                                            </p:txEl>
                                          </p:spTgt>
                                        </p:tgtEl>
                                        <p:attrNameLst>
                                          <p:attrName>style.visibility</p:attrName>
                                        </p:attrNameLst>
                                      </p:cBhvr>
                                      <p:to>
                                        <p:strVal val="visible"/>
                                      </p:to>
                                    </p:set>
                                    <p:animEffect transition="in" filter="checkerboard(across)">
                                      <p:cBhvr>
                                        <p:cTn id="27" dur="500"/>
                                        <p:tgtEl>
                                          <p:spTgt spid="178179">
                                            <p:txEl>
                                              <p:charRg st="91" end="13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78179">
                                            <p:txEl>
                                              <p:charRg st="139" end="185"/>
                                            </p:txEl>
                                          </p:spTgt>
                                        </p:tgtEl>
                                        <p:attrNameLst>
                                          <p:attrName>style.visibility</p:attrName>
                                        </p:attrNameLst>
                                      </p:cBhvr>
                                      <p:to>
                                        <p:strVal val="visible"/>
                                      </p:to>
                                    </p:set>
                                    <p:animEffect transition="in" filter="checkerboard(across)">
                                      <p:cBhvr>
                                        <p:cTn id="32" dur="500"/>
                                        <p:tgtEl>
                                          <p:spTgt spid="178179">
                                            <p:txEl>
                                              <p:charRg st="139" end="18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78179">
                                            <p:txEl>
                                              <p:charRg st="185" end="226"/>
                                            </p:txEl>
                                          </p:spTgt>
                                        </p:tgtEl>
                                        <p:attrNameLst>
                                          <p:attrName>style.visibility</p:attrName>
                                        </p:attrNameLst>
                                      </p:cBhvr>
                                      <p:to>
                                        <p:strVal val="visible"/>
                                      </p:to>
                                    </p:set>
                                    <p:animEffect transition="in" filter="checkerboard(across)">
                                      <p:cBhvr>
                                        <p:cTn id="37" dur="500"/>
                                        <p:tgtEl>
                                          <p:spTgt spid="178179">
                                            <p:txEl>
                                              <p:charRg st="185" end="22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78179">
                                            <p:txEl>
                                              <p:charRg st="226" end="267"/>
                                            </p:txEl>
                                          </p:spTgt>
                                        </p:tgtEl>
                                        <p:attrNameLst>
                                          <p:attrName>style.visibility</p:attrName>
                                        </p:attrNameLst>
                                      </p:cBhvr>
                                      <p:to>
                                        <p:strVal val="visible"/>
                                      </p:to>
                                    </p:set>
                                    <p:animEffect transition="in" filter="checkerboard(across)">
                                      <p:cBhvr>
                                        <p:cTn id="42" dur="500"/>
                                        <p:tgtEl>
                                          <p:spTgt spid="178179">
                                            <p:txEl>
                                              <p:charRg st="226" end="26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178179">
                                            <p:txEl>
                                              <p:charRg st="267" end="310"/>
                                            </p:txEl>
                                          </p:spTgt>
                                        </p:tgtEl>
                                        <p:attrNameLst>
                                          <p:attrName>style.visibility</p:attrName>
                                        </p:attrNameLst>
                                      </p:cBhvr>
                                      <p:to>
                                        <p:strVal val="visible"/>
                                      </p:to>
                                    </p:set>
                                    <p:animEffect transition="in" filter="checkerboard(across)">
                                      <p:cBhvr>
                                        <p:cTn id="47" dur="500"/>
                                        <p:tgtEl>
                                          <p:spTgt spid="178179">
                                            <p:txEl>
                                              <p:charRg st="267" end="3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178179">
                                            <p:txEl>
                                              <p:charRg st="310" end="356"/>
                                            </p:txEl>
                                          </p:spTgt>
                                        </p:tgtEl>
                                        <p:attrNameLst>
                                          <p:attrName>style.visibility</p:attrName>
                                        </p:attrNameLst>
                                      </p:cBhvr>
                                      <p:to>
                                        <p:strVal val="visible"/>
                                      </p:to>
                                    </p:set>
                                    <p:animEffect transition="in" filter="checkerboard(across)">
                                      <p:cBhvr>
                                        <p:cTn id="52" dur="500"/>
                                        <p:tgtEl>
                                          <p:spTgt spid="178179">
                                            <p:txEl>
                                              <p:charRg st="310" end="35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178179">
                                            <p:txEl>
                                              <p:charRg st="356" end="413"/>
                                            </p:txEl>
                                          </p:spTgt>
                                        </p:tgtEl>
                                        <p:attrNameLst>
                                          <p:attrName>style.visibility</p:attrName>
                                        </p:attrNameLst>
                                      </p:cBhvr>
                                      <p:to>
                                        <p:strVal val="visible"/>
                                      </p:to>
                                    </p:set>
                                    <p:animEffect transition="in" filter="checkerboard(across)">
                                      <p:cBhvr>
                                        <p:cTn id="57" dur="500"/>
                                        <p:tgtEl>
                                          <p:spTgt spid="178179">
                                            <p:txEl>
                                              <p:charRg st="356" end="41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178179">
                                            <p:txEl>
                                              <p:charRg st="413" end="470"/>
                                            </p:txEl>
                                          </p:spTgt>
                                        </p:tgtEl>
                                        <p:attrNameLst>
                                          <p:attrName>style.visibility</p:attrName>
                                        </p:attrNameLst>
                                      </p:cBhvr>
                                      <p:to>
                                        <p:strVal val="visible"/>
                                      </p:to>
                                    </p:set>
                                    <p:animEffect transition="in" filter="checkerboard(across)">
                                      <p:cBhvr>
                                        <p:cTn id="62" dur="500"/>
                                        <p:tgtEl>
                                          <p:spTgt spid="178179">
                                            <p:txEl>
                                              <p:charRg st="413" end="47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animBg="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4" name="矩形 179203"/>
          <p:cNvSpPr/>
          <p:nvPr/>
        </p:nvSpPr>
        <p:spPr>
          <a:xfrm>
            <a:off x="611188" y="1341438"/>
            <a:ext cx="4968875" cy="3897312"/>
          </a:xfrm>
          <a:prstGeom prst="rect">
            <a:avLst/>
          </a:prstGeom>
          <a:noFill/>
          <a:ln w="15875" cap="flat" cmpd="sng">
            <a:solidFill>
              <a:srgbClr val="800000"/>
            </a:solidFill>
            <a:prstDash val="solid"/>
            <a:miter/>
            <a:headEnd type="none" w="med" len="med"/>
            <a:tailEnd type="none" w="med" len="med"/>
          </a:ln>
        </p:spPr>
        <p:txBody>
          <a:bodyPr anchor="b">
            <a:spAutoFit/>
          </a:bodyPr>
          <a:p>
            <a:pPr algn="l"/>
            <a:r>
              <a:rPr lang="en-US" altLang="zh-CN" sz="1600" b="0">
                <a:latin typeface="Times New Roman" panose="02020603050405020304" pitchFamily="18" charset="0"/>
              </a:rPr>
              <a:t>Global optimal solution found at iteration:             4</a:t>
            </a:r>
            <a:endParaRPr lang="en-US" altLang="zh-CN" sz="1600" b="0">
              <a:latin typeface="Times New Roman" panose="02020603050405020304" pitchFamily="18" charset="0"/>
            </a:endParaRPr>
          </a:p>
          <a:p>
            <a:pPr algn="l"/>
            <a:r>
              <a:rPr lang="en-US" altLang="zh-CN" sz="1600" b="0">
                <a:latin typeface="Times New Roman" panose="02020603050405020304" pitchFamily="18" charset="0"/>
              </a:rPr>
              <a:t>  Objective value:                                 26.00000</a:t>
            </a:r>
            <a:endParaRPr lang="en-US" altLang="zh-CN" sz="1600" b="0">
              <a:latin typeface="Times New Roman" panose="02020603050405020304" pitchFamily="18" charset="0"/>
            </a:endParaRPr>
          </a:p>
          <a:p>
            <a:pPr algn="l"/>
            <a:endParaRPr lang="en-US" altLang="zh-CN" sz="1600" b="0">
              <a:latin typeface="Times New Roman" panose="02020603050405020304" pitchFamily="18" charset="0"/>
            </a:endParaRPr>
          </a:p>
          <a:p>
            <a:pPr algn="l"/>
            <a:endParaRPr lang="en-US" altLang="zh-CN" sz="1600" b="0">
              <a:latin typeface="Times New Roman" panose="02020603050405020304" pitchFamily="18" charset="0"/>
            </a:endParaRPr>
          </a:p>
          <a:p>
            <a:pPr algn="l"/>
            <a:r>
              <a:rPr lang="en-US" altLang="zh-CN" sz="1600" b="0">
                <a:latin typeface="Times New Roman" panose="02020603050405020304" pitchFamily="18" charset="0"/>
              </a:rPr>
              <a:t>                       Variable           Value        Reduced Cost</a:t>
            </a:r>
            <a:endParaRPr lang="en-US" altLang="zh-CN" sz="1600" b="0">
              <a:latin typeface="Times New Roman" panose="02020603050405020304" pitchFamily="18" charset="0"/>
            </a:endParaRPr>
          </a:p>
          <a:p>
            <a:pPr algn="l"/>
            <a:r>
              <a:rPr lang="en-US" altLang="zh-CN" sz="1600" b="0">
                <a:latin typeface="Times New Roman" panose="02020603050405020304" pitchFamily="18" charset="0"/>
              </a:rPr>
              <a:t>                          X( 1)        2.000000            0.000000</a:t>
            </a:r>
            <a:endParaRPr lang="en-US" altLang="zh-CN" sz="1600" b="0">
              <a:latin typeface="Times New Roman" panose="02020603050405020304" pitchFamily="18" charset="0"/>
            </a:endParaRPr>
          </a:p>
          <a:p>
            <a:pPr algn="l"/>
            <a:r>
              <a:rPr lang="en-US" altLang="zh-CN" sz="1600" b="0">
                <a:latin typeface="Times New Roman" panose="02020603050405020304" pitchFamily="18" charset="0"/>
              </a:rPr>
              <a:t>                          X( 2)        6.000000            0.000000</a:t>
            </a:r>
            <a:endParaRPr lang="en-US" altLang="zh-CN" sz="1600" b="0">
              <a:latin typeface="Times New Roman" panose="02020603050405020304" pitchFamily="18" charset="0"/>
            </a:endParaRPr>
          </a:p>
          <a:p>
            <a:pPr algn="l"/>
            <a:endParaRPr lang="en-US" altLang="zh-CN" sz="1600" b="0">
              <a:latin typeface="Times New Roman" panose="02020603050405020304" pitchFamily="18" charset="0"/>
            </a:endParaRPr>
          </a:p>
          <a:p>
            <a:pPr algn="l"/>
            <a:r>
              <a:rPr lang="en-US" altLang="zh-CN" sz="1600" b="0">
                <a:latin typeface="Times New Roman" panose="02020603050405020304" pitchFamily="18" charset="0"/>
              </a:rPr>
              <a:t>                            Row    Slack or Surplus      Dual Price</a:t>
            </a:r>
            <a:endParaRPr lang="en-US" altLang="zh-CN" sz="1600" b="0">
              <a:latin typeface="Times New Roman" panose="02020603050405020304" pitchFamily="18" charset="0"/>
            </a:endParaRPr>
          </a:p>
          <a:p>
            <a:pPr algn="l"/>
            <a:r>
              <a:rPr lang="en-US" altLang="zh-CN" sz="1600" b="0">
                <a:latin typeface="Times New Roman" panose="02020603050405020304" pitchFamily="18" charset="0"/>
              </a:rPr>
              <a:t>                              1        26.00000            1.000000</a:t>
            </a:r>
            <a:endParaRPr lang="en-US" altLang="zh-CN" sz="1600" b="0">
              <a:latin typeface="Times New Roman" panose="02020603050405020304" pitchFamily="18" charset="0"/>
            </a:endParaRPr>
          </a:p>
          <a:p>
            <a:pPr algn="l"/>
            <a:r>
              <a:rPr lang="en-US" altLang="zh-CN" sz="1600" b="0">
                <a:latin typeface="Times New Roman" panose="02020603050405020304" pitchFamily="18" charset="0"/>
              </a:rPr>
              <a:t>                              2        0.000000            1.000000</a:t>
            </a:r>
            <a:endParaRPr lang="en-US" altLang="zh-CN" sz="1600" b="0">
              <a:latin typeface="Times New Roman" panose="02020603050405020304" pitchFamily="18" charset="0"/>
            </a:endParaRPr>
          </a:p>
          <a:p>
            <a:pPr algn="l"/>
            <a:r>
              <a:rPr lang="en-US" altLang="zh-CN" sz="1600" b="0">
                <a:latin typeface="Times New Roman" panose="02020603050405020304" pitchFamily="18" charset="0"/>
              </a:rPr>
              <a:t>                              3        0.000000            2.000000</a:t>
            </a:r>
            <a:endParaRPr lang="en-US" altLang="zh-CN" sz="1600" b="0">
              <a:latin typeface="Times New Roman" panose="02020603050405020304" pitchFamily="18" charset="0"/>
            </a:endParaRPr>
          </a:p>
          <a:p>
            <a:pPr algn="l"/>
            <a:r>
              <a:rPr lang="en-US" altLang="zh-CN" sz="1600" b="0">
                <a:latin typeface="Times New Roman" panose="02020603050405020304" pitchFamily="18" charset="0"/>
              </a:rPr>
              <a:t>                              4        1.000000            0.000000</a:t>
            </a:r>
            <a:endParaRPr lang="en-US" altLang="zh-CN" sz="1600" b="0">
              <a:latin typeface="Times New Roman" panose="02020603050405020304" pitchFamily="18" charset="0"/>
            </a:endParaRPr>
          </a:p>
          <a:p>
            <a:pPr algn="l"/>
            <a:endParaRPr lang="en-US" altLang="zh-CN" sz="1600" b="0">
              <a:latin typeface="Times New Roman" panose="02020603050405020304" pitchFamily="18" charset="0"/>
            </a:endParaRPr>
          </a:p>
          <a:p>
            <a:pPr>
              <a:spcBef>
                <a:spcPct val="50000"/>
              </a:spcBef>
            </a:pPr>
            <a:endParaRPr lang="en-US" altLang="zh-CN" sz="1600" b="0">
              <a:latin typeface="Times New Roman" panose="02020603050405020304" pitchFamily="18" charset="0"/>
            </a:endParaRPr>
          </a:p>
        </p:txBody>
      </p:sp>
      <p:graphicFrame>
        <p:nvGraphicFramePr>
          <p:cNvPr id="179205" name="内容占位符 179204"/>
          <p:cNvGraphicFramePr/>
          <p:nvPr>
            <p:ph/>
          </p:nvPr>
        </p:nvGraphicFramePr>
        <p:xfrm>
          <a:off x="395288" y="1196975"/>
          <a:ext cx="8569325" cy="4824413"/>
        </p:xfrm>
        <a:graphic>
          <a:graphicData uri="http://schemas.openxmlformats.org/presentationml/2006/ole">
            <mc:AlternateContent xmlns:mc="http://schemas.openxmlformats.org/markup-compatibility/2006">
              <mc:Choice xmlns:v="urn:schemas-microsoft-com:vml" Requires="v">
                <p:oleObj spid="_x0000_s3078" name="" r:id="rId1" imgW="6029325" imgH="2924175" progId="PBrush">
                  <p:embed/>
                </p:oleObj>
              </mc:Choice>
              <mc:Fallback>
                <p:oleObj name="" r:id="rId1" imgW="6029325" imgH="2924175" progId="PBrush">
                  <p:embed/>
                  <p:pic>
                    <p:nvPicPr>
                      <p:cNvPr id="0" name="图片 3077"/>
                      <p:cNvPicPr/>
                      <p:nvPr/>
                    </p:nvPicPr>
                    <p:blipFill>
                      <a:blip r:embed="rId2"/>
                      <a:stretch>
                        <a:fillRect/>
                      </a:stretch>
                    </p:blipFill>
                    <p:spPr>
                      <a:xfrm>
                        <a:off x="395288" y="1196975"/>
                        <a:ext cx="8569325" cy="4824413"/>
                      </a:xfrm>
                      <a:prstGeom prst="rect">
                        <a:avLst/>
                      </a:prstGeom>
                      <a:noFill/>
                      <a:ln w="38100">
                        <a:miter/>
                      </a:ln>
                    </p:spPr>
                  </p:pic>
                </p:oleObj>
              </mc:Fallback>
            </mc:AlternateContent>
          </a:graphicData>
        </a:graphic>
      </p:graphicFrame>
      <p:sp>
        <p:nvSpPr>
          <p:cNvPr id="179207" name="文本框 179206"/>
          <p:cNvSpPr txBox="1"/>
          <p:nvPr/>
        </p:nvSpPr>
        <p:spPr>
          <a:xfrm>
            <a:off x="458788" y="692150"/>
            <a:ext cx="2022475" cy="457200"/>
          </a:xfrm>
          <a:prstGeom prst="rect">
            <a:avLst/>
          </a:prstGeom>
          <a:noFill/>
          <a:ln w="9525">
            <a:noFill/>
          </a:ln>
        </p:spPr>
        <p:txBody>
          <a:bodyPr wrap="none" anchor="b">
            <a:spAutoFit/>
          </a:bodyPr>
          <a:p>
            <a:r>
              <a:rPr lang="zh-CN" altLang="en-US" sz="2400" dirty="0">
                <a:latin typeface="Arial Black" panose="020B0A04020102020204" pitchFamily="34" charset="0"/>
              </a:rPr>
              <a:t>求解报告窗口</a:t>
            </a:r>
            <a:endParaRPr lang="zh-CN" altLang="en-US" sz="2400" dirty="0">
              <a:latin typeface="Arial Black" panose="020B0A04020102020204" pitchFamily="34" charset="0"/>
            </a:endParaRPr>
          </a:p>
        </p:txBody>
      </p:sp>
      <p:sp>
        <p:nvSpPr>
          <p:cNvPr id="2" name="灯片编号占位符 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9205"/>
                                        </p:tgtEl>
                                        <p:attrNameLst>
                                          <p:attrName>style.visibility</p:attrName>
                                        </p:attrNameLst>
                                      </p:cBhvr>
                                      <p:to>
                                        <p:strVal val="visible"/>
                                      </p:to>
                                    </p:set>
                                    <p:anim calcmode="lin" valueType="num">
                                      <p:cBhvr additive="base">
                                        <p:cTn id="7" dur="500" fill="hold"/>
                                        <p:tgtEl>
                                          <p:spTgt spid="179205"/>
                                        </p:tgtEl>
                                        <p:attrNameLst>
                                          <p:attrName>ppt_x</p:attrName>
                                        </p:attrNameLst>
                                      </p:cBhvr>
                                      <p:tavLst>
                                        <p:tav tm="0">
                                          <p:val>
                                            <p:strVal val="#ppt_x"/>
                                          </p:val>
                                        </p:tav>
                                        <p:tav tm="100000">
                                          <p:val>
                                            <p:strVal val="#ppt_x"/>
                                          </p:val>
                                        </p:tav>
                                      </p:tavLst>
                                    </p:anim>
                                    <p:anim calcmode="lin" valueType="num">
                                      <p:cBhvr additive="base">
                                        <p:cTn id="8" dur="500" fill="hold"/>
                                        <p:tgtEl>
                                          <p:spTgt spid="1792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99364" name="图片 399363"/>
          <p:cNvPicPr>
            <a:picLocks noChangeAspect="1"/>
          </p:cNvPicPr>
          <p:nvPr/>
        </p:nvPicPr>
        <p:blipFill>
          <a:blip r:embed="rId1"/>
          <a:stretch>
            <a:fillRect/>
          </a:stretch>
        </p:blipFill>
        <p:spPr>
          <a:xfrm>
            <a:off x="107950" y="3141663"/>
            <a:ext cx="4803775" cy="3078162"/>
          </a:xfrm>
          <a:prstGeom prst="rect">
            <a:avLst/>
          </a:prstGeom>
          <a:noFill/>
          <a:ln w="9525">
            <a:noFill/>
          </a:ln>
        </p:spPr>
      </p:pic>
      <p:sp>
        <p:nvSpPr>
          <p:cNvPr id="399365" name="文本框 399364"/>
          <p:cNvSpPr txBox="1"/>
          <p:nvPr/>
        </p:nvSpPr>
        <p:spPr>
          <a:xfrm>
            <a:off x="827088" y="115888"/>
            <a:ext cx="3756025" cy="519112"/>
          </a:xfrm>
          <a:prstGeom prst="rect">
            <a:avLst/>
          </a:prstGeom>
          <a:noFill/>
          <a:ln w="9525">
            <a:noFill/>
          </a:ln>
        </p:spPr>
        <p:txBody>
          <a:bodyPr wrap="none" anchor="b">
            <a:spAutoFit/>
          </a:bodyPr>
          <a:p>
            <a:r>
              <a:rPr lang="zh-CN" altLang="en-US" sz="2800" dirty="0">
                <a:latin typeface="Arial Black" panose="020B0A04020102020204" pitchFamily="34" charset="0"/>
                <a:ea typeface="楷体_GB2312" panose="02010609030101010101" pitchFamily="49" charset="-122"/>
              </a:rPr>
              <a:t>不需要变量说明的程序</a:t>
            </a:r>
            <a:endParaRPr lang="zh-CN" altLang="en-US" sz="2800" dirty="0">
              <a:latin typeface="Arial Black" panose="020B0A04020102020204" pitchFamily="34" charset="0"/>
              <a:ea typeface="楷体_GB2312" panose="02010609030101010101" pitchFamily="49" charset="-122"/>
            </a:endParaRPr>
          </a:p>
        </p:txBody>
      </p:sp>
      <p:pic>
        <p:nvPicPr>
          <p:cNvPr id="399367" name="图片 399366"/>
          <p:cNvPicPr>
            <a:picLocks noChangeAspect="1"/>
          </p:cNvPicPr>
          <p:nvPr/>
        </p:nvPicPr>
        <p:blipFill>
          <a:blip r:embed="rId2"/>
          <a:stretch>
            <a:fillRect/>
          </a:stretch>
        </p:blipFill>
        <p:spPr>
          <a:xfrm>
            <a:off x="3276600" y="3213100"/>
            <a:ext cx="5616575" cy="3024188"/>
          </a:xfrm>
          <a:prstGeom prst="rect">
            <a:avLst/>
          </a:prstGeom>
          <a:noFill/>
          <a:ln w="9525">
            <a:noFill/>
          </a:ln>
        </p:spPr>
      </p:pic>
      <p:graphicFrame>
        <p:nvGraphicFramePr>
          <p:cNvPr id="399369" name="内容占位符 399368"/>
          <p:cNvGraphicFramePr/>
          <p:nvPr>
            <p:ph/>
          </p:nvPr>
        </p:nvGraphicFramePr>
        <p:xfrm>
          <a:off x="1331913" y="765175"/>
          <a:ext cx="5327650" cy="2160588"/>
        </p:xfrm>
        <a:graphic>
          <a:graphicData uri="http://schemas.openxmlformats.org/presentationml/2006/ole">
            <mc:AlternateContent xmlns:mc="http://schemas.openxmlformats.org/markup-compatibility/2006">
              <mc:Choice xmlns:v="urn:schemas-microsoft-com:vml" Requires="v">
                <p:oleObj spid="_x0000_s3079" name="" r:id="rId3" imgW="3225800" imgH="1346200" progId="Equation.3">
                  <p:embed/>
                </p:oleObj>
              </mc:Choice>
              <mc:Fallback>
                <p:oleObj name="" r:id="rId3" imgW="3225800" imgH="1346200" progId="Equation.3">
                  <p:embed/>
                  <p:pic>
                    <p:nvPicPr>
                      <p:cNvPr id="0" name="图片 3078"/>
                      <p:cNvPicPr/>
                      <p:nvPr/>
                    </p:nvPicPr>
                    <p:blipFill>
                      <a:blip r:embed="rId4"/>
                      <a:stretch>
                        <a:fillRect/>
                      </a:stretch>
                    </p:blipFill>
                    <p:spPr>
                      <a:xfrm>
                        <a:off x="1331913" y="765175"/>
                        <a:ext cx="5327650" cy="2160588"/>
                      </a:xfrm>
                      <a:prstGeom prst="rect">
                        <a:avLst/>
                      </a:prstGeom>
                      <a:noFill/>
                      <a:ln w="38100">
                        <a:miter/>
                      </a:ln>
                    </p:spPr>
                  </p:pic>
                </p:oleObj>
              </mc:Fallback>
            </mc:AlternateContent>
          </a:graphicData>
        </a:graphic>
      </p:graphicFrame>
      <p:sp>
        <p:nvSpPr>
          <p:cNvPr id="2" name="灯片编号占位符 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99369"/>
                                        </p:tgtEl>
                                        <p:attrNameLst>
                                          <p:attrName>style.visibility</p:attrName>
                                        </p:attrNameLst>
                                      </p:cBhvr>
                                      <p:to>
                                        <p:strVal val="visible"/>
                                      </p:to>
                                    </p:set>
                                    <p:animEffect transition="in" filter="checkerboard(across)">
                                      <p:cBhvr>
                                        <p:cTn id="7" dur="500"/>
                                        <p:tgtEl>
                                          <p:spTgt spid="39936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99364"/>
                                        </p:tgtEl>
                                        <p:attrNameLst>
                                          <p:attrName>style.visibility</p:attrName>
                                        </p:attrNameLst>
                                      </p:cBhvr>
                                      <p:to>
                                        <p:strVal val="visible"/>
                                      </p:to>
                                    </p:set>
                                    <p:animEffect transition="in" filter="checkerboard(across)">
                                      <p:cBhvr>
                                        <p:cTn id="12" dur="500"/>
                                        <p:tgtEl>
                                          <p:spTgt spid="39936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99367"/>
                                        </p:tgtEl>
                                        <p:attrNameLst>
                                          <p:attrName>style.visibility</p:attrName>
                                        </p:attrNameLst>
                                      </p:cBhvr>
                                      <p:to>
                                        <p:strVal val="visible"/>
                                      </p:to>
                                    </p:set>
                                    <p:animEffect transition="in" filter="checkerboard(across)">
                                      <p:cBhvr>
                                        <p:cTn id="17" dur="500"/>
                                        <p:tgtEl>
                                          <p:spTgt spid="399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3460" name="矩形 403459"/>
          <p:cNvSpPr/>
          <p:nvPr/>
        </p:nvSpPr>
        <p:spPr>
          <a:xfrm>
            <a:off x="323850" y="3208338"/>
            <a:ext cx="3816350" cy="2657475"/>
          </a:xfrm>
          <a:prstGeom prst="rect">
            <a:avLst/>
          </a:prstGeom>
          <a:noFill/>
          <a:ln w="9525" cap="flat" cmpd="sng">
            <a:solidFill>
              <a:srgbClr val="800000"/>
            </a:solidFill>
            <a:prstDash val="solid"/>
            <a:miter/>
            <a:headEnd type="none" w="med" len="med"/>
            <a:tailEnd type="none" w="med" len="med"/>
          </a:ln>
        </p:spPr>
        <p:txBody>
          <a:bodyPr anchor="b">
            <a:spAutoFit/>
          </a:bodyPr>
          <a:p>
            <a:pPr algn="l"/>
            <a:r>
              <a:rPr lang="zh-CN" altLang="en-US" sz="2400" dirty="0">
                <a:solidFill>
                  <a:schemeClr val="tx2"/>
                </a:solidFill>
                <a:latin typeface="Times New Roman" panose="02020603050405020304" pitchFamily="18" charset="0"/>
              </a:rPr>
              <a:t>没有变量说明的程序</a:t>
            </a:r>
            <a:endParaRPr lang="zh-CN" altLang="en-US" sz="2400" dirty="0">
              <a:solidFill>
                <a:schemeClr val="tx2"/>
              </a:solidFill>
              <a:latin typeface="Times New Roman" panose="02020603050405020304" pitchFamily="18" charset="0"/>
            </a:endParaRPr>
          </a:p>
          <a:p>
            <a:pPr algn="l"/>
            <a:r>
              <a:rPr lang="en-US" altLang="zh-CN" sz="2400" dirty="0">
                <a:latin typeface="Times New Roman" panose="02020603050405020304" pitchFamily="18" charset="0"/>
              </a:rPr>
              <a:t>model:                               </a:t>
            </a:r>
            <a:endParaRPr lang="en-US" altLang="zh-CN" sz="2400" dirty="0">
              <a:latin typeface="Times New Roman" panose="02020603050405020304" pitchFamily="18" charset="0"/>
            </a:endParaRPr>
          </a:p>
          <a:p>
            <a:pPr algn="l"/>
            <a:r>
              <a:rPr lang="en-US" altLang="zh-CN" sz="2400" dirty="0">
                <a:latin typeface="Times New Roman" panose="02020603050405020304" pitchFamily="18" charset="0"/>
              </a:rPr>
              <a:t> max=2*x1+4*x2+3*x3;              </a:t>
            </a:r>
            <a:endParaRPr lang="en-US" altLang="zh-CN" sz="2400" dirty="0">
              <a:latin typeface="Times New Roman" panose="02020603050405020304" pitchFamily="18" charset="0"/>
            </a:endParaRPr>
          </a:p>
          <a:p>
            <a:pPr algn="l"/>
            <a:r>
              <a:rPr lang="en-US" altLang="zh-CN" sz="2400" dirty="0">
                <a:latin typeface="Times New Roman" panose="02020603050405020304" pitchFamily="18" charset="0"/>
              </a:rPr>
              <a:t>3*x1+4*x2+2*x3&lt;=60;</a:t>
            </a:r>
            <a:endParaRPr lang="en-US" altLang="zh-CN" sz="2400" dirty="0">
              <a:latin typeface="Times New Roman" panose="02020603050405020304" pitchFamily="18" charset="0"/>
            </a:endParaRPr>
          </a:p>
          <a:p>
            <a:pPr algn="l"/>
            <a:r>
              <a:rPr lang="en-US" altLang="zh-CN" sz="2400" dirty="0">
                <a:latin typeface="Times New Roman" panose="02020603050405020304" pitchFamily="18" charset="0"/>
              </a:rPr>
              <a:t>2*x1+x2+2*x3&lt;=40;                   </a:t>
            </a:r>
            <a:endParaRPr lang="en-US" altLang="zh-CN" sz="2400" dirty="0">
              <a:latin typeface="Times New Roman" panose="02020603050405020304" pitchFamily="18" charset="0"/>
            </a:endParaRPr>
          </a:p>
          <a:p>
            <a:pPr algn="l"/>
            <a:r>
              <a:rPr lang="en-US" altLang="zh-CN" sz="2400" dirty="0">
                <a:latin typeface="Times New Roman" panose="02020603050405020304" pitchFamily="18" charset="0"/>
              </a:rPr>
              <a:t>x1+3*x2+3*x3&lt;=80;                                                       </a:t>
            </a:r>
            <a:endParaRPr lang="en-US" altLang="zh-CN" sz="2400" dirty="0">
              <a:latin typeface="Times New Roman" panose="02020603050405020304" pitchFamily="18" charset="0"/>
            </a:endParaRPr>
          </a:p>
          <a:p>
            <a:pPr algn="l"/>
            <a:r>
              <a:rPr lang="en-US" altLang="zh-CN" sz="2400" dirty="0">
                <a:latin typeface="Times New Roman" panose="02020603050405020304" pitchFamily="18" charset="0"/>
              </a:rPr>
              <a:t>End </a:t>
            </a:r>
            <a:endParaRPr lang="en-US" altLang="zh-CN" sz="2400" dirty="0">
              <a:latin typeface="Times New Roman" panose="02020603050405020304" pitchFamily="18" charset="0"/>
            </a:endParaRPr>
          </a:p>
        </p:txBody>
      </p:sp>
      <p:pic>
        <p:nvPicPr>
          <p:cNvPr id="403461" name="图片 403460"/>
          <p:cNvPicPr>
            <a:picLocks noChangeAspect="1"/>
          </p:cNvPicPr>
          <p:nvPr/>
        </p:nvPicPr>
        <p:blipFill>
          <a:blip r:embed="rId1"/>
          <a:stretch>
            <a:fillRect/>
          </a:stretch>
        </p:blipFill>
        <p:spPr>
          <a:xfrm>
            <a:off x="4787900" y="549275"/>
            <a:ext cx="3311525" cy="2274888"/>
          </a:xfrm>
          <a:prstGeom prst="rect">
            <a:avLst/>
          </a:prstGeom>
          <a:noFill/>
          <a:ln w="9525">
            <a:noFill/>
          </a:ln>
        </p:spPr>
      </p:pic>
      <p:sp>
        <p:nvSpPr>
          <p:cNvPr id="403462" name="矩形 403461"/>
          <p:cNvSpPr/>
          <p:nvPr/>
        </p:nvSpPr>
        <p:spPr>
          <a:xfrm>
            <a:off x="4284663" y="2871788"/>
            <a:ext cx="4572000" cy="3768725"/>
          </a:xfrm>
          <a:prstGeom prst="rect">
            <a:avLst/>
          </a:prstGeom>
          <a:noFill/>
          <a:ln w="9525" cap="flat" cmpd="sng">
            <a:solidFill>
              <a:srgbClr val="800000"/>
            </a:solidFill>
            <a:prstDash val="solid"/>
            <a:miter/>
            <a:headEnd type="none" w="med" len="med"/>
            <a:tailEnd type="none" w="med" len="med"/>
          </a:ln>
        </p:spPr>
        <p:txBody>
          <a:bodyPr anchor="b">
            <a:spAutoFit/>
          </a:bodyPr>
          <a:p>
            <a:pPr algn="l"/>
            <a:r>
              <a:rPr lang="en-US" altLang="zh-CN" sz="1600" dirty="0">
                <a:latin typeface="Times New Roman" panose="02020603050405020304" pitchFamily="18" charset="0"/>
              </a:rPr>
              <a:t>Global optimal solution found.</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Objective value:                              76.66667</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Total solver iterations:                             2</a:t>
            </a:r>
            <a:endParaRPr lang="en-US" altLang="zh-CN" sz="1600" dirty="0">
              <a:latin typeface="Times New Roman" panose="02020603050405020304" pitchFamily="18" charset="0"/>
            </a:endParaRPr>
          </a:p>
          <a:p>
            <a:pPr algn="l"/>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Variable           Value        Reduced Cost</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X1        0.000000            1.833333</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X2        6.666667            0.000000</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X3        16.66667            0.000000</a:t>
            </a:r>
            <a:endParaRPr lang="en-US" altLang="zh-CN" sz="1600" dirty="0">
              <a:latin typeface="Times New Roman" panose="02020603050405020304" pitchFamily="18" charset="0"/>
            </a:endParaRPr>
          </a:p>
          <a:p>
            <a:pPr algn="l"/>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Row    Slack or Surplus      Dual Price</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1        76.66667            1.000000</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2        0.000000           0.8333333</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3        0.000000           0.6666667</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4        10.00000            0.000000</a:t>
            </a:r>
            <a:endParaRPr lang="en-US" altLang="zh-CN" sz="1600" dirty="0">
              <a:latin typeface="Times New Roman" panose="02020603050405020304" pitchFamily="18" charset="0"/>
            </a:endParaRPr>
          </a:p>
        </p:txBody>
      </p:sp>
      <p:graphicFrame>
        <p:nvGraphicFramePr>
          <p:cNvPr id="403511" name="表格 403510"/>
          <p:cNvGraphicFramePr/>
          <p:nvPr/>
        </p:nvGraphicFramePr>
        <p:xfrm>
          <a:off x="179388" y="549275"/>
          <a:ext cx="3816350" cy="2346325"/>
        </p:xfrm>
        <a:graphic>
          <a:graphicData uri="http://schemas.openxmlformats.org/drawingml/2006/table">
            <a:tbl>
              <a:tblPr/>
              <a:tblGrid>
                <a:gridCol w="1012825"/>
                <a:gridCol w="503238"/>
                <a:gridCol w="800100"/>
                <a:gridCol w="862012"/>
                <a:gridCol w="638175"/>
              </a:tblGrid>
              <a:tr h="515938">
                <a:tc rowSpan="2">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ClrTx/>
                        <a:buNone/>
                      </a:pPr>
                      <a:r>
                        <a:rPr lang="en-US" altLang="zh-CN" sz="1400" b="1" dirty="0">
                          <a:latin typeface="楷体_GB2312" panose="02010609030101010101" pitchFamily="49" charset="-122"/>
                          <a:ea typeface="楷体_GB2312" panose="02010609030101010101" pitchFamily="49" charset="-122"/>
                        </a:rPr>
                        <a:t>           </a:t>
                      </a:r>
                      <a:endParaRPr lang="en-US" altLang="zh-CN" sz="1400" b="1" dirty="0">
                        <a:latin typeface="楷体_GB2312" panose="02010609030101010101" pitchFamily="49" charset="-122"/>
                        <a:ea typeface="楷体_GB2312" panose="02010609030101010101" pitchFamily="49" charset="-122"/>
                      </a:endParaRPr>
                    </a:p>
                    <a:p>
                      <a:pPr marL="0" lvl="0" indent="0" eaLnBrk="0" hangingPunct="0">
                        <a:spcBef>
                          <a:spcPct val="0"/>
                        </a:spcBef>
                        <a:buClrTx/>
                        <a:buNone/>
                      </a:pPr>
                      <a:r>
                        <a:rPr lang="en-US" altLang="zh-CN" sz="1400" b="1" dirty="0">
                          <a:latin typeface="楷体_GB2312" panose="02010609030101010101" pitchFamily="49" charset="-122"/>
                          <a:ea typeface="楷体_GB2312" panose="02010609030101010101" pitchFamily="49" charset="-122"/>
                        </a:rPr>
                        <a:t>     </a:t>
                      </a:r>
                      <a:r>
                        <a:rPr lang="zh-CN" altLang="en-US" sz="1400" b="1" dirty="0">
                          <a:latin typeface="楷体_GB2312" panose="02010609030101010101" pitchFamily="49" charset="-122"/>
                          <a:ea typeface="楷体_GB2312" panose="02010609030101010101" pitchFamily="49" charset="-122"/>
                        </a:rPr>
                        <a:t>产品</a:t>
                      </a:r>
                      <a:endParaRPr lang="zh-CN" altLang="en-US" sz="1400" b="1" dirty="0">
                        <a:latin typeface="楷体_GB2312" panose="02010609030101010101" pitchFamily="49" charset="-122"/>
                        <a:ea typeface="楷体_GB2312" panose="02010609030101010101" pitchFamily="49" charset="-122"/>
                      </a:endParaRPr>
                    </a:p>
                    <a:p>
                      <a:pPr marL="0" lvl="0" indent="0" eaLnBrk="0" hangingPunct="0">
                        <a:spcBef>
                          <a:spcPct val="0"/>
                        </a:spcBef>
                        <a:buClrTx/>
                        <a:buNone/>
                      </a:pPr>
                      <a:r>
                        <a:rPr lang="zh-CN" altLang="en-US" sz="1400" b="1" dirty="0">
                          <a:latin typeface="楷体_GB2312" panose="02010609030101010101" pitchFamily="49" charset="-122"/>
                          <a:ea typeface="楷体_GB2312" panose="02010609030101010101" pitchFamily="49" charset="-122"/>
                        </a:rPr>
                        <a:t>原料</a:t>
                      </a:r>
                      <a:endParaRPr lang="zh-CN" altLang="en-US" sz="1400" b="1"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3">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zh-CN" altLang="en-US" sz="1400" b="1" dirty="0">
                          <a:latin typeface="楷体_GB2312" panose="02010609030101010101" pitchFamily="49" charset="-122"/>
                          <a:ea typeface="楷体_GB2312" panose="02010609030101010101" pitchFamily="49" charset="-122"/>
                        </a:rPr>
                        <a:t>生产每单位产品所消耗的原料</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rowSpan="2">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ClrTx/>
                        <a:buNone/>
                      </a:pPr>
                      <a:r>
                        <a:rPr lang="zh-CN" altLang="en-US" sz="1400" b="1" dirty="0">
                          <a:latin typeface="楷体_GB2312" panose="02010609030101010101" pitchFamily="49" charset="-122"/>
                          <a:ea typeface="楷体_GB2312" panose="02010609030101010101" pitchFamily="49" charset="-122"/>
                        </a:rPr>
                        <a:t>现有原料的量</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54012">
                <a:tc vMerge="1">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A</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B</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C</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r>
              <a:tr h="30321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a</a:t>
                      </a:r>
                      <a:endParaRPr lang="zh-CN" altLang="en-US" sz="1400" b="1"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3</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4</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2</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60</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54012">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b</a:t>
                      </a:r>
                      <a:endParaRPr lang="zh-CN" altLang="en-US" sz="1400" b="1"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2</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1</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2</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40</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3213">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c</a:t>
                      </a:r>
                      <a:endParaRPr lang="zh-CN" altLang="en-US" sz="1400" b="1"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1</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3</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2</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80</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15937">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ClrTx/>
                        <a:buNone/>
                      </a:pPr>
                      <a:r>
                        <a:rPr lang="zh-CN" altLang="en-US" sz="1400" b="1" dirty="0">
                          <a:latin typeface="楷体_GB2312" panose="02010609030101010101" pitchFamily="49" charset="-122"/>
                          <a:ea typeface="楷体_GB2312" panose="02010609030101010101" pitchFamily="49" charset="-122"/>
                        </a:rPr>
                        <a:t>单位产品利润</a:t>
                      </a:r>
                      <a:endParaRPr lang="zh-CN" altLang="en-US" sz="1400" b="1" dirty="0">
                        <a:latin typeface="楷体_GB2312" panose="02010609030101010101" pitchFamily="49" charset="-122"/>
                        <a:ea typeface="楷体_GB2312" panose="02010609030101010101" pitchFamily="49" charset="-122"/>
                      </a:endParaRPr>
                    </a:p>
                  </a:txBody>
                  <a:tcP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2</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4</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1400" b="1" dirty="0">
                          <a:latin typeface="楷体_GB2312" panose="02010609030101010101" pitchFamily="49" charset="-122"/>
                          <a:ea typeface="楷体_GB2312" panose="02010609030101010101" pitchFamily="49" charset="-122"/>
                        </a:rPr>
                        <a:t>3</a:t>
                      </a: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1400" b="1" dirty="0">
                        <a:latin typeface="楷体_GB2312" panose="02010609030101010101" pitchFamily="49" charset="-122"/>
                        <a:ea typeface="楷体_GB2312" panose="02010609030101010101" pitchFamily="49" charset="-122"/>
                      </a:endParaRPr>
                    </a:p>
                  </a:txBody>
                  <a:tcP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403505" name="直接连接符 403504"/>
          <p:cNvSpPr/>
          <p:nvPr/>
        </p:nvSpPr>
        <p:spPr>
          <a:xfrm>
            <a:off x="179388" y="549275"/>
            <a:ext cx="863600" cy="792163"/>
          </a:xfrm>
          <a:prstGeom prst="line">
            <a:avLst/>
          </a:prstGeom>
          <a:ln w="9525" cap="flat" cmpd="sng">
            <a:solidFill>
              <a:schemeClr val="tx1"/>
            </a:solidFill>
            <a:prstDash val="solid"/>
            <a:headEnd type="none" w="med" len="med"/>
            <a:tailEnd type="none" w="med" len="med"/>
          </a:ln>
        </p:spPr>
      </p:sp>
      <p:pic>
        <p:nvPicPr>
          <p:cNvPr id="403512" name="图片 403511"/>
          <p:cNvPicPr>
            <a:picLocks noChangeAspect="1"/>
          </p:cNvPicPr>
          <p:nvPr/>
        </p:nvPicPr>
        <p:blipFill>
          <a:blip r:embed="rId2"/>
          <a:stretch>
            <a:fillRect/>
          </a:stretch>
        </p:blipFill>
        <p:spPr>
          <a:xfrm>
            <a:off x="3810000" y="2924175"/>
            <a:ext cx="5334000" cy="2676525"/>
          </a:xfrm>
          <a:prstGeom prst="rect">
            <a:avLst/>
          </a:prstGeom>
          <a:noFill/>
          <a:ln w="9525">
            <a:noFill/>
          </a:ln>
        </p:spPr>
      </p:pic>
      <p:pic>
        <p:nvPicPr>
          <p:cNvPr id="403513" name="图片 403512"/>
          <p:cNvPicPr>
            <a:picLocks noChangeAspect="1"/>
          </p:cNvPicPr>
          <p:nvPr/>
        </p:nvPicPr>
        <p:blipFill>
          <a:blip r:embed="rId3"/>
          <a:stretch>
            <a:fillRect/>
          </a:stretch>
        </p:blipFill>
        <p:spPr>
          <a:xfrm>
            <a:off x="250825" y="3357563"/>
            <a:ext cx="3505200" cy="2362200"/>
          </a:xfrm>
          <a:prstGeom prst="rect">
            <a:avLst/>
          </a:prstGeom>
          <a:noFill/>
          <a:ln w="9525">
            <a:noFill/>
          </a:ln>
        </p:spPr>
      </p:pic>
      <p:sp>
        <p:nvSpPr>
          <p:cNvPr id="2" name="灯片编号占位符 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03461"/>
                                        </p:tgtEl>
                                        <p:attrNameLst>
                                          <p:attrName>style.visibility</p:attrName>
                                        </p:attrNameLst>
                                      </p:cBhvr>
                                      <p:to>
                                        <p:strVal val="visible"/>
                                      </p:to>
                                    </p:set>
                                    <p:animEffect transition="in" filter="checkerboard(across)">
                                      <p:cBhvr>
                                        <p:cTn id="7" dur="500"/>
                                        <p:tgtEl>
                                          <p:spTgt spid="40346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03460"/>
                                        </p:tgtEl>
                                        <p:attrNameLst>
                                          <p:attrName>style.visibility</p:attrName>
                                        </p:attrNameLst>
                                      </p:cBhvr>
                                      <p:to>
                                        <p:strVal val="visible"/>
                                      </p:to>
                                    </p:set>
                                    <p:animEffect transition="in" filter="checkerboard(across)">
                                      <p:cBhvr>
                                        <p:cTn id="12" dur="500"/>
                                        <p:tgtEl>
                                          <p:spTgt spid="403460"/>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03462"/>
                                        </p:tgtEl>
                                        <p:attrNameLst>
                                          <p:attrName>style.visibility</p:attrName>
                                        </p:attrNameLst>
                                      </p:cBhvr>
                                      <p:to>
                                        <p:strVal val="visible"/>
                                      </p:to>
                                    </p:set>
                                    <p:animEffect transition="in" filter="checkerboard(across)">
                                      <p:cBhvr>
                                        <p:cTn id="17" dur="500"/>
                                        <p:tgtEl>
                                          <p:spTgt spid="40346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03513"/>
                                        </p:tgtEl>
                                        <p:attrNameLst>
                                          <p:attrName>style.visibility</p:attrName>
                                        </p:attrNameLst>
                                      </p:cBhvr>
                                      <p:to>
                                        <p:strVal val="visible"/>
                                      </p:to>
                                    </p:set>
                                    <p:animEffect transition="in" filter="checkerboard(across)">
                                      <p:cBhvr>
                                        <p:cTn id="22" dur="500"/>
                                        <p:tgtEl>
                                          <p:spTgt spid="403513"/>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03512"/>
                                        </p:tgtEl>
                                        <p:attrNameLst>
                                          <p:attrName>style.visibility</p:attrName>
                                        </p:attrNameLst>
                                      </p:cBhvr>
                                      <p:to>
                                        <p:strVal val="visible"/>
                                      </p:to>
                                    </p:set>
                                    <p:animEffect transition="in" filter="checkerboard(across)">
                                      <p:cBhvr>
                                        <p:cTn id="27" dur="500"/>
                                        <p:tgtEl>
                                          <p:spTgt spid="4035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60" grpId="0" animBg="1"/>
      <p:bldP spid="40346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4484" name="矩形 404483"/>
          <p:cNvSpPr/>
          <p:nvPr/>
        </p:nvSpPr>
        <p:spPr>
          <a:xfrm>
            <a:off x="395288" y="2565400"/>
            <a:ext cx="3529012" cy="3209925"/>
          </a:xfrm>
          <a:prstGeom prst="rect">
            <a:avLst/>
          </a:prstGeom>
          <a:noFill/>
          <a:ln w="9525" cap="flat" cmpd="sng">
            <a:solidFill>
              <a:srgbClr val="993300"/>
            </a:solidFill>
            <a:prstDash val="solid"/>
            <a:miter/>
            <a:headEnd type="none" w="med" len="med"/>
            <a:tailEnd type="none" w="med" len="med"/>
          </a:ln>
        </p:spPr>
        <p:txBody>
          <a:bodyPr anchor="b">
            <a:spAutoFit/>
          </a:bodyPr>
          <a:p>
            <a:pPr algn="l"/>
            <a:r>
              <a:rPr lang="zh-CN" altLang="en-US" sz="2400" dirty="0">
                <a:solidFill>
                  <a:srgbClr val="CC3300"/>
                </a:solidFill>
                <a:latin typeface="Arial Black" panose="020B0A04020102020204" pitchFamily="34" charset="0"/>
              </a:rPr>
              <a:t>有变量说明的程序</a:t>
            </a:r>
            <a:endParaRPr lang="zh-CN" altLang="en-US" sz="2400" dirty="0">
              <a:solidFill>
                <a:srgbClr val="CC3300"/>
              </a:solidFill>
              <a:latin typeface="Times New Roman" panose="02020603050405020304" pitchFamily="18" charset="0"/>
            </a:endParaRPr>
          </a:p>
          <a:p>
            <a:pPr algn="l"/>
            <a:r>
              <a:rPr lang="en-US" altLang="zh-CN" sz="2000" dirty="0">
                <a:latin typeface="Times New Roman" panose="02020603050405020304" pitchFamily="18" charset="0"/>
              </a:rPr>
              <a:t>model:                               </a:t>
            </a:r>
            <a:endParaRPr lang="en-US" altLang="zh-CN" sz="2000" dirty="0">
              <a:latin typeface="Times New Roman" panose="02020603050405020304" pitchFamily="18" charset="0"/>
            </a:endParaRPr>
          </a:p>
          <a:p>
            <a:pPr algn="l"/>
            <a:r>
              <a:rPr lang="en-US" altLang="zh-CN" sz="2000" dirty="0">
                <a:latin typeface="Times New Roman" panose="02020603050405020304" pitchFamily="18" charset="0"/>
              </a:rPr>
              <a:t>sets:                                   </a:t>
            </a:r>
            <a:endParaRPr lang="en-US" altLang="zh-CN" sz="2000" dirty="0">
              <a:latin typeface="Times New Roman" panose="02020603050405020304" pitchFamily="18" charset="0"/>
            </a:endParaRPr>
          </a:p>
          <a:p>
            <a:pPr algn="l"/>
            <a:r>
              <a:rPr lang="en-US" altLang="zh-CN" sz="2000" dirty="0">
                <a:latin typeface="Times New Roman" panose="02020603050405020304" pitchFamily="18" charset="0"/>
              </a:rPr>
              <a:t> var/1..3/:x;                         </a:t>
            </a:r>
            <a:endParaRPr lang="en-US" altLang="zh-CN" sz="2000" dirty="0">
              <a:latin typeface="Times New Roman" panose="02020603050405020304" pitchFamily="18" charset="0"/>
            </a:endParaRPr>
          </a:p>
          <a:p>
            <a:pPr algn="l"/>
            <a:r>
              <a:rPr lang="en-US" altLang="zh-CN" sz="2000" dirty="0">
                <a:latin typeface="Times New Roman" panose="02020603050405020304" pitchFamily="18" charset="0"/>
              </a:rPr>
              <a:t>endsets                                                             </a:t>
            </a:r>
            <a:endParaRPr lang="en-US" altLang="zh-CN" sz="2000" dirty="0">
              <a:latin typeface="Times New Roman" panose="02020603050405020304" pitchFamily="18" charset="0"/>
            </a:endParaRPr>
          </a:p>
          <a:p>
            <a:pPr algn="l"/>
            <a:r>
              <a:rPr lang="en-US" altLang="zh-CN" sz="2000" dirty="0">
                <a:latin typeface="Times New Roman" panose="02020603050405020304" pitchFamily="18" charset="0"/>
              </a:rPr>
              <a:t> max=2*x(1)+4*x(2)+3*x(3);              </a:t>
            </a:r>
            <a:endParaRPr lang="en-US" altLang="zh-CN" sz="2000" dirty="0">
              <a:latin typeface="Times New Roman" panose="02020603050405020304" pitchFamily="18" charset="0"/>
            </a:endParaRPr>
          </a:p>
          <a:p>
            <a:pPr algn="l"/>
            <a:r>
              <a:rPr lang="en-US" altLang="zh-CN" sz="2000" dirty="0">
                <a:latin typeface="Times New Roman" panose="02020603050405020304" pitchFamily="18" charset="0"/>
              </a:rPr>
              <a:t>3*x(1)+4*x(2)+2*x(3)&lt;=60;</a:t>
            </a:r>
            <a:endParaRPr lang="en-US" altLang="zh-CN" sz="2000" dirty="0">
              <a:latin typeface="Times New Roman" panose="02020603050405020304" pitchFamily="18" charset="0"/>
            </a:endParaRPr>
          </a:p>
          <a:p>
            <a:pPr algn="l"/>
            <a:r>
              <a:rPr lang="en-US" altLang="zh-CN" sz="2000" dirty="0">
                <a:latin typeface="Times New Roman" panose="02020603050405020304" pitchFamily="18" charset="0"/>
              </a:rPr>
              <a:t>2*x(1)+x(2)+2*x(3)&lt;=40;                   </a:t>
            </a:r>
            <a:endParaRPr lang="en-US" altLang="zh-CN" sz="2000" dirty="0">
              <a:latin typeface="Times New Roman" panose="02020603050405020304" pitchFamily="18" charset="0"/>
            </a:endParaRPr>
          </a:p>
          <a:p>
            <a:pPr algn="l"/>
            <a:r>
              <a:rPr lang="en-US" altLang="zh-CN" sz="2000" dirty="0">
                <a:latin typeface="Times New Roman" panose="02020603050405020304" pitchFamily="18" charset="0"/>
              </a:rPr>
              <a:t>x(1)+3*x(2)+3*x(3)&lt;=80;                                                       </a:t>
            </a:r>
            <a:endParaRPr lang="en-US" altLang="zh-CN" sz="2000" dirty="0">
              <a:latin typeface="Times New Roman" panose="02020603050405020304" pitchFamily="18" charset="0"/>
            </a:endParaRPr>
          </a:p>
          <a:p>
            <a:pPr algn="l"/>
            <a:r>
              <a:rPr lang="en-US" altLang="zh-CN" sz="2000" dirty="0">
                <a:latin typeface="Times New Roman" panose="02020603050405020304" pitchFamily="18" charset="0"/>
              </a:rPr>
              <a:t>End </a:t>
            </a:r>
            <a:endParaRPr lang="en-US" altLang="zh-CN" sz="2000" dirty="0">
              <a:latin typeface="Times New Roman" panose="02020603050405020304" pitchFamily="18" charset="0"/>
            </a:endParaRPr>
          </a:p>
        </p:txBody>
      </p:sp>
      <p:sp>
        <p:nvSpPr>
          <p:cNvPr id="404485" name="矩形 404484"/>
          <p:cNvSpPr/>
          <p:nvPr/>
        </p:nvSpPr>
        <p:spPr>
          <a:xfrm>
            <a:off x="4284663" y="1773238"/>
            <a:ext cx="4572000" cy="4135437"/>
          </a:xfrm>
          <a:prstGeom prst="rect">
            <a:avLst/>
          </a:prstGeom>
          <a:noFill/>
          <a:ln w="9525" cap="flat" cmpd="sng">
            <a:solidFill>
              <a:srgbClr val="993300"/>
            </a:solidFill>
            <a:prstDash val="solid"/>
            <a:miter/>
            <a:headEnd type="none" w="med" len="med"/>
            <a:tailEnd type="none" w="med" len="med"/>
          </a:ln>
        </p:spPr>
        <p:txBody>
          <a:bodyPr anchor="b">
            <a:spAutoFit/>
          </a:bodyPr>
          <a:p>
            <a:pPr algn="l"/>
            <a:r>
              <a:rPr lang="en-US" altLang="zh-CN" sz="1600" dirty="0">
                <a:latin typeface="Times New Roman" panose="02020603050405020304" pitchFamily="18" charset="0"/>
              </a:rPr>
              <a:t>Global optimal solution found.</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Objective value:                              76.66667</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Total solver iterations:                             2</a:t>
            </a:r>
            <a:endParaRPr lang="en-US" altLang="zh-CN" sz="1600" dirty="0">
              <a:latin typeface="Times New Roman" panose="02020603050405020304" pitchFamily="18" charset="0"/>
            </a:endParaRPr>
          </a:p>
          <a:p>
            <a:pPr algn="l"/>
            <a:endParaRPr lang="en-US" altLang="zh-CN" sz="1600" dirty="0">
              <a:latin typeface="Times New Roman" panose="02020603050405020304" pitchFamily="18" charset="0"/>
            </a:endParaRPr>
          </a:p>
          <a:p>
            <a:pPr algn="l"/>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Variable           Value        Reduced Cost</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X( 1)        0.000000            1.833333</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X( 2)        6.666667            0.000000</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X( 3)        16.66667            0.000000</a:t>
            </a:r>
            <a:endParaRPr lang="en-US" altLang="zh-CN" sz="1600" dirty="0">
              <a:latin typeface="Times New Roman" panose="02020603050405020304" pitchFamily="18" charset="0"/>
            </a:endParaRPr>
          </a:p>
          <a:p>
            <a:pPr algn="l"/>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Row    Slack or Surplus      Dual Price</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1        76.66667            1.000000</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2        0.000000           0.8333333</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3        0.000000           0.6666667</a:t>
            </a:r>
            <a:endParaRPr lang="en-US" altLang="zh-CN" sz="1600" dirty="0">
              <a:latin typeface="Times New Roman" panose="02020603050405020304" pitchFamily="18" charset="0"/>
            </a:endParaRPr>
          </a:p>
          <a:p>
            <a:pPr algn="l"/>
            <a:r>
              <a:rPr lang="en-US" altLang="zh-CN" sz="1600" dirty="0">
                <a:latin typeface="Times New Roman" panose="02020603050405020304" pitchFamily="18" charset="0"/>
              </a:rPr>
              <a:t>                              4        10.00000            0.000000</a:t>
            </a:r>
            <a:endParaRPr lang="en-US" altLang="zh-CN" sz="1600" dirty="0">
              <a:latin typeface="Times New Roman" panose="02020603050405020304" pitchFamily="18" charset="0"/>
            </a:endParaRPr>
          </a:p>
          <a:p>
            <a:pPr>
              <a:spcBef>
                <a:spcPct val="50000"/>
              </a:spcBef>
            </a:pPr>
            <a:endParaRPr lang="en-US" altLang="zh-CN" sz="1600" dirty="0">
              <a:latin typeface="Times New Roman" panose="02020603050405020304" pitchFamily="18" charset="0"/>
            </a:endParaRPr>
          </a:p>
        </p:txBody>
      </p:sp>
      <p:pic>
        <p:nvPicPr>
          <p:cNvPr id="404486" name="图片 404485"/>
          <p:cNvPicPr>
            <a:picLocks noChangeAspect="1"/>
          </p:cNvPicPr>
          <p:nvPr/>
        </p:nvPicPr>
        <p:blipFill>
          <a:blip r:embed="rId1"/>
          <a:stretch>
            <a:fillRect/>
          </a:stretch>
        </p:blipFill>
        <p:spPr>
          <a:xfrm>
            <a:off x="468313" y="0"/>
            <a:ext cx="3311525" cy="2274888"/>
          </a:xfrm>
          <a:prstGeom prst="rect">
            <a:avLst/>
          </a:prstGeom>
          <a:noFill/>
          <a:ln w="9525">
            <a:noFill/>
          </a:ln>
        </p:spPr>
      </p:pic>
      <p:pic>
        <p:nvPicPr>
          <p:cNvPr id="404487" name="图片 404486"/>
          <p:cNvPicPr>
            <a:picLocks noChangeAspect="1"/>
          </p:cNvPicPr>
          <p:nvPr/>
        </p:nvPicPr>
        <p:blipFill>
          <a:blip r:embed="rId2"/>
          <a:stretch>
            <a:fillRect/>
          </a:stretch>
        </p:blipFill>
        <p:spPr>
          <a:xfrm>
            <a:off x="107950" y="2636838"/>
            <a:ext cx="3867150" cy="3467100"/>
          </a:xfrm>
          <a:prstGeom prst="rect">
            <a:avLst/>
          </a:prstGeom>
          <a:noFill/>
          <a:ln w="9525">
            <a:noFill/>
          </a:ln>
        </p:spPr>
      </p:pic>
      <p:pic>
        <p:nvPicPr>
          <p:cNvPr id="404488" name="图片 404487"/>
          <p:cNvPicPr>
            <a:picLocks noChangeAspect="1"/>
          </p:cNvPicPr>
          <p:nvPr/>
        </p:nvPicPr>
        <p:blipFill>
          <a:blip r:embed="rId3"/>
          <a:stretch>
            <a:fillRect/>
          </a:stretch>
        </p:blipFill>
        <p:spPr>
          <a:xfrm>
            <a:off x="3924300" y="3068638"/>
            <a:ext cx="5438775" cy="3190875"/>
          </a:xfrm>
          <a:prstGeom prst="rect">
            <a:avLst/>
          </a:prstGeom>
          <a:noFill/>
          <a:ln w="9525">
            <a:noFill/>
          </a:ln>
        </p:spPr>
      </p:pic>
      <p:pic>
        <p:nvPicPr>
          <p:cNvPr id="404489" name="图片 404488"/>
          <p:cNvPicPr>
            <a:picLocks noChangeAspect="1"/>
          </p:cNvPicPr>
          <p:nvPr/>
        </p:nvPicPr>
        <p:blipFill>
          <a:blip r:embed="rId4"/>
          <a:stretch>
            <a:fillRect/>
          </a:stretch>
        </p:blipFill>
        <p:spPr>
          <a:xfrm>
            <a:off x="4716463" y="0"/>
            <a:ext cx="4076700" cy="3313113"/>
          </a:xfrm>
          <a:prstGeom prst="rect">
            <a:avLst/>
          </a:prstGeom>
          <a:noFill/>
          <a:ln w="9525">
            <a:noFill/>
          </a:ln>
        </p:spPr>
      </p:pic>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04486"/>
                                        </p:tgtEl>
                                        <p:attrNameLst>
                                          <p:attrName>style.visibility</p:attrName>
                                        </p:attrNameLst>
                                      </p:cBhvr>
                                      <p:to>
                                        <p:strVal val="visible"/>
                                      </p:to>
                                    </p:set>
                                    <p:animEffect transition="in" filter="checkerboard(across)">
                                      <p:cBhvr>
                                        <p:cTn id="7" dur="500"/>
                                        <p:tgtEl>
                                          <p:spTgt spid="40448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04484"/>
                                        </p:tgtEl>
                                        <p:attrNameLst>
                                          <p:attrName>style.visibility</p:attrName>
                                        </p:attrNameLst>
                                      </p:cBhvr>
                                      <p:to>
                                        <p:strVal val="visible"/>
                                      </p:to>
                                    </p:set>
                                    <p:animEffect transition="in" filter="checkerboard(across)">
                                      <p:cBhvr>
                                        <p:cTn id="12" dur="500"/>
                                        <p:tgtEl>
                                          <p:spTgt spid="40448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04485"/>
                                        </p:tgtEl>
                                        <p:attrNameLst>
                                          <p:attrName>style.visibility</p:attrName>
                                        </p:attrNameLst>
                                      </p:cBhvr>
                                      <p:to>
                                        <p:strVal val="visible"/>
                                      </p:to>
                                    </p:set>
                                    <p:animEffect transition="in" filter="checkerboard(across)">
                                      <p:cBhvr>
                                        <p:cTn id="17" dur="500"/>
                                        <p:tgtEl>
                                          <p:spTgt spid="404485"/>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04487"/>
                                        </p:tgtEl>
                                        <p:attrNameLst>
                                          <p:attrName>style.visibility</p:attrName>
                                        </p:attrNameLst>
                                      </p:cBhvr>
                                      <p:to>
                                        <p:strVal val="visible"/>
                                      </p:to>
                                    </p:set>
                                    <p:animEffect transition="in" filter="checkerboard(across)">
                                      <p:cBhvr>
                                        <p:cTn id="22" dur="500"/>
                                        <p:tgtEl>
                                          <p:spTgt spid="404487"/>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04488"/>
                                        </p:tgtEl>
                                        <p:attrNameLst>
                                          <p:attrName>style.visibility</p:attrName>
                                        </p:attrNameLst>
                                      </p:cBhvr>
                                      <p:to>
                                        <p:strVal val="visible"/>
                                      </p:to>
                                    </p:set>
                                    <p:animEffect transition="in" filter="checkerboard(across)">
                                      <p:cBhvr>
                                        <p:cTn id="27" dur="500"/>
                                        <p:tgtEl>
                                          <p:spTgt spid="404488"/>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404489"/>
                                        </p:tgtEl>
                                        <p:attrNameLst>
                                          <p:attrName>style.visibility</p:attrName>
                                        </p:attrNameLst>
                                      </p:cBhvr>
                                      <p:to>
                                        <p:strVal val="visible"/>
                                      </p:to>
                                    </p:set>
                                    <p:animEffect transition="in" filter="checkerboard(across)">
                                      <p:cBhvr>
                                        <p:cTn id="32" dur="500"/>
                                        <p:tgtEl>
                                          <p:spTgt spid="404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4" grpId="0" animBg="1"/>
      <p:bldP spid="40448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6770" name="标题 416769"/>
          <p:cNvSpPr>
            <a:spLocks noGrp="1"/>
          </p:cNvSpPr>
          <p:nvPr>
            <p:ph type="title"/>
          </p:nvPr>
        </p:nvSpPr>
        <p:spPr>
          <a:xfrm>
            <a:off x="1187450" y="404813"/>
            <a:ext cx="5472113" cy="863600"/>
          </a:xfrm>
        </p:spPr>
        <p:txBody>
          <a:bodyPr anchor="ctr"/>
          <a:p>
            <a:r>
              <a:rPr lang="zh-CN" altLang="en-US" sz="3600" dirty="0"/>
              <a:t>练习：建立下列数学模型</a:t>
            </a:r>
            <a:endParaRPr lang="zh-CN" altLang="en-US" sz="3600" dirty="0"/>
          </a:p>
        </p:txBody>
      </p:sp>
      <p:sp>
        <p:nvSpPr>
          <p:cNvPr id="416772" name="文本框 416771"/>
          <p:cNvSpPr txBox="1"/>
          <p:nvPr/>
        </p:nvSpPr>
        <p:spPr>
          <a:xfrm>
            <a:off x="323850" y="1412875"/>
            <a:ext cx="8424863" cy="1616075"/>
          </a:xfrm>
          <a:prstGeom prst="rect">
            <a:avLst/>
          </a:prstGeom>
          <a:noFill/>
          <a:ln w="9525">
            <a:noFill/>
          </a:ln>
        </p:spPr>
        <p:txBody>
          <a:bodyPr anchor="b">
            <a:spAutoFit/>
          </a:bodyPr>
          <a:p>
            <a:pPr algn="l"/>
            <a:r>
              <a:rPr lang="en-US" altLang="zh-CN" sz="2000" dirty="0">
                <a:latin typeface="楷体_GB2312" panose="02010609030101010101" pitchFamily="49" charset="-122"/>
                <a:ea typeface="楷体_GB2312" panose="02010609030101010101" pitchFamily="49" charset="-122"/>
              </a:rPr>
              <a:t>1</a:t>
            </a:r>
            <a:r>
              <a:rPr lang="zh-CN" altLang="en-US" sz="2000" dirty="0">
                <a:latin typeface="楷体_GB2312" panose="02010609030101010101" pitchFamily="49" charset="-122"/>
                <a:ea typeface="楷体_GB2312" panose="02010609030101010101" pitchFamily="49" charset="-122"/>
              </a:rPr>
              <a:t>、 某厂生产</a:t>
            </a:r>
            <a:r>
              <a:rPr lang="en-US" altLang="zh-CN" sz="2000" dirty="0">
                <a:latin typeface="楷体_GB2312" panose="02010609030101010101" pitchFamily="49" charset="-122"/>
                <a:ea typeface="楷体_GB2312" panose="02010609030101010101" pitchFamily="49" charset="-122"/>
              </a:rPr>
              <a:t>A</a:t>
            </a:r>
            <a:r>
              <a:rPr lang="zh-CN" altLang="en-US" sz="2000" dirty="0">
                <a:latin typeface="楷体_GB2312" panose="02010609030101010101" pitchFamily="49" charset="-122"/>
                <a:ea typeface="楷体_GB2312" panose="02010609030101010101" pitchFamily="49" charset="-122"/>
              </a:rPr>
              <a:t>、</a:t>
            </a:r>
            <a:r>
              <a:rPr lang="en-US" altLang="zh-CN" sz="2000" dirty="0">
                <a:latin typeface="楷体_GB2312" panose="02010609030101010101" pitchFamily="49" charset="-122"/>
                <a:ea typeface="楷体_GB2312" panose="02010609030101010101" pitchFamily="49" charset="-122"/>
              </a:rPr>
              <a:t>B</a:t>
            </a:r>
            <a:r>
              <a:rPr lang="zh-CN" altLang="en-US" sz="2000" dirty="0">
                <a:latin typeface="楷体_GB2312" panose="02010609030101010101" pitchFamily="49" charset="-122"/>
                <a:ea typeface="楷体_GB2312" panose="02010609030101010101" pitchFamily="49" charset="-122"/>
              </a:rPr>
              <a:t>两种产品，消耗三种资源。已知单位产品消耗资源数量以及单位产品销售利润如表所示。假设一个月内工厂可利用的煤</a:t>
            </a:r>
            <a:r>
              <a:rPr lang="en-US" altLang="zh-CN" sz="2000" dirty="0">
                <a:latin typeface="楷体_GB2312" panose="02010609030101010101" pitchFamily="49" charset="-122"/>
                <a:ea typeface="楷体_GB2312" panose="02010609030101010101" pitchFamily="49" charset="-122"/>
              </a:rPr>
              <a:t>W</a:t>
            </a:r>
            <a:r>
              <a:rPr lang="zh-CN" altLang="en-US" sz="2000" dirty="0">
                <a:latin typeface="楷体_GB2312" panose="02010609030101010101" pitchFamily="49" charset="-122"/>
                <a:ea typeface="楷体_GB2312" panose="02010609030101010101" pitchFamily="49" charset="-122"/>
              </a:rPr>
              <a:t>吨，可利用的技术工时为</a:t>
            </a:r>
            <a:r>
              <a:rPr lang="en-US" altLang="zh-CN" sz="2000" dirty="0">
                <a:latin typeface="楷体_GB2312" panose="02010609030101010101" pitchFamily="49" charset="-122"/>
                <a:ea typeface="楷体_GB2312" panose="02010609030101010101" pitchFamily="49" charset="-122"/>
              </a:rPr>
              <a:t>Q</a:t>
            </a:r>
            <a:r>
              <a:rPr lang="zh-CN" altLang="en-US" sz="2000" dirty="0">
                <a:latin typeface="楷体_GB2312" panose="02010609030101010101" pitchFamily="49" charset="-122"/>
                <a:ea typeface="楷体_GB2312" panose="02010609030101010101" pitchFamily="49" charset="-122"/>
              </a:rPr>
              <a:t>小时，工厂在一个月内必须完成的利润为</a:t>
            </a:r>
            <a:r>
              <a:rPr lang="en-US" altLang="zh-CN" sz="2000" dirty="0">
                <a:latin typeface="楷体_GB2312" panose="02010609030101010101" pitchFamily="49" charset="-122"/>
                <a:ea typeface="楷体_GB2312" panose="02010609030101010101" pitchFamily="49" charset="-122"/>
              </a:rPr>
              <a:t>P</a:t>
            </a:r>
            <a:r>
              <a:rPr lang="zh-CN" altLang="en-US" sz="2000" dirty="0">
                <a:latin typeface="楷体_GB2312" panose="02010609030101010101" pitchFamily="49" charset="-122"/>
                <a:ea typeface="楷体_GB2312" panose="02010609030101010101" pitchFamily="49" charset="-122"/>
              </a:rPr>
              <a:t>元。在充分发挥人力的条件下（即</a:t>
            </a:r>
            <a:r>
              <a:rPr lang="en-US" altLang="zh-CN" sz="2000" dirty="0">
                <a:latin typeface="楷体_GB2312" panose="02010609030101010101" pitchFamily="49" charset="-122"/>
                <a:ea typeface="楷体_GB2312" panose="02010609030101010101" pitchFamily="49" charset="-122"/>
              </a:rPr>
              <a:t>Q</a:t>
            </a:r>
            <a:r>
              <a:rPr lang="zh-CN" altLang="en-US" sz="2000" dirty="0">
                <a:latin typeface="楷体_GB2312" panose="02010609030101010101" pitchFamily="49" charset="-122"/>
                <a:ea typeface="楷体_GB2312" panose="02010609030101010101" pitchFamily="49" charset="-122"/>
              </a:rPr>
              <a:t>小时全部用完），如何安排生产任务，既要完成利润计划，又要使消耗电量最省。</a:t>
            </a:r>
            <a:endParaRPr lang="zh-CN" altLang="en-US" sz="2000" dirty="0">
              <a:latin typeface="楷体_GB2312" panose="02010609030101010101" pitchFamily="49" charset="-122"/>
              <a:ea typeface="楷体_GB2312" panose="02010609030101010101" pitchFamily="49" charset="-122"/>
            </a:endParaRPr>
          </a:p>
        </p:txBody>
      </p:sp>
      <p:graphicFrame>
        <p:nvGraphicFramePr>
          <p:cNvPr id="416802" name="内容占位符 416801"/>
          <p:cNvGraphicFramePr/>
          <p:nvPr>
            <p:ph idx="1"/>
          </p:nvPr>
        </p:nvGraphicFramePr>
        <p:xfrm>
          <a:off x="457200" y="3213100"/>
          <a:ext cx="8229600" cy="2852738"/>
        </p:xfrm>
        <a:graphic>
          <a:graphicData uri="http://schemas.openxmlformats.org/drawingml/2006/table">
            <a:tbl>
              <a:tblPr/>
              <a:tblGrid>
                <a:gridCol w="2743200"/>
                <a:gridCol w="3603625"/>
                <a:gridCol w="1882775"/>
              </a:tblGrid>
              <a:tr h="1490663">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200" dirty="0"/>
                        <a:t>                                               </a:t>
                      </a:r>
                      <a:r>
                        <a:rPr lang="zh-CN" altLang="en-US" sz="2000" dirty="0">
                          <a:ea typeface="楷体_GB2312" panose="02010609030101010101" pitchFamily="49" charset="-122"/>
                        </a:rPr>
                        <a:t>资源</a:t>
                      </a:r>
                      <a:endParaRPr lang="zh-CN" altLang="en-US" sz="2000" dirty="0">
                        <a:ea typeface="楷体_GB2312" panose="02010609030101010101" pitchFamily="49" charset="-122"/>
                      </a:endParaRPr>
                    </a:p>
                    <a:p>
                      <a:pPr marL="0" lvl="0" indent="0">
                        <a:buNone/>
                      </a:pPr>
                      <a:r>
                        <a:rPr lang="zh-CN" altLang="en-US" sz="2000" dirty="0">
                          <a:ea typeface="楷体_GB2312" panose="02010609030101010101" pitchFamily="49" charset="-122"/>
                        </a:rPr>
                        <a:t> 单位产品消耗资源</a:t>
                      </a:r>
                      <a:endParaRPr lang="zh-CN" altLang="en-US" sz="2000" dirty="0">
                        <a:ea typeface="楷体_GB2312" panose="02010609030101010101" pitchFamily="49" charset="-122"/>
                      </a:endParaRPr>
                    </a:p>
                    <a:p>
                      <a:pPr marL="0" lvl="0" indent="0">
                        <a:buNone/>
                      </a:pPr>
                      <a:endParaRPr lang="zh-CN" altLang="en-US" sz="2000" dirty="0">
                        <a:ea typeface="楷体_GB2312" panose="02010609030101010101" pitchFamily="49" charset="-122"/>
                      </a:endParaRPr>
                    </a:p>
                    <a:p>
                      <a:pPr marL="0" lvl="0" indent="0">
                        <a:buNone/>
                      </a:pPr>
                      <a:r>
                        <a:rPr lang="zh-CN" altLang="en-US" sz="2000" dirty="0">
                          <a:latin typeface="楷体_GB2312" panose="02010609030101010101" pitchFamily="49" charset="-122"/>
                          <a:ea typeface="楷体_GB2312" panose="02010609030101010101" pitchFamily="49" charset="-122"/>
                        </a:rPr>
                        <a:t>      产品</a:t>
                      </a:r>
                      <a:endParaRPr lang="zh-CN" altLang="en-US" sz="2000" dirty="0">
                        <a:latin typeface="楷体_GB2312" panose="02010609030101010101" pitchFamily="49" charset="-122"/>
                        <a:ea typeface="楷体_GB2312" panose="02010609030101010101" pitchFamily="49"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楷体_GB2312" panose="02010609030101010101" pitchFamily="49" charset="-122"/>
                          <a:ea typeface="楷体_GB2312" panose="02010609030101010101" pitchFamily="49" charset="-122"/>
                        </a:rPr>
                        <a:t>  </a:t>
                      </a:r>
                      <a:r>
                        <a:rPr lang="zh-CN" altLang="en-US" sz="2000" dirty="0">
                          <a:latin typeface="楷体_GB2312" panose="02010609030101010101" pitchFamily="49" charset="-122"/>
                          <a:ea typeface="楷体_GB2312" panose="02010609030101010101" pitchFamily="49" charset="-122"/>
                        </a:rPr>
                        <a:t>技工      电力      煤</a:t>
                      </a:r>
                      <a:endParaRPr lang="zh-CN" altLang="en-US" sz="2000" dirty="0">
                        <a:latin typeface="楷体_GB2312" panose="02010609030101010101" pitchFamily="49" charset="-122"/>
                        <a:ea typeface="楷体_GB2312" panose="02010609030101010101" pitchFamily="49" charset="-122"/>
                      </a:endParaRPr>
                    </a:p>
                    <a:p>
                      <a:pPr marL="0" lvl="0" indent="0">
                        <a:buNone/>
                      </a:pPr>
                      <a:r>
                        <a:rPr lang="zh-CN" altLang="en-US" sz="2000" dirty="0">
                          <a:latin typeface="楷体_GB2312" panose="02010609030101010101" pitchFamily="49" charset="-122"/>
                          <a:ea typeface="楷体_GB2312" panose="02010609030101010101" pitchFamily="49" charset="-122"/>
                        </a:rPr>
                        <a:t>（小时）   （度）   （吨）</a:t>
                      </a:r>
                      <a:endParaRPr lang="zh-CN" altLang="en-US" sz="2000" dirty="0">
                        <a:latin typeface="楷体_GB2312" panose="02010609030101010101" pitchFamily="49" charset="-122"/>
                        <a:ea typeface="楷体_GB2312" panose="02010609030101010101" pitchFamily="49" charset="-122"/>
                      </a:endParaRPr>
                    </a:p>
                    <a:p>
                      <a:pPr marL="0" lvl="0" indent="0">
                        <a:buNone/>
                      </a:pPr>
                      <a:endParaRPr lang="zh-CN" altLang="en-US" sz="2000" dirty="0">
                        <a:latin typeface="楷体_GB2312" panose="02010609030101010101" pitchFamily="49" charset="-122"/>
                        <a:ea typeface="楷体_GB2312" panose="02010609030101010101"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dirty="0"/>
                        <a:t> </a:t>
                      </a:r>
                      <a:r>
                        <a:rPr lang="zh-CN" altLang="en-US" sz="2000" dirty="0">
                          <a:ea typeface="楷体_GB2312" panose="02010609030101010101" pitchFamily="49" charset="-122"/>
                        </a:rPr>
                        <a:t>单位产品利润</a:t>
                      </a:r>
                      <a:endParaRPr lang="zh-CN" altLang="en-US" sz="2000" dirty="0">
                        <a:ea typeface="楷体_GB2312" panose="02010609030101010101" pitchFamily="49"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362075">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dirty="0"/>
                        <a:t>         A</a:t>
                      </a:r>
                      <a:endParaRPr lang="en-US" altLang="zh-CN" dirty="0"/>
                    </a:p>
                    <a:p>
                      <a:pPr marL="0" lvl="0" indent="0">
                        <a:buNone/>
                      </a:pPr>
                      <a:r>
                        <a:rPr lang="en-US" altLang="zh-CN" dirty="0"/>
                        <a:t>         B</a:t>
                      </a:r>
                      <a:endParaRPr lang="zh-CN" altLang="en-US"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dirty="0"/>
                        <a:t>  8             10         4</a:t>
                      </a:r>
                      <a:endParaRPr lang="en-US" altLang="zh-CN" dirty="0"/>
                    </a:p>
                    <a:p>
                      <a:pPr marL="0" lvl="0" indent="0">
                        <a:buNone/>
                      </a:pPr>
                      <a:r>
                        <a:rPr lang="en-US" altLang="zh-CN" dirty="0"/>
                        <a:t>  4              2          6</a:t>
                      </a:r>
                      <a:endParaRPr lang="zh-CN" altLang="en-US"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dirty="0"/>
                        <a:t>      12</a:t>
                      </a:r>
                      <a:endParaRPr lang="en-US" altLang="zh-CN" dirty="0"/>
                    </a:p>
                    <a:p>
                      <a:pPr marL="0" lvl="0" indent="0">
                        <a:buNone/>
                      </a:pPr>
                      <a:r>
                        <a:rPr lang="en-US" altLang="zh-CN" dirty="0"/>
                        <a:t>       8</a:t>
                      </a:r>
                      <a:endParaRPr lang="zh-CN" altLang="en-US"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416791" name="直接连接符 416790"/>
          <p:cNvSpPr/>
          <p:nvPr/>
        </p:nvSpPr>
        <p:spPr>
          <a:xfrm>
            <a:off x="1403350" y="3141663"/>
            <a:ext cx="1800225" cy="574675"/>
          </a:xfrm>
          <a:prstGeom prst="line">
            <a:avLst/>
          </a:prstGeom>
          <a:ln w="9525" cap="flat" cmpd="sng">
            <a:solidFill>
              <a:schemeClr val="tx1"/>
            </a:solidFill>
            <a:prstDash val="solid"/>
            <a:headEnd type="none" w="med" len="med"/>
            <a:tailEnd type="none" w="med" len="med"/>
          </a:ln>
        </p:spPr>
      </p:sp>
      <p:sp>
        <p:nvSpPr>
          <p:cNvPr id="416792" name="直接连接符 416791"/>
          <p:cNvSpPr/>
          <p:nvPr/>
        </p:nvSpPr>
        <p:spPr>
          <a:xfrm>
            <a:off x="468313" y="3789363"/>
            <a:ext cx="2735262" cy="863600"/>
          </a:xfrm>
          <a:prstGeom prst="line">
            <a:avLst/>
          </a:prstGeom>
          <a:ln w="9525" cap="flat" cmpd="sng">
            <a:solidFill>
              <a:schemeClr val="tx1"/>
            </a:solidFill>
            <a:prstDash val="solid"/>
            <a:headEnd type="none" w="med" len="med"/>
            <a:tailEnd type="none" w="med" len="med"/>
          </a:ln>
        </p:spPr>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8819" name="文本占位符 418818"/>
          <p:cNvSpPr>
            <a:spLocks noGrp="1"/>
          </p:cNvSpPr>
          <p:nvPr>
            <p:ph type="body" sz="half" idx="1"/>
          </p:nvPr>
        </p:nvSpPr>
        <p:spPr>
          <a:xfrm>
            <a:off x="395288" y="908050"/>
            <a:ext cx="8748712" cy="2671763"/>
          </a:xfrm>
        </p:spPr>
        <p:txBody>
          <a:bodyPr/>
          <a:p>
            <a:pPr>
              <a:buNone/>
            </a:pPr>
            <a:r>
              <a:rPr lang="en-US" altLang="zh-CN" sz="2400" dirty="0">
                <a:latin typeface="楷体_GB2312" panose="02010609030101010101" pitchFamily="49" charset="-122"/>
                <a:ea typeface="楷体_GB2312" panose="02010609030101010101" pitchFamily="49" charset="-122"/>
              </a:rPr>
              <a:t>2</a:t>
            </a:r>
            <a:r>
              <a:rPr lang="zh-CN" altLang="en-US" sz="2400" dirty="0">
                <a:latin typeface="楷体_GB2312" panose="02010609030101010101" pitchFamily="49" charset="-122"/>
                <a:ea typeface="楷体_GB2312" panose="02010609030101010101" pitchFamily="49" charset="-122"/>
              </a:rPr>
              <a:t>、</a:t>
            </a:r>
            <a:r>
              <a:rPr lang="zh-CN" altLang="en-US" sz="2400" b="1" dirty="0">
                <a:latin typeface="楷体_GB2312" panose="02010609030101010101" pitchFamily="49" charset="-122"/>
                <a:ea typeface="楷体_GB2312" panose="02010609030101010101" pitchFamily="49" charset="-122"/>
              </a:rPr>
              <a:t>某车间在未来的五天内所需的某种刀具统计资料如表所示。每把刀具成本</a:t>
            </a:r>
            <a:r>
              <a:rPr lang="en-US" altLang="zh-CN" sz="2400" b="1" dirty="0">
                <a:latin typeface="楷体_GB2312" panose="02010609030101010101" pitchFamily="49" charset="-122"/>
                <a:ea typeface="楷体_GB2312" panose="02010609030101010101" pitchFamily="49" charset="-122"/>
              </a:rPr>
              <a:t>0.6</a:t>
            </a:r>
            <a:r>
              <a:rPr lang="zh-CN" altLang="en-US" sz="2400" b="1" dirty="0">
                <a:latin typeface="楷体_GB2312" panose="02010609030101010101" pitchFamily="49" charset="-122"/>
                <a:ea typeface="楷体_GB2312" panose="02010609030101010101" pitchFamily="49" charset="-122"/>
              </a:rPr>
              <a:t>元。用过的刀具送机修车间研磨，每把需花费</a:t>
            </a:r>
            <a:r>
              <a:rPr lang="en-US" altLang="zh-CN" sz="2400" b="1" dirty="0">
                <a:latin typeface="楷体_GB2312" panose="02010609030101010101" pitchFamily="49" charset="-122"/>
                <a:ea typeface="楷体_GB2312" panose="02010609030101010101" pitchFamily="49" charset="-122"/>
              </a:rPr>
              <a:t>0.2</a:t>
            </a:r>
            <a:r>
              <a:rPr lang="zh-CN" altLang="en-US" sz="2400" b="1" dirty="0">
                <a:latin typeface="楷体_GB2312" panose="02010609030101010101" pitchFamily="49" charset="-122"/>
                <a:ea typeface="楷体_GB2312" panose="02010609030101010101" pitchFamily="49" charset="-122"/>
              </a:rPr>
              <a:t>元。刀具每天用过后，如果立即送去磨，两天后可以磨好送回，供当天的需要。第五天后，刀具全部换新的。假设开始时，该车间没有任何刀具。问这个车间需要多少刀具才能应付需要，而成本又最低</a:t>
            </a:r>
            <a:endParaRPr lang="zh-CN" altLang="en-US" sz="2400" b="1" dirty="0">
              <a:latin typeface="楷体_GB2312" panose="02010609030101010101" pitchFamily="49" charset="-122"/>
              <a:ea typeface="楷体_GB2312" panose="02010609030101010101" pitchFamily="49" charset="-122"/>
            </a:endParaRPr>
          </a:p>
        </p:txBody>
      </p:sp>
      <p:graphicFrame>
        <p:nvGraphicFramePr>
          <p:cNvPr id="418857" name="内容占位符 418856"/>
          <p:cNvGraphicFramePr/>
          <p:nvPr>
            <p:ph sz="quarter" idx="2"/>
          </p:nvPr>
        </p:nvGraphicFramePr>
        <p:xfrm>
          <a:off x="1331913" y="3284538"/>
          <a:ext cx="7056437" cy="900112"/>
        </p:xfrm>
        <a:graphic>
          <a:graphicData uri="http://schemas.openxmlformats.org/drawingml/2006/table">
            <a:tbl>
              <a:tblPr/>
              <a:tblGrid>
                <a:gridCol w="1254125"/>
                <a:gridCol w="5802313"/>
              </a:tblGrid>
              <a:tr h="504825">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000" dirty="0">
                          <a:latin typeface="楷体_GB2312" panose="02010609030101010101" pitchFamily="49" charset="-122"/>
                          <a:ea typeface="楷体_GB2312" panose="02010609030101010101" pitchFamily="49" charset="-122"/>
                        </a:rPr>
                        <a:t>日期</a:t>
                      </a:r>
                      <a:endParaRPr lang="zh-CN" altLang="en-US" sz="2000" dirty="0">
                        <a:latin typeface="楷体_GB2312" panose="02010609030101010101" pitchFamily="49" charset="-122"/>
                        <a:ea typeface="楷体_GB2312" panose="02010609030101010101" pitchFamily="49"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楷体_GB2312" panose="02010609030101010101" pitchFamily="49" charset="-122"/>
                          <a:ea typeface="楷体_GB2312" panose="02010609030101010101" pitchFamily="49" charset="-122"/>
                        </a:rPr>
                        <a:t>1         2         3         4         5</a:t>
                      </a:r>
                      <a:endParaRPr lang="zh-CN" altLang="en-US" sz="2000" dirty="0">
                        <a:latin typeface="楷体_GB2312" panose="02010609030101010101" pitchFamily="49" charset="-122"/>
                        <a:ea typeface="楷体_GB2312" panose="02010609030101010101" pitchFamily="49"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5288">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000" dirty="0">
                          <a:latin typeface="楷体_GB2312" panose="02010609030101010101" pitchFamily="49" charset="-122"/>
                          <a:ea typeface="楷体_GB2312" panose="02010609030101010101" pitchFamily="49" charset="-122"/>
                        </a:rPr>
                        <a:t>刀具数</a:t>
                      </a:r>
                      <a:endParaRPr lang="zh-CN" altLang="en-US" sz="2000" dirty="0">
                        <a:latin typeface="楷体_GB2312" panose="02010609030101010101" pitchFamily="49" charset="-122"/>
                        <a:ea typeface="楷体_GB2312" panose="02010609030101010101" pitchFamily="49"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楷体_GB2312" panose="02010609030101010101" pitchFamily="49" charset="-122"/>
                          <a:ea typeface="楷体_GB2312" panose="02010609030101010101" pitchFamily="49" charset="-122"/>
                        </a:rPr>
                        <a:t>120       85        160       145      300</a:t>
                      </a:r>
                      <a:endParaRPr lang="zh-CN" altLang="en-US" sz="2000" dirty="0">
                        <a:latin typeface="楷体_GB2312" panose="02010609030101010101" pitchFamily="49" charset="-122"/>
                        <a:ea typeface="楷体_GB2312" panose="02010609030101010101" pitchFamily="49"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418840" name="内容占位符 418839"/>
          <p:cNvGraphicFramePr/>
          <p:nvPr>
            <p:ph sz="quarter" idx="3"/>
          </p:nvPr>
        </p:nvGraphicFramePr>
        <p:xfrm>
          <a:off x="900113" y="4292600"/>
          <a:ext cx="6813550" cy="2232025"/>
        </p:xfrm>
        <a:graphic>
          <a:graphicData uri="http://schemas.openxmlformats.org/presentationml/2006/ole">
            <mc:AlternateContent xmlns:mc="http://schemas.openxmlformats.org/markup-compatibility/2006">
              <mc:Choice xmlns:v="urn:schemas-microsoft-com:vml" Requires="v">
                <p:oleObj spid="_x0000_s3114" name="" r:id="rId1" imgW="4419600" imgH="1447800" progId="Equation.3">
                  <p:embed/>
                </p:oleObj>
              </mc:Choice>
              <mc:Fallback>
                <p:oleObj name="" r:id="rId1" imgW="4419600" imgH="1447800" progId="Equation.3">
                  <p:embed/>
                  <p:pic>
                    <p:nvPicPr>
                      <p:cNvPr id="0" name="图片 3113"/>
                      <p:cNvPicPr/>
                      <p:nvPr/>
                    </p:nvPicPr>
                    <p:blipFill>
                      <a:blip r:embed="rId2"/>
                      <a:stretch>
                        <a:fillRect/>
                      </a:stretch>
                    </p:blipFill>
                    <p:spPr>
                      <a:xfrm>
                        <a:off x="900113" y="4292600"/>
                        <a:ext cx="6813550" cy="2232025"/>
                      </a:xfrm>
                      <a:prstGeom prst="rect">
                        <a:avLst/>
                      </a:prstGeom>
                      <a:solidFill>
                        <a:srgbClr val="CCFFFF">
                          <a:alpha val="100000"/>
                        </a:srgbClr>
                      </a:solidFill>
                      <a:ln w="38100">
                        <a:miter/>
                      </a:ln>
                    </p:spPr>
                  </p:pic>
                </p:oleObj>
              </mc:Fallback>
            </mc:AlternateContent>
          </a:graphicData>
        </a:graphic>
      </p:graphicFrame>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18840"/>
                                        </p:tgtEl>
                                        <p:attrNameLst>
                                          <p:attrName>style.visibility</p:attrName>
                                        </p:attrNameLst>
                                      </p:cBhvr>
                                      <p:to>
                                        <p:strVal val="visible"/>
                                      </p:to>
                                    </p:set>
                                    <p:animEffect transition="in" filter="checkerboard(across)">
                                      <p:cBhvr>
                                        <p:cTn id="7" dur="500"/>
                                        <p:tgtEl>
                                          <p:spTgt spid="418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1892" name="矩形 421891"/>
          <p:cNvSpPr/>
          <p:nvPr/>
        </p:nvSpPr>
        <p:spPr>
          <a:xfrm>
            <a:off x="755650" y="2781300"/>
            <a:ext cx="6553200" cy="3752850"/>
          </a:xfrm>
          <a:prstGeom prst="rect">
            <a:avLst/>
          </a:prstGeom>
          <a:noFill/>
          <a:ln w="9525" cap="flat" cmpd="sng">
            <a:solidFill>
              <a:schemeClr val="tx1"/>
            </a:solidFill>
            <a:prstDash val="solid"/>
            <a:miter/>
            <a:headEnd type="none" w="med" len="med"/>
            <a:tailEnd type="none" w="med" len="med"/>
          </a:ln>
        </p:spPr>
        <p:txBody>
          <a:bodyPr anchor="b">
            <a:spAutoFit/>
          </a:bodyPr>
          <a:p>
            <a:pPr algn="l"/>
            <a:r>
              <a:rPr lang="en-US" altLang="zh-CN" dirty="0">
                <a:latin typeface="Arial Black" panose="020B0A04020102020204" pitchFamily="34" charset="0"/>
              </a:rPr>
              <a:t>Global optimal solution found.</a:t>
            </a:r>
            <a:endParaRPr lang="en-US" altLang="zh-CN" dirty="0">
              <a:latin typeface="Arial Black" panose="020B0A04020102020204" pitchFamily="34" charset="0"/>
            </a:endParaRPr>
          </a:p>
          <a:p>
            <a:pPr algn="l"/>
            <a:r>
              <a:rPr lang="en-US" altLang="zh-CN" dirty="0">
                <a:latin typeface="Arial Black" panose="020B0A04020102020204" pitchFamily="34" charset="0"/>
              </a:rPr>
              <a:t>  Objective value:                              340.0000</a:t>
            </a:r>
            <a:endParaRPr lang="en-US" altLang="zh-CN" dirty="0">
              <a:latin typeface="Arial Black" panose="020B0A04020102020204" pitchFamily="34" charset="0"/>
            </a:endParaRPr>
          </a:p>
          <a:p>
            <a:pPr algn="l"/>
            <a:r>
              <a:rPr lang="en-US" altLang="zh-CN" dirty="0">
                <a:latin typeface="Arial Black" panose="020B0A04020102020204" pitchFamily="34" charset="0"/>
              </a:rPr>
              <a:t>  Infeasibilities:                              0.000000</a:t>
            </a:r>
            <a:endParaRPr lang="en-US" altLang="zh-CN" dirty="0">
              <a:latin typeface="Arial Black" panose="020B0A04020102020204" pitchFamily="34" charset="0"/>
            </a:endParaRPr>
          </a:p>
          <a:p>
            <a:pPr algn="l"/>
            <a:r>
              <a:rPr lang="en-US" altLang="zh-CN" dirty="0">
                <a:latin typeface="Arial Black" panose="020B0A04020102020204" pitchFamily="34" charset="0"/>
              </a:rPr>
              <a:t>  Total solver iterations:                             0</a:t>
            </a:r>
            <a:endParaRPr lang="en-US" altLang="zh-CN" dirty="0">
              <a:latin typeface="Arial Black" panose="020B0A04020102020204" pitchFamily="34" charset="0"/>
            </a:endParaRPr>
          </a:p>
          <a:p>
            <a:pPr algn="l"/>
            <a:endParaRPr lang="en-US" altLang="zh-CN" dirty="0">
              <a:latin typeface="Arial Black" panose="020B0A04020102020204" pitchFamily="34" charset="0"/>
            </a:endParaRPr>
          </a:p>
          <a:p>
            <a:pPr algn="l"/>
            <a:endParaRPr lang="en-US" altLang="zh-CN" dirty="0">
              <a:latin typeface="Arial Black" panose="020B0A04020102020204" pitchFamily="34" charset="0"/>
            </a:endParaRPr>
          </a:p>
          <a:p>
            <a:pPr algn="l"/>
            <a:r>
              <a:rPr lang="en-US" altLang="zh-CN" dirty="0">
                <a:latin typeface="Arial Black" panose="020B0A04020102020204" pitchFamily="34" charset="0"/>
              </a:rPr>
              <a:t>                       Variable           Value        Reduced Cost</a:t>
            </a:r>
            <a:endParaRPr lang="en-US" altLang="zh-CN" dirty="0">
              <a:latin typeface="Arial Black" panose="020B0A04020102020204" pitchFamily="34" charset="0"/>
            </a:endParaRPr>
          </a:p>
          <a:p>
            <a:pPr algn="l"/>
            <a:r>
              <a:rPr lang="en-US" altLang="zh-CN" dirty="0">
                <a:latin typeface="Arial Black" panose="020B0A04020102020204" pitchFamily="34" charset="0"/>
              </a:rPr>
              <a:t>                             X1        120.0000            0.000000</a:t>
            </a:r>
            <a:endParaRPr lang="en-US" altLang="zh-CN" dirty="0">
              <a:latin typeface="Arial Black" panose="020B0A04020102020204" pitchFamily="34" charset="0"/>
            </a:endParaRPr>
          </a:p>
          <a:p>
            <a:pPr algn="l"/>
            <a:r>
              <a:rPr lang="en-US" altLang="zh-CN" dirty="0">
                <a:latin typeface="Arial Black" panose="020B0A04020102020204" pitchFamily="34" charset="0"/>
              </a:rPr>
              <a:t>                             X2        85.00000            0.000000</a:t>
            </a:r>
            <a:endParaRPr lang="en-US" altLang="zh-CN" dirty="0">
              <a:latin typeface="Arial Black" panose="020B0A04020102020204" pitchFamily="34" charset="0"/>
            </a:endParaRPr>
          </a:p>
          <a:p>
            <a:pPr algn="l"/>
            <a:r>
              <a:rPr lang="en-US" altLang="zh-CN" dirty="0">
                <a:latin typeface="Arial Black" panose="020B0A04020102020204" pitchFamily="34" charset="0"/>
              </a:rPr>
              <a:t>                             X3        40.00000            0.000000</a:t>
            </a:r>
            <a:endParaRPr lang="en-US" altLang="zh-CN" dirty="0">
              <a:latin typeface="Arial Black" panose="020B0A04020102020204" pitchFamily="34" charset="0"/>
            </a:endParaRPr>
          </a:p>
          <a:p>
            <a:pPr algn="l"/>
            <a:r>
              <a:rPr lang="en-US" altLang="zh-CN" dirty="0">
                <a:latin typeface="Arial Black" panose="020B0A04020102020204" pitchFamily="34" charset="0"/>
              </a:rPr>
              <a:t>                             X4        60.00000            0.000000</a:t>
            </a:r>
            <a:endParaRPr lang="en-US" altLang="zh-CN" dirty="0">
              <a:latin typeface="Arial Black" panose="020B0A04020102020204" pitchFamily="34" charset="0"/>
            </a:endParaRPr>
          </a:p>
          <a:p>
            <a:pPr algn="l"/>
            <a:r>
              <a:rPr lang="en-US" altLang="zh-CN" dirty="0">
                <a:latin typeface="Arial Black" panose="020B0A04020102020204" pitchFamily="34" charset="0"/>
              </a:rPr>
              <a:t>                             X5        140.0000            0.000000</a:t>
            </a:r>
            <a:endParaRPr lang="en-US" altLang="zh-CN" dirty="0">
              <a:latin typeface="Arial Black" panose="020B0A04020102020204" pitchFamily="34" charset="0"/>
            </a:endParaRPr>
          </a:p>
          <a:p>
            <a:pPr algn="l"/>
            <a:endParaRPr lang="en-US" altLang="zh-CN" dirty="0">
              <a:latin typeface="Arial Black" panose="020B0A04020102020204" pitchFamily="34" charset="0"/>
            </a:endParaRPr>
          </a:p>
          <a:p>
            <a:pPr algn="l"/>
            <a:r>
              <a:rPr lang="en-US" altLang="zh-CN" dirty="0">
                <a:latin typeface="Arial Black" panose="020B0A04020102020204" pitchFamily="34" charset="0"/>
              </a:rPr>
              <a:t>                            Row    Slack or Surplus      Dual Price</a:t>
            </a:r>
            <a:endParaRPr lang="en-US" altLang="zh-CN" dirty="0">
              <a:latin typeface="Arial Black" panose="020B0A04020102020204" pitchFamily="34" charset="0"/>
            </a:endParaRPr>
          </a:p>
          <a:p>
            <a:pPr algn="l"/>
            <a:r>
              <a:rPr lang="en-US" altLang="zh-CN" dirty="0">
                <a:latin typeface="Arial Black" panose="020B0A04020102020204" pitchFamily="34" charset="0"/>
              </a:rPr>
              <a:t>                              1        340.0000           -1.000000</a:t>
            </a:r>
            <a:endParaRPr lang="en-US" altLang="zh-CN" dirty="0">
              <a:latin typeface="Arial Black" panose="020B0A04020102020204" pitchFamily="34" charset="0"/>
            </a:endParaRPr>
          </a:p>
          <a:p>
            <a:pPr algn="l"/>
            <a:r>
              <a:rPr lang="en-US" altLang="zh-CN" dirty="0">
                <a:latin typeface="Arial Black" panose="020B0A04020102020204" pitchFamily="34" charset="0"/>
              </a:rPr>
              <a:t>                              2        0.000000          -0.2000000</a:t>
            </a:r>
            <a:endParaRPr lang="en-US" altLang="zh-CN" dirty="0">
              <a:latin typeface="Arial Black" panose="020B0A04020102020204" pitchFamily="34" charset="0"/>
            </a:endParaRPr>
          </a:p>
          <a:p>
            <a:pPr algn="l"/>
            <a:r>
              <a:rPr lang="en-US" altLang="zh-CN" dirty="0">
                <a:latin typeface="Arial Black" panose="020B0A04020102020204" pitchFamily="34" charset="0"/>
              </a:rPr>
              <a:t>                              3        0.000000          -0.2000000</a:t>
            </a:r>
            <a:endParaRPr lang="en-US" altLang="zh-CN" dirty="0">
              <a:latin typeface="Arial Black" panose="020B0A04020102020204" pitchFamily="34" charset="0"/>
            </a:endParaRPr>
          </a:p>
          <a:p>
            <a:pPr algn="l"/>
            <a:r>
              <a:rPr lang="en-US" altLang="zh-CN" dirty="0">
                <a:latin typeface="Arial Black" panose="020B0A04020102020204" pitchFamily="34" charset="0"/>
              </a:rPr>
              <a:t>                              4        0.000000          -0.2000000</a:t>
            </a:r>
            <a:endParaRPr lang="en-US" altLang="zh-CN" dirty="0">
              <a:latin typeface="Arial Black" panose="020B0A04020102020204" pitchFamily="34" charset="0"/>
            </a:endParaRPr>
          </a:p>
          <a:p>
            <a:pPr algn="l"/>
            <a:r>
              <a:rPr lang="en-US" altLang="zh-CN" dirty="0">
                <a:latin typeface="Arial Black" panose="020B0A04020102020204" pitchFamily="34" charset="0"/>
              </a:rPr>
              <a:t>                              5        0.000000          -0.6000000</a:t>
            </a:r>
            <a:endParaRPr lang="en-US" altLang="zh-CN" dirty="0">
              <a:latin typeface="Arial Black" panose="020B0A04020102020204" pitchFamily="34" charset="0"/>
            </a:endParaRPr>
          </a:p>
          <a:p>
            <a:pPr algn="l"/>
            <a:r>
              <a:rPr lang="en-US" altLang="zh-CN" dirty="0">
                <a:latin typeface="Arial Black" panose="020B0A04020102020204" pitchFamily="34" charset="0"/>
              </a:rPr>
              <a:t>                              6        0.000000          -0.6000000</a:t>
            </a:r>
            <a:endParaRPr lang="en-US" altLang="zh-CN" dirty="0">
              <a:latin typeface="Courier New" panose="02070309020205020404" pitchFamily="49" charset="0"/>
            </a:endParaRPr>
          </a:p>
        </p:txBody>
      </p:sp>
      <p:sp>
        <p:nvSpPr>
          <p:cNvPr id="421893" name="矩形 421892"/>
          <p:cNvSpPr/>
          <p:nvPr/>
        </p:nvSpPr>
        <p:spPr>
          <a:xfrm>
            <a:off x="1476375" y="908050"/>
            <a:ext cx="4572000" cy="1735138"/>
          </a:xfrm>
          <a:prstGeom prst="rect">
            <a:avLst/>
          </a:prstGeom>
          <a:solidFill>
            <a:srgbClr val="CCFFCC"/>
          </a:solidFill>
          <a:ln w="9525">
            <a:noFill/>
          </a:ln>
        </p:spPr>
        <p:txBody>
          <a:bodyPr anchor="b">
            <a:spAutoFit/>
          </a:bodyPr>
          <a:p>
            <a:pPr algn="l"/>
            <a:r>
              <a:rPr lang="en-US" altLang="zh-CN" dirty="0">
                <a:latin typeface="Arial Black" panose="020B0A04020102020204" pitchFamily="34" charset="0"/>
              </a:rPr>
              <a:t>model:</a:t>
            </a:r>
            <a:endParaRPr lang="en-US" altLang="zh-CN" dirty="0">
              <a:latin typeface="Arial Black" panose="020B0A04020102020204" pitchFamily="34" charset="0"/>
            </a:endParaRPr>
          </a:p>
          <a:p>
            <a:pPr algn="l"/>
            <a:r>
              <a:rPr lang="en-US" altLang="zh-CN" dirty="0">
                <a:latin typeface="Arial Black" panose="020B0A04020102020204" pitchFamily="34" charset="0"/>
              </a:rPr>
              <a:t>min=0.6*(x1+x2+x3+x4+x5)+0.2*x1+0.2*x2+0.2*(x1+x3);</a:t>
            </a:r>
            <a:endParaRPr lang="en-US" altLang="zh-CN" dirty="0">
              <a:latin typeface="Arial Black" panose="020B0A04020102020204" pitchFamily="34" charset="0"/>
            </a:endParaRPr>
          </a:p>
          <a:p>
            <a:pPr algn="l"/>
            <a:r>
              <a:rPr lang="en-US" altLang="zh-CN" dirty="0">
                <a:latin typeface="Arial Black" panose="020B0A04020102020204" pitchFamily="34" charset="0"/>
              </a:rPr>
              <a:t>x1&gt;=120;</a:t>
            </a:r>
            <a:endParaRPr lang="en-US" altLang="zh-CN" dirty="0">
              <a:latin typeface="Arial Black" panose="020B0A04020102020204" pitchFamily="34" charset="0"/>
            </a:endParaRPr>
          </a:p>
          <a:p>
            <a:pPr algn="l"/>
            <a:r>
              <a:rPr lang="en-US" altLang="zh-CN" dirty="0">
                <a:latin typeface="Arial Black" panose="020B0A04020102020204" pitchFamily="34" charset="0"/>
              </a:rPr>
              <a:t>x2&gt;=85;</a:t>
            </a:r>
            <a:endParaRPr lang="en-US" altLang="zh-CN" dirty="0">
              <a:latin typeface="Arial Black" panose="020B0A04020102020204" pitchFamily="34" charset="0"/>
            </a:endParaRPr>
          </a:p>
          <a:p>
            <a:pPr algn="l"/>
            <a:r>
              <a:rPr lang="en-US" altLang="zh-CN" dirty="0">
                <a:latin typeface="Arial Black" panose="020B0A04020102020204" pitchFamily="34" charset="0"/>
              </a:rPr>
              <a:t>x1+x3&gt;=160;</a:t>
            </a:r>
            <a:endParaRPr lang="en-US" altLang="zh-CN" dirty="0">
              <a:latin typeface="Arial Black" panose="020B0A04020102020204" pitchFamily="34" charset="0"/>
            </a:endParaRPr>
          </a:p>
          <a:p>
            <a:pPr algn="l"/>
            <a:r>
              <a:rPr lang="en-US" altLang="zh-CN" dirty="0">
                <a:latin typeface="Arial Black" panose="020B0A04020102020204" pitchFamily="34" charset="0"/>
              </a:rPr>
              <a:t>x2+x4&gt;=145;</a:t>
            </a:r>
            <a:endParaRPr lang="en-US" altLang="zh-CN" dirty="0">
              <a:latin typeface="Arial Black" panose="020B0A04020102020204" pitchFamily="34" charset="0"/>
            </a:endParaRPr>
          </a:p>
          <a:p>
            <a:pPr algn="l"/>
            <a:r>
              <a:rPr lang="en-US" altLang="zh-CN" dirty="0">
                <a:latin typeface="Arial Black" panose="020B0A04020102020204" pitchFamily="34" charset="0"/>
              </a:rPr>
              <a:t>x1+x3+x5=300;</a:t>
            </a:r>
            <a:endParaRPr lang="en-US" altLang="zh-CN" dirty="0">
              <a:latin typeface="Arial Black" panose="020B0A04020102020204" pitchFamily="34" charset="0"/>
            </a:endParaRPr>
          </a:p>
          <a:p>
            <a:pPr algn="l"/>
            <a:r>
              <a:rPr lang="en-US" altLang="zh-CN" dirty="0">
                <a:latin typeface="Arial Black" panose="020B0A04020102020204" pitchFamily="34" charset="0"/>
              </a:rPr>
              <a:t>end</a:t>
            </a:r>
            <a:endParaRPr lang="en-US" altLang="zh-CN" dirty="0">
              <a:latin typeface="Arial Black" panose="020B0A04020102020204" pitchFamily="34" charset="0"/>
            </a:endParaRPr>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标题 177153"/>
          <p:cNvSpPr>
            <a:spLocks noGrp="1"/>
          </p:cNvSpPr>
          <p:nvPr>
            <p:ph type="title"/>
          </p:nvPr>
        </p:nvSpPr>
        <p:spPr>
          <a:xfrm>
            <a:off x="539750" y="188913"/>
            <a:ext cx="8207375" cy="955675"/>
          </a:xfrm>
          <a:ln>
            <a:solidFill>
              <a:srgbClr val="800000"/>
            </a:solidFill>
          </a:ln>
        </p:spPr>
        <p:txBody>
          <a:bodyPr anchor="ctr"/>
          <a:p>
            <a:r>
              <a:rPr lang="zh-CN" altLang="en-US" dirty="0">
                <a:solidFill>
                  <a:srgbClr val="800000"/>
                </a:solidFill>
                <a:latin typeface="隶书" panose="02010509060101010101" pitchFamily="49" charset="-122"/>
              </a:rPr>
              <a:t>§</a:t>
            </a:r>
            <a:r>
              <a:rPr lang="en-US" altLang="zh-CN" dirty="0">
                <a:solidFill>
                  <a:srgbClr val="800000"/>
                </a:solidFill>
                <a:latin typeface="隶书" panose="02010509060101010101" pitchFamily="49" charset="-122"/>
              </a:rPr>
              <a:t>4.1  </a:t>
            </a:r>
            <a:r>
              <a:rPr lang="zh-CN" altLang="en-US" dirty="0">
                <a:solidFill>
                  <a:srgbClr val="800000"/>
                </a:solidFill>
                <a:latin typeface="隶书" panose="02010509060101010101" pitchFamily="49" charset="-122"/>
              </a:rPr>
              <a:t>奶制品的生产与销售</a:t>
            </a:r>
            <a:endParaRPr lang="zh-CN" altLang="en-US" dirty="0">
              <a:solidFill>
                <a:srgbClr val="800000"/>
              </a:solidFill>
              <a:latin typeface="隶书" panose="02010509060101010101" pitchFamily="49" charset="-122"/>
            </a:endParaRPr>
          </a:p>
        </p:txBody>
      </p:sp>
      <p:sp>
        <p:nvSpPr>
          <p:cNvPr id="177158" name="折角形 177157"/>
          <p:cNvSpPr/>
          <p:nvPr/>
        </p:nvSpPr>
        <p:spPr>
          <a:xfrm>
            <a:off x="250825" y="1557338"/>
            <a:ext cx="8893175" cy="4464050"/>
          </a:xfrm>
          <a:prstGeom prst="foldedCorner">
            <a:avLst>
              <a:gd name="adj" fmla="val 7523"/>
            </a:avLst>
          </a:prstGeom>
          <a:gradFill rotWithShape="0">
            <a:gsLst>
              <a:gs pos="0">
                <a:schemeClr val="bg1"/>
              </a:gs>
              <a:gs pos="100000">
                <a:srgbClr val="FFFFCC"/>
              </a:gs>
            </a:gsLst>
            <a:lin ang="5400000" scaled="1"/>
            <a:tileRect/>
          </a:gradFill>
          <a:ln w="25400" cap="flat" cmpd="sng">
            <a:solidFill>
              <a:schemeClr val="tx1"/>
            </a:solidFill>
            <a:prstDash val="solid"/>
            <a:headEnd type="none" w="med" len="med"/>
            <a:tailEnd type="none" w="med" len="med"/>
          </a:ln>
        </p:spPr>
        <p:txBody>
          <a:bodyPr wrap="none" anchor="ctr"/>
          <a:p>
            <a:pPr algn="l" fontAlgn="t">
              <a:buClr>
                <a:schemeClr val="bg1"/>
              </a:buClr>
            </a:pPr>
            <a:r>
              <a:rPr lang="zh-CN" altLang="en-US" sz="2800" dirty="0">
                <a:latin typeface="楷体_GB2312" panose="02010609030101010101" pitchFamily="49" charset="-122"/>
                <a:ea typeface="楷体_GB2312" panose="02010609030101010101" pitchFamily="49" charset="-122"/>
              </a:rPr>
              <a:t>一奶制品加工厂用牛奶生产</a:t>
            </a:r>
            <a:r>
              <a:rPr lang="en-US" altLang="zh-CN" sz="2800" dirty="0">
                <a:latin typeface="楷体_GB2312" panose="02010609030101010101" pitchFamily="49" charset="-122"/>
                <a:ea typeface="楷体_GB2312" panose="02010609030101010101" pitchFamily="49" charset="-122"/>
              </a:rPr>
              <a:t>A1</a:t>
            </a:r>
            <a:r>
              <a:rPr lang="zh-CN" altLang="en-US" sz="2800" dirty="0">
                <a:latin typeface="楷体_GB2312" panose="02010609030101010101" pitchFamily="49" charset="-122"/>
                <a:ea typeface="楷体_GB2312" panose="02010609030101010101" pitchFamily="49" charset="-122"/>
              </a:rPr>
              <a:t>，</a:t>
            </a:r>
            <a:r>
              <a:rPr lang="en-US" altLang="zh-CN" sz="2800" dirty="0">
                <a:latin typeface="楷体_GB2312" panose="02010609030101010101" pitchFamily="49" charset="-122"/>
                <a:ea typeface="楷体_GB2312" panose="02010609030101010101" pitchFamily="49" charset="-122"/>
              </a:rPr>
              <a:t>A2</a:t>
            </a:r>
            <a:r>
              <a:rPr lang="zh-CN" altLang="en-US" sz="2800" dirty="0">
                <a:latin typeface="楷体_GB2312" panose="02010609030101010101" pitchFamily="49" charset="-122"/>
                <a:ea typeface="楷体_GB2312" panose="02010609030101010101" pitchFamily="49" charset="-122"/>
              </a:rPr>
              <a:t>两种奶制品，</a:t>
            </a:r>
            <a:r>
              <a:rPr lang="en-US" altLang="zh-CN" sz="2800" dirty="0">
                <a:solidFill>
                  <a:srgbClr val="FF5050"/>
                </a:solidFill>
                <a:latin typeface="楷体_GB2312" panose="02010609030101010101" pitchFamily="49" charset="-122"/>
                <a:ea typeface="楷体_GB2312" panose="02010609030101010101" pitchFamily="49" charset="-122"/>
              </a:rPr>
              <a:t>1</a:t>
            </a:r>
            <a:r>
              <a:rPr lang="zh-CN" altLang="en-US" sz="2800" dirty="0">
                <a:solidFill>
                  <a:srgbClr val="FF5050"/>
                </a:solidFill>
                <a:latin typeface="楷体_GB2312" panose="02010609030101010101" pitchFamily="49" charset="-122"/>
                <a:ea typeface="楷体_GB2312" panose="02010609030101010101" pitchFamily="49" charset="-122"/>
              </a:rPr>
              <a:t>桶</a:t>
            </a:r>
            <a:r>
              <a:rPr lang="zh-CN" altLang="en-US" sz="2800" dirty="0">
                <a:latin typeface="楷体_GB2312" panose="02010609030101010101" pitchFamily="49" charset="-122"/>
                <a:ea typeface="楷体_GB2312" panose="02010609030101010101" pitchFamily="49" charset="-122"/>
              </a:rPr>
              <a:t>牛</a:t>
            </a:r>
            <a:endParaRPr lang="zh-CN" altLang="en-US" sz="2800" dirty="0">
              <a:latin typeface="楷体_GB2312" panose="02010609030101010101" pitchFamily="49" charset="-122"/>
              <a:ea typeface="楷体_GB2312" panose="02010609030101010101" pitchFamily="49" charset="-122"/>
            </a:endParaRPr>
          </a:p>
          <a:p>
            <a:pPr algn="l" fontAlgn="t">
              <a:buClr>
                <a:schemeClr val="bg1"/>
              </a:buClr>
            </a:pPr>
            <a:r>
              <a:rPr lang="zh-CN" altLang="en-US" sz="2800" dirty="0">
                <a:latin typeface="楷体_GB2312" panose="02010609030101010101" pitchFamily="49" charset="-122"/>
                <a:ea typeface="楷体_GB2312" panose="02010609030101010101" pitchFamily="49" charset="-122"/>
              </a:rPr>
              <a:t>奶可以在设备</a:t>
            </a:r>
            <a:r>
              <a:rPr lang="zh-CN" altLang="en-US" sz="2800" dirty="0">
                <a:solidFill>
                  <a:srgbClr val="FF5050"/>
                </a:solidFill>
                <a:latin typeface="楷体_GB2312" panose="02010609030101010101" pitchFamily="49" charset="-122"/>
                <a:ea typeface="楷体_GB2312" panose="02010609030101010101" pitchFamily="49" charset="-122"/>
              </a:rPr>
              <a:t>甲</a:t>
            </a:r>
            <a:r>
              <a:rPr lang="zh-CN" altLang="en-US" sz="2800" dirty="0">
                <a:latin typeface="楷体_GB2312" panose="02010609030101010101" pitchFamily="49" charset="-122"/>
                <a:ea typeface="楷体_GB2312" panose="02010609030101010101" pitchFamily="49" charset="-122"/>
              </a:rPr>
              <a:t>上用</a:t>
            </a:r>
            <a:r>
              <a:rPr lang="en-US" altLang="zh-CN" sz="2800" dirty="0">
                <a:solidFill>
                  <a:srgbClr val="FF5050"/>
                </a:solidFill>
                <a:latin typeface="楷体_GB2312" panose="02010609030101010101" pitchFamily="49" charset="-122"/>
                <a:ea typeface="楷体_GB2312" panose="02010609030101010101" pitchFamily="49" charset="-122"/>
              </a:rPr>
              <a:t>12</a:t>
            </a:r>
            <a:r>
              <a:rPr lang="zh-CN" altLang="en-US" sz="2800" dirty="0">
                <a:solidFill>
                  <a:srgbClr val="FF5050"/>
                </a:solidFill>
                <a:latin typeface="楷体_GB2312" panose="02010609030101010101" pitchFamily="49" charset="-122"/>
                <a:ea typeface="楷体_GB2312" panose="02010609030101010101" pitchFamily="49" charset="-122"/>
              </a:rPr>
              <a:t>小时</a:t>
            </a:r>
            <a:r>
              <a:rPr lang="zh-CN" altLang="en-US" sz="2800" dirty="0">
                <a:latin typeface="楷体_GB2312" panose="02010609030101010101" pitchFamily="49" charset="-122"/>
                <a:ea typeface="楷体_GB2312" panose="02010609030101010101" pitchFamily="49" charset="-122"/>
              </a:rPr>
              <a:t>加工成</a:t>
            </a:r>
            <a:r>
              <a:rPr lang="en-US" altLang="zh-CN" sz="2800" dirty="0">
                <a:solidFill>
                  <a:srgbClr val="FF5050"/>
                </a:solidFill>
                <a:latin typeface="楷体_GB2312" panose="02010609030101010101" pitchFamily="49" charset="-122"/>
                <a:ea typeface="楷体_GB2312" panose="02010609030101010101" pitchFamily="49" charset="-122"/>
              </a:rPr>
              <a:t>3</a:t>
            </a:r>
            <a:r>
              <a:rPr lang="zh-CN" altLang="en-US" sz="2800" dirty="0">
                <a:solidFill>
                  <a:srgbClr val="FF5050"/>
                </a:solidFill>
                <a:latin typeface="楷体_GB2312" panose="02010609030101010101" pitchFamily="49" charset="-122"/>
                <a:ea typeface="楷体_GB2312" panose="02010609030101010101" pitchFamily="49" charset="-122"/>
              </a:rPr>
              <a:t>公斤</a:t>
            </a:r>
            <a:r>
              <a:rPr lang="en-US" altLang="zh-CN" sz="2800" dirty="0">
                <a:solidFill>
                  <a:srgbClr val="FF5050"/>
                </a:solidFill>
                <a:latin typeface="楷体_GB2312" panose="02010609030101010101" pitchFamily="49" charset="-122"/>
                <a:ea typeface="楷体_GB2312" panose="02010609030101010101" pitchFamily="49" charset="-122"/>
              </a:rPr>
              <a:t>A1</a:t>
            </a:r>
            <a:r>
              <a:rPr lang="zh-CN" altLang="en-US" sz="2800" dirty="0">
                <a:latin typeface="楷体_GB2312" panose="02010609030101010101" pitchFamily="49" charset="-122"/>
                <a:ea typeface="楷体_GB2312" panose="02010609030101010101" pitchFamily="49" charset="-122"/>
              </a:rPr>
              <a:t>，或者在设</a:t>
            </a:r>
            <a:endParaRPr lang="zh-CN" altLang="en-US" sz="2800" dirty="0">
              <a:latin typeface="楷体_GB2312" panose="02010609030101010101" pitchFamily="49" charset="-122"/>
              <a:ea typeface="楷体_GB2312" panose="02010609030101010101" pitchFamily="49" charset="-122"/>
            </a:endParaRPr>
          </a:p>
          <a:p>
            <a:pPr algn="l" fontAlgn="t">
              <a:buClr>
                <a:schemeClr val="bg1"/>
              </a:buClr>
            </a:pPr>
            <a:r>
              <a:rPr lang="zh-CN" altLang="en-US" sz="2800" dirty="0">
                <a:latin typeface="楷体_GB2312" panose="02010609030101010101" pitchFamily="49" charset="-122"/>
                <a:ea typeface="楷体_GB2312" panose="02010609030101010101" pitchFamily="49" charset="-122"/>
              </a:rPr>
              <a:t>备</a:t>
            </a:r>
            <a:r>
              <a:rPr lang="zh-CN" altLang="en-US" sz="2800" dirty="0">
                <a:solidFill>
                  <a:srgbClr val="FF5050"/>
                </a:solidFill>
                <a:latin typeface="楷体_GB2312" panose="02010609030101010101" pitchFamily="49" charset="-122"/>
                <a:ea typeface="楷体_GB2312" panose="02010609030101010101" pitchFamily="49" charset="-122"/>
              </a:rPr>
              <a:t>乙</a:t>
            </a:r>
            <a:r>
              <a:rPr lang="zh-CN" altLang="en-US" sz="2800" dirty="0">
                <a:latin typeface="楷体_GB2312" panose="02010609030101010101" pitchFamily="49" charset="-122"/>
                <a:ea typeface="楷体_GB2312" panose="02010609030101010101" pitchFamily="49" charset="-122"/>
              </a:rPr>
              <a:t>上用</a:t>
            </a:r>
            <a:r>
              <a:rPr lang="en-US" altLang="zh-CN" sz="2800" dirty="0">
                <a:solidFill>
                  <a:srgbClr val="FF5050"/>
                </a:solidFill>
                <a:latin typeface="楷体_GB2312" panose="02010609030101010101" pitchFamily="49" charset="-122"/>
                <a:ea typeface="楷体_GB2312" panose="02010609030101010101" pitchFamily="49" charset="-122"/>
              </a:rPr>
              <a:t>8</a:t>
            </a:r>
            <a:r>
              <a:rPr lang="zh-CN" altLang="en-US" sz="2800" dirty="0">
                <a:solidFill>
                  <a:srgbClr val="FF5050"/>
                </a:solidFill>
                <a:latin typeface="楷体_GB2312" panose="02010609030101010101" pitchFamily="49" charset="-122"/>
                <a:ea typeface="楷体_GB2312" panose="02010609030101010101" pitchFamily="49" charset="-122"/>
              </a:rPr>
              <a:t>小时</a:t>
            </a:r>
            <a:r>
              <a:rPr lang="zh-CN" altLang="en-US" sz="2800" dirty="0">
                <a:latin typeface="楷体_GB2312" panose="02010609030101010101" pitchFamily="49" charset="-122"/>
                <a:ea typeface="楷体_GB2312" panose="02010609030101010101" pitchFamily="49" charset="-122"/>
              </a:rPr>
              <a:t>加工成</a:t>
            </a:r>
            <a:r>
              <a:rPr lang="en-US" altLang="zh-CN" sz="2800" dirty="0">
                <a:solidFill>
                  <a:srgbClr val="FF5050"/>
                </a:solidFill>
                <a:latin typeface="楷体_GB2312" panose="02010609030101010101" pitchFamily="49" charset="-122"/>
                <a:ea typeface="楷体_GB2312" panose="02010609030101010101" pitchFamily="49" charset="-122"/>
              </a:rPr>
              <a:t>4</a:t>
            </a:r>
            <a:r>
              <a:rPr lang="zh-CN" altLang="en-US" sz="2800" dirty="0">
                <a:solidFill>
                  <a:srgbClr val="FF5050"/>
                </a:solidFill>
                <a:latin typeface="楷体_GB2312" panose="02010609030101010101" pitchFamily="49" charset="-122"/>
                <a:ea typeface="楷体_GB2312" panose="02010609030101010101" pitchFamily="49" charset="-122"/>
              </a:rPr>
              <a:t>公斤</a:t>
            </a:r>
            <a:r>
              <a:rPr lang="en-US" altLang="zh-CN" sz="2800">
                <a:solidFill>
                  <a:srgbClr val="FF5050"/>
                </a:solidFill>
                <a:latin typeface="楷体_GB2312" panose="02010609030101010101" pitchFamily="49" charset="-122"/>
                <a:ea typeface="楷体_GB2312" panose="02010609030101010101" pitchFamily="49" charset="-122"/>
              </a:rPr>
              <a:t>A2</a:t>
            </a:r>
            <a:r>
              <a:rPr lang="zh-CN" altLang="en-US" sz="2800" dirty="0">
                <a:latin typeface="楷体_GB2312" panose="02010609030101010101" pitchFamily="49" charset="-122"/>
                <a:ea typeface="楷体_GB2312" panose="02010609030101010101" pitchFamily="49" charset="-122"/>
              </a:rPr>
              <a:t>。根据市场需求，生产的</a:t>
            </a:r>
            <a:endParaRPr lang="zh-CN" altLang="en-US" sz="2800" dirty="0">
              <a:latin typeface="楷体_GB2312" panose="02010609030101010101" pitchFamily="49" charset="-122"/>
              <a:ea typeface="楷体_GB2312" panose="02010609030101010101" pitchFamily="49" charset="-122"/>
            </a:endParaRPr>
          </a:p>
          <a:p>
            <a:pPr algn="l" fontAlgn="t">
              <a:buClr>
                <a:schemeClr val="bg1"/>
              </a:buClr>
            </a:pPr>
            <a:r>
              <a:rPr lang="en-US" altLang="zh-CN" sz="2800" dirty="0">
                <a:latin typeface="楷体_GB2312" panose="02010609030101010101" pitchFamily="49" charset="-122"/>
                <a:ea typeface="楷体_GB2312" panose="02010609030101010101" pitchFamily="49" charset="-122"/>
              </a:rPr>
              <a:t>A1</a:t>
            </a:r>
            <a:r>
              <a:rPr lang="zh-CN" altLang="en-US" sz="2800" dirty="0">
                <a:latin typeface="楷体_GB2312" panose="02010609030101010101" pitchFamily="49" charset="-122"/>
                <a:ea typeface="楷体_GB2312" panose="02010609030101010101" pitchFamily="49" charset="-122"/>
              </a:rPr>
              <a:t>，</a:t>
            </a:r>
            <a:r>
              <a:rPr lang="en-US" altLang="zh-CN" sz="2800" dirty="0">
                <a:latin typeface="楷体_GB2312" panose="02010609030101010101" pitchFamily="49" charset="-122"/>
                <a:ea typeface="楷体_GB2312" panose="02010609030101010101" pitchFamily="49" charset="-122"/>
              </a:rPr>
              <a:t>A2</a:t>
            </a:r>
            <a:r>
              <a:rPr lang="zh-CN" altLang="en-US" sz="2800" dirty="0">
                <a:latin typeface="楷体_GB2312" panose="02010609030101010101" pitchFamily="49" charset="-122"/>
                <a:ea typeface="楷体_GB2312" panose="02010609030101010101" pitchFamily="49" charset="-122"/>
              </a:rPr>
              <a:t>全部能售出，且每公斤</a:t>
            </a:r>
            <a:r>
              <a:rPr lang="en-US" altLang="zh-CN" sz="2800" dirty="0">
                <a:solidFill>
                  <a:srgbClr val="FF5050"/>
                </a:solidFill>
                <a:latin typeface="楷体_GB2312" panose="02010609030101010101" pitchFamily="49" charset="-122"/>
                <a:ea typeface="楷体_GB2312" panose="02010609030101010101" pitchFamily="49" charset="-122"/>
              </a:rPr>
              <a:t>A1</a:t>
            </a:r>
            <a:r>
              <a:rPr lang="zh-CN" altLang="en-US" sz="2800" dirty="0">
                <a:solidFill>
                  <a:srgbClr val="FF5050"/>
                </a:solidFill>
                <a:latin typeface="楷体_GB2312" panose="02010609030101010101" pitchFamily="49" charset="-122"/>
                <a:ea typeface="楷体_GB2312" panose="02010609030101010101" pitchFamily="49" charset="-122"/>
              </a:rPr>
              <a:t>获利</a:t>
            </a:r>
            <a:r>
              <a:rPr lang="en-US" altLang="zh-CN" sz="2800" dirty="0">
                <a:solidFill>
                  <a:srgbClr val="FF5050"/>
                </a:solidFill>
                <a:latin typeface="楷体_GB2312" panose="02010609030101010101" pitchFamily="49" charset="-122"/>
                <a:ea typeface="楷体_GB2312" panose="02010609030101010101" pitchFamily="49" charset="-122"/>
              </a:rPr>
              <a:t>24</a:t>
            </a:r>
            <a:r>
              <a:rPr lang="zh-CN" altLang="en-US" sz="2800" dirty="0">
                <a:solidFill>
                  <a:srgbClr val="FF5050"/>
                </a:solidFill>
                <a:latin typeface="楷体_GB2312" panose="02010609030101010101" pitchFamily="49" charset="-122"/>
                <a:ea typeface="楷体_GB2312" panose="02010609030101010101" pitchFamily="49" charset="-122"/>
              </a:rPr>
              <a:t>元</a:t>
            </a:r>
            <a:r>
              <a:rPr lang="zh-CN" altLang="en-US" sz="2800" dirty="0">
                <a:latin typeface="楷体_GB2312" panose="02010609030101010101" pitchFamily="49" charset="-122"/>
                <a:ea typeface="楷体_GB2312" panose="02010609030101010101" pitchFamily="49" charset="-122"/>
              </a:rPr>
              <a:t>，每公斤</a:t>
            </a:r>
            <a:r>
              <a:rPr lang="en-US" altLang="zh-CN" sz="2800" dirty="0">
                <a:solidFill>
                  <a:srgbClr val="FF5050"/>
                </a:solidFill>
                <a:latin typeface="楷体_GB2312" panose="02010609030101010101" pitchFamily="49" charset="-122"/>
                <a:ea typeface="楷体_GB2312" panose="02010609030101010101" pitchFamily="49" charset="-122"/>
              </a:rPr>
              <a:t>A2</a:t>
            </a:r>
            <a:r>
              <a:rPr lang="zh-CN" altLang="en-US" sz="2800" dirty="0">
                <a:solidFill>
                  <a:srgbClr val="FF5050"/>
                </a:solidFill>
                <a:latin typeface="楷体_GB2312" panose="02010609030101010101" pitchFamily="49" charset="-122"/>
                <a:ea typeface="楷体_GB2312" panose="02010609030101010101" pitchFamily="49" charset="-122"/>
              </a:rPr>
              <a:t>获</a:t>
            </a:r>
            <a:endParaRPr lang="zh-CN" altLang="en-US" sz="2800" dirty="0">
              <a:solidFill>
                <a:srgbClr val="FF5050"/>
              </a:solidFill>
              <a:latin typeface="楷体_GB2312" panose="02010609030101010101" pitchFamily="49" charset="-122"/>
              <a:ea typeface="楷体_GB2312" panose="02010609030101010101" pitchFamily="49" charset="-122"/>
            </a:endParaRPr>
          </a:p>
          <a:p>
            <a:pPr algn="l" fontAlgn="t">
              <a:buClr>
                <a:schemeClr val="bg1"/>
              </a:buClr>
            </a:pPr>
            <a:r>
              <a:rPr lang="zh-CN" altLang="en-US" sz="2800" dirty="0">
                <a:solidFill>
                  <a:srgbClr val="FF5050"/>
                </a:solidFill>
                <a:latin typeface="楷体_GB2312" panose="02010609030101010101" pitchFamily="49" charset="-122"/>
                <a:ea typeface="楷体_GB2312" panose="02010609030101010101" pitchFamily="49" charset="-122"/>
              </a:rPr>
              <a:t>利</a:t>
            </a:r>
            <a:r>
              <a:rPr lang="en-US" altLang="zh-CN" sz="2800" dirty="0">
                <a:solidFill>
                  <a:srgbClr val="FF5050"/>
                </a:solidFill>
                <a:latin typeface="楷体_GB2312" panose="02010609030101010101" pitchFamily="49" charset="-122"/>
                <a:ea typeface="楷体_GB2312" panose="02010609030101010101" pitchFamily="49" charset="-122"/>
              </a:rPr>
              <a:t>16</a:t>
            </a:r>
            <a:r>
              <a:rPr lang="zh-CN" altLang="en-US" sz="2800" dirty="0">
                <a:solidFill>
                  <a:srgbClr val="FF5050"/>
                </a:solidFill>
                <a:latin typeface="楷体_GB2312" panose="02010609030101010101" pitchFamily="49" charset="-122"/>
                <a:ea typeface="楷体_GB2312" panose="02010609030101010101" pitchFamily="49" charset="-122"/>
              </a:rPr>
              <a:t>元</a:t>
            </a:r>
            <a:r>
              <a:rPr lang="zh-CN" altLang="en-US" sz="2800" dirty="0">
                <a:latin typeface="楷体_GB2312" panose="02010609030101010101" pitchFamily="49" charset="-122"/>
                <a:ea typeface="楷体_GB2312" panose="02010609030101010101" pitchFamily="49" charset="-122"/>
              </a:rPr>
              <a:t>。现在加工厂每天能得到</a:t>
            </a:r>
            <a:r>
              <a:rPr lang="en-US" altLang="zh-CN" sz="2800" dirty="0">
                <a:latin typeface="楷体_GB2312" panose="02010609030101010101" pitchFamily="49" charset="-122"/>
                <a:ea typeface="楷体_GB2312" panose="02010609030101010101" pitchFamily="49" charset="-122"/>
              </a:rPr>
              <a:t>50</a:t>
            </a:r>
            <a:r>
              <a:rPr lang="zh-CN" altLang="en-US" sz="2800" dirty="0">
                <a:latin typeface="楷体_GB2312" panose="02010609030101010101" pitchFamily="49" charset="-122"/>
                <a:ea typeface="楷体_GB2312" panose="02010609030101010101" pitchFamily="49" charset="-122"/>
              </a:rPr>
              <a:t>桶牛奶的供应，每天</a:t>
            </a:r>
            <a:endParaRPr lang="zh-CN" altLang="en-US" sz="2800" dirty="0">
              <a:latin typeface="楷体_GB2312" panose="02010609030101010101" pitchFamily="49" charset="-122"/>
              <a:ea typeface="楷体_GB2312" panose="02010609030101010101" pitchFamily="49" charset="-122"/>
            </a:endParaRPr>
          </a:p>
          <a:p>
            <a:pPr algn="l" fontAlgn="t">
              <a:buClr>
                <a:schemeClr val="bg1"/>
              </a:buClr>
            </a:pPr>
            <a:r>
              <a:rPr lang="zh-CN" altLang="en-US" sz="2800" dirty="0">
                <a:latin typeface="楷体_GB2312" panose="02010609030101010101" pitchFamily="49" charset="-122"/>
                <a:ea typeface="楷体_GB2312" panose="02010609030101010101" pitchFamily="49" charset="-122"/>
              </a:rPr>
              <a:t>正式工人总的劳动时间为</a:t>
            </a:r>
            <a:r>
              <a:rPr lang="en-US" altLang="zh-CN" sz="2800" dirty="0">
                <a:latin typeface="楷体_GB2312" panose="02010609030101010101" pitchFamily="49" charset="-122"/>
                <a:ea typeface="楷体_GB2312" panose="02010609030101010101" pitchFamily="49" charset="-122"/>
              </a:rPr>
              <a:t>480</a:t>
            </a:r>
            <a:r>
              <a:rPr lang="zh-CN" altLang="en-US" sz="2800" dirty="0">
                <a:latin typeface="楷体_GB2312" panose="02010609030101010101" pitchFamily="49" charset="-122"/>
                <a:ea typeface="楷体_GB2312" panose="02010609030101010101" pitchFamily="49" charset="-122"/>
              </a:rPr>
              <a:t>小时，并且设备甲每天至多</a:t>
            </a:r>
            <a:endParaRPr lang="zh-CN" altLang="en-US" sz="2800" dirty="0">
              <a:latin typeface="楷体_GB2312" panose="02010609030101010101" pitchFamily="49" charset="-122"/>
              <a:ea typeface="楷体_GB2312" panose="02010609030101010101" pitchFamily="49" charset="-122"/>
            </a:endParaRPr>
          </a:p>
          <a:p>
            <a:pPr algn="l" fontAlgn="t">
              <a:buClr>
                <a:schemeClr val="bg1"/>
              </a:buClr>
            </a:pPr>
            <a:r>
              <a:rPr lang="zh-CN" altLang="en-US" sz="2800" dirty="0">
                <a:latin typeface="楷体_GB2312" panose="02010609030101010101" pitchFamily="49" charset="-122"/>
                <a:ea typeface="楷体_GB2312" panose="02010609030101010101" pitchFamily="49" charset="-122"/>
              </a:rPr>
              <a:t>能加工</a:t>
            </a:r>
            <a:r>
              <a:rPr lang="en-US" altLang="zh-CN" sz="2800" dirty="0">
                <a:latin typeface="楷体_GB2312" panose="02010609030101010101" pitchFamily="49" charset="-122"/>
                <a:ea typeface="楷体_GB2312" panose="02010609030101010101" pitchFamily="49" charset="-122"/>
              </a:rPr>
              <a:t>100</a:t>
            </a:r>
            <a:r>
              <a:rPr lang="zh-CN" altLang="en-US" sz="2800" dirty="0">
                <a:latin typeface="楷体_GB2312" panose="02010609030101010101" pitchFamily="49" charset="-122"/>
                <a:ea typeface="楷体_GB2312" panose="02010609030101010101" pitchFamily="49" charset="-122"/>
              </a:rPr>
              <a:t>公斤</a:t>
            </a:r>
            <a:r>
              <a:rPr lang="en-US" altLang="zh-CN" sz="2800" dirty="0">
                <a:latin typeface="楷体_GB2312" panose="02010609030101010101" pitchFamily="49" charset="-122"/>
                <a:ea typeface="楷体_GB2312" panose="02010609030101010101" pitchFamily="49" charset="-122"/>
              </a:rPr>
              <a:t>A1</a:t>
            </a:r>
            <a:r>
              <a:rPr lang="zh-CN" altLang="en-US" sz="2800" dirty="0">
                <a:latin typeface="楷体_GB2312" panose="02010609030101010101" pitchFamily="49" charset="-122"/>
                <a:ea typeface="楷体_GB2312" panose="02010609030101010101" pitchFamily="49" charset="-122"/>
              </a:rPr>
              <a:t>，设备乙的加工能力没有限制。试为该</a:t>
            </a:r>
            <a:endParaRPr lang="zh-CN" altLang="en-US" sz="2800" dirty="0">
              <a:latin typeface="楷体_GB2312" panose="02010609030101010101" pitchFamily="49" charset="-122"/>
              <a:ea typeface="楷体_GB2312" panose="02010609030101010101" pitchFamily="49" charset="-122"/>
            </a:endParaRPr>
          </a:p>
          <a:p>
            <a:pPr algn="l" fontAlgn="t">
              <a:buClr>
                <a:schemeClr val="bg1"/>
              </a:buClr>
            </a:pPr>
            <a:r>
              <a:rPr lang="zh-CN" altLang="en-US" sz="2800" dirty="0">
                <a:latin typeface="楷体_GB2312" panose="02010609030101010101" pitchFamily="49" charset="-122"/>
                <a:ea typeface="楷体_GB2312" panose="02010609030101010101" pitchFamily="49" charset="-122"/>
              </a:rPr>
              <a:t>厂制定一个生产计划，使每天获利最大，</a:t>
            </a:r>
            <a:endParaRPr lang="zh-CN" altLang="en-US" sz="2800" dirty="0">
              <a:latin typeface="楷体_GB2312" panose="02010609030101010101" pitchFamily="49" charset="-122"/>
              <a:ea typeface="楷体_GB2312" panose="02010609030101010101" pitchFamily="49" charset="-122"/>
            </a:endParaRPr>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77154"/>
                                        </p:tgtEl>
                                        <p:attrNameLst>
                                          <p:attrName>style.visibility</p:attrName>
                                        </p:attrNameLst>
                                      </p:cBhvr>
                                      <p:to>
                                        <p:strVal val="visible"/>
                                      </p:to>
                                    </p:set>
                                    <p:animEffect transition="in" filter="blinds(horizontal)">
                                      <p:cBhvr>
                                        <p:cTn id="7" dur="500"/>
                                        <p:tgtEl>
                                          <p:spTgt spid="17715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77158"/>
                                        </p:tgtEl>
                                        <p:attrNameLst>
                                          <p:attrName>style.visibility</p:attrName>
                                        </p:attrNameLst>
                                      </p:cBhvr>
                                      <p:to>
                                        <p:strVal val="visible"/>
                                      </p:to>
                                    </p:set>
                                    <p:animEffect transition="in" filter="strips(downLeft)">
                                      <p:cBhvr>
                                        <p:cTn id="12" dur="500"/>
                                        <p:tgtEl>
                                          <p:spTgt spid="177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animBg="1"/>
      <p:bldP spid="17715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2916" name="矩形 422915"/>
          <p:cNvSpPr/>
          <p:nvPr/>
        </p:nvSpPr>
        <p:spPr>
          <a:xfrm>
            <a:off x="468313" y="1052513"/>
            <a:ext cx="8280400" cy="4478337"/>
          </a:xfrm>
          <a:prstGeom prst="rect">
            <a:avLst/>
          </a:prstGeom>
          <a:noFill/>
          <a:ln w="9525">
            <a:noFill/>
          </a:ln>
        </p:spPr>
        <p:txBody>
          <a:bodyPr anchor="b">
            <a:spAutoFit/>
          </a:bodyPr>
          <a:p>
            <a:pPr algn="l"/>
            <a:r>
              <a:rPr lang="zh-CN" altLang="en-US" sz="3200" dirty="0">
                <a:latin typeface="楷体_GB2312" panose="02010609030101010101" pitchFamily="49" charset="-122"/>
                <a:ea typeface="楷体_GB2312" panose="02010609030101010101" pitchFamily="49" charset="-122"/>
              </a:rPr>
              <a:t>并且进一步讨论以下三个附加问题。</a:t>
            </a:r>
            <a:endParaRPr lang="zh-CN" altLang="en-US" sz="3200" dirty="0">
              <a:latin typeface="楷体_GB2312" panose="02010609030101010101" pitchFamily="49" charset="-122"/>
              <a:ea typeface="楷体_GB2312" panose="02010609030101010101" pitchFamily="49" charset="-122"/>
            </a:endParaRPr>
          </a:p>
          <a:p>
            <a:pPr algn="l"/>
            <a:r>
              <a:rPr lang="zh-CN" altLang="en-US" sz="3200" dirty="0">
                <a:latin typeface="楷体_GB2312" panose="02010609030101010101" pitchFamily="49" charset="-122"/>
                <a:ea typeface="楷体_GB2312" panose="02010609030101010101" pitchFamily="49" charset="-122"/>
              </a:rPr>
              <a:t>（</a:t>
            </a:r>
            <a:r>
              <a:rPr lang="en-US" altLang="zh-CN" sz="3200" dirty="0">
                <a:latin typeface="楷体_GB2312" panose="02010609030101010101" pitchFamily="49" charset="-122"/>
                <a:ea typeface="楷体_GB2312" panose="02010609030101010101" pitchFamily="49" charset="-122"/>
              </a:rPr>
              <a:t>1</a:t>
            </a:r>
            <a:r>
              <a:rPr lang="zh-CN" altLang="en-US" sz="3200" dirty="0">
                <a:latin typeface="楷体_GB2312" panose="02010609030101010101" pitchFamily="49" charset="-122"/>
                <a:ea typeface="楷体_GB2312" panose="02010609030101010101" pitchFamily="49" charset="-122"/>
              </a:rPr>
              <a:t>）若用</a:t>
            </a:r>
            <a:r>
              <a:rPr lang="en-US" altLang="zh-CN" sz="3200" dirty="0">
                <a:latin typeface="楷体_GB2312" panose="02010609030101010101" pitchFamily="49" charset="-122"/>
                <a:ea typeface="楷体_GB2312" panose="02010609030101010101" pitchFamily="49" charset="-122"/>
              </a:rPr>
              <a:t>35</a:t>
            </a:r>
            <a:r>
              <a:rPr lang="zh-CN" altLang="en-US" sz="3200" dirty="0">
                <a:latin typeface="楷体_GB2312" panose="02010609030101010101" pitchFamily="49" charset="-122"/>
                <a:ea typeface="楷体_GB2312" panose="02010609030101010101" pitchFamily="49" charset="-122"/>
              </a:rPr>
              <a:t>元可以买到一桶牛奶，应否作这项投资？若投资，每天至多买多少桶牛奶？</a:t>
            </a:r>
            <a:endParaRPr lang="zh-CN" altLang="en-US" sz="3200" dirty="0">
              <a:latin typeface="楷体_GB2312" panose="02010609030101010101" pitchFamily="49" charset="-122"/>
              <a:ea typeface="楷体_GB2312" panose="02010609030101010101" pitchFamily="49" charset="-122"/>
            </a:endParaRPr>
          </a:p>
          <a:p>
            <a:pPr algn="l"/>
            <a:endParaRPr lang="zh-CN" altLang="en-US" sz="3200" dirty="0">
              <a:latin typeface="楷体_GB2312" panose="02010609030101010101" pitchFamily="49" charset="-122"/>
              <a:ea typeface="楷体_GB2312" panose="02010609030101010101" pitchFamily="49" charset="-122"/>
            </a:endParaRPr>
          </a:p>
          <a:p>
            <a:pPr algn="l"/>
            <a:r>
              <a:rPr lang="zh-CN" altLang="en-US" sz="3200" dirty="0">
                <a:latin typeface="楷体_GB2312" panose="02010609030101010101" pitchFamily="49" charset="-122"/>
                <a:ea typeface="楷体_GB2312" panose="02010609030101010101" pitchFamily="49" charset="-122"/>
              </a:rPr>
              <a:t>（</a:t>
            </a:r>
            <a:r>
              <a:rPr lang="en-US" altLang="zh-CN" sz="3200" dirty="0">
                <a:latin typeface="楷体_GB2312" panose="02010609030101010101" pitchFamily="49" charset="-122"/>
                <a:ea typeface="楷体_GB2312" panose="02010609030101010101" pitchFamily="49" charset="-122"/>
              </a:rPr>
              <a:t>2</a:t>
            </a:r>
            <a:r>
              <a:rPr lang="zh-CN" altLang="en-US" sz="3200" dirty="0">
                <a:latin typeface="楷体_GB2312" panose="02010609030101010101" pitchFamily="49" charset="-122"/>
                <a:ea typeface="楷体_GB2312" panose="02010609030101010101" pitchFamily="49" charset="-122"/>
              </a:rPr>
              <a:t>）若可以聘用临时工以增加劳动时间，付给临时工的工资最多每小时几元？</a:t>
            </a:r>
            <a:endParaRPr lang="zh-CN" altLang="en-US" sz="3200" dirty="0">
              <a:latin typeface="楷体_GB2312" panose="02010609030101010101" pitchFamily="49" charset="-122"/>
              <a:ea typeface="楷体_GB2312" panose="02010609030101010101" pitchFamily="49" charset="-122"/>
            </a:endParaRPr>
          </a:p>
          <a:p>
            <a:pPr algn="l"/>
            <a:endParaRPr lang="zh-CN" altLang="en-US" sz="3200" dirty="0">
              <a:latin typeface="楷体_GB2312" panose="02010609030101010101" pitchFamily="49" charset="-122"/>
              <a:ea typeface="楷体_GB2312" panose="02010609030101010101" pitchFamily="49" charset="-122"/>
            </a:endParaRPr>
          </a:p>
          <a:p>
            <a:pPr algn="l"/>
            <a:r>
              <a:rPr lang="zh-CN" altLang="en-US" sz="3200" dirty="0">
                <a:latin typeface="楷体_GB2312" panose="02010609030101010101" pitchFamily="49" charset="-122"/>
                <a:ea typeface="楷体_GB2312" panose="02010609030101010101" pitchFamily="49" charset="-122"/>
              </a:rPr>
              <a:t>（</a:t>
            </a:r>
            <a:r>
              <a:rPr lang="en-US" altLang="zh-CN" sz="3200" dirty="0">
                <a:latin typeface="楷体_GB2312" panose="02010609030101010101" pitchFamily="49" charset="-122"/>
                <a:ea typeface="楷体_GB2312" panose="02010609030101010101" pitchFamily="49" charset="-122"/>
              </a:rPr>
              <a:t>3</a:t>
            </a:r>
            <a:r>
              <a:rPr lang="zh-CN" altLang="en-US" sz="3200" dirty="0">
                <a:latin typeface="楷体_GB2312" panose="02010609030101010101" pitchFamily="49" charset="-122"/>
                <a:ea typeface="楷体_GB2312" panose="02010609030101010101" pitchFamily="49" charset="-122"/>
              </a:rPr>
              <a:t>）由于市场需求变化，每公斤</a:t>
            </a:r>
            <a:r>
              <a:rPr lang="en-US" altLang="zh-CN" sz="3200" dirty="0">
                <a:latin typeface="楷体_GB2312" panose="02010609030101010101" pitchFamily="49" charset="-122"/>
                <a:ea typeface="楷体_GB2312" panose="02010609030101010101" pitchFamily="49" charset="-122"/>
              </a:rPr>
              <a:t>A1</a:t>
            </a:r>
            <a:r>
              <a:rPr lang="zh-CN" altLang="en-US" sz="3200" dirty="0">
                <a:latin typeface="楷体_GB2312" panose="02010609030101010101" pitchFamily="49" charset="-122"/>
                <a:ea typeface="楷体_GB2312" panose="02010609030101010101" pitchFamily="49" charset="-122"/>
              </a:rPr>
              <a:t>的获利增加到</a:t>
            </a:r>
            <a:r>
              <a:rPr lang="en-US" altLang="zh-CN" sz="3200" dirty="0">
                <a:latin typeface="楷体_GB2312" panose="02010609030101010101" pitchFamily="49" charset="-122"/>
                <a:ea typeface="楷体_GB2312" panose="02010609030101010101" pitchFamily="49" charset="-122"/>
              </a:rPr>
              <a:t>30</a:t>
            </a:r>
            <a:r>
              <a:rPr lang="zh-CN" altLang="en-US" sz="3200" dirty="0">
                <a:latin typeface="楷体_GB2312" panose="02010609030101010101" pitchFamily="49" charset="-122"/>
                <a:ea typeface="楷体_GB2312" panose="02010609030101010101" pitchFamily="49" charset="-122"/>
              </a:rPr>
              <a:t>元，应否改变生产计划？</a:t>
            </a:r>
            <a:endParaRPr lang="zh-CN" altLang="en-US" sz="3200" dirty="0">
              <a:latin typeface="楷体_GB2312" panose="02010609030101010101" pitchFamily="49" charset="-122"/>
              <a:ea typeface="楷体_GB2312" panose="02010609030101010101" pitchFamily="49" charset="-122"/>
            </a:endParaRPr>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文本框 191489"/>
          <p:cNvSpPr txBox="1"/>
          <p:nvPr/>
        </p:nvSpPr>
        <p:spPr>
          <a:xfrm>
            <a:off x="457200" y="1066800"/>
            <a:ext cx="2438400" cy="519113"/>
          </a:xfrm>
          <a:prstGeom prst="rect">
            <a:avLst/>
          </a:prstGeom>
          <a:solidFill>
            <a:srgbClr val="FFCCFF"/>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ea typeface="楷体_GB2312" panose="02010609030101010101" pitchFamily="49" charset="-122"/>
              </a:rPr>
              <a:t>企业生产计划</a:t>
            </a:r>
            <a:endParaRPr lang="zh-CN" altLang="en-US" sz="2800">
              <a:latin typeface="Times New Roman" panose="02020603050405020304" pitchFamily="18" charset="0"/>
              <a:ea typeface="楷体_GB2312" panose="02010609030101010101" pitchFamily="49" charset="-122"/>
            </a:endParaRPr>
          </a:p>
        </p:txBody>
      </p:sp>
      <p:sp>
        <p:nvSpPr>
          <p:cNvPr id="191491" name="文本框 191490"/>
          <p:cNvSpPr txBox="1"/>
          <p:nvPr/>
        </p:nvSpPr>
        <p:spPr>
          <a:xfrm>
            <a:off x="2124075" y="260350"/>
            <a:ext cx="4724400" cy="579438"/>
          </a:xfrm>
          <a:prstGeom prst="rect">
            <a:avLst/>
          </a:prstGeom>
          <a:solidFill>
            <a:srgbClr val="FFFF99"/>
          </a:solidFill>
          <a:ln w="9525">
            <a:noFill/>
          </a:ln>
        </p:spPr>
        <p:txBody>
          <a:bodyPr>
            <a:spAutoFit/>
          </a:bodyPr>
          <a:p>
            <a:pPr algn="ctr">
              <a:spcBef>
                <a:spcPct val="50000"/>
              </a:spcBef>
              <a:buClr>
                <a:schemeClr val="bg1"/>
              </a:buClr>
            </a:pPr>
            <a:r>
              <a:rPr lang="zh-CN" altLang="en-US" sz="3200" dirty="0">
                <a:latin typeface="楷体_GB2312" panose="02010609030101010101" pitchFamily="49" charset="-122"/>
                <a:ea typeface="楷体_GB2312" panose="02010609030101010101" pitchFamily="49" charset="-122"/>
              </a:rPr>
              <a:t>奶制品的生产与销售</a:t>
            </a:r>
            <a:r>
              <a:rPr lang="zh-CN" altLang="en-US" sz="3200" b="0" dirty="0">
                <a:latin typeface="楷体_GB2312" panose="02010609030101010101" pitchFamily="49" charset="-122"/>
                <a:ea typeface="楷体_GB2312" panose="02010609030101010101" pitchFamily="49" charset="-122"/>
              </a:rPr>
              <a:t> </a:t>
            </a:r>
            <a:endParaRPr lang="zh-CN" altLang="en-US" sz="3200" b="0">
              <a:latin typeface="楷体_GB2312" panose="02010609030101010101" pitchFamily="49" charset="-122"/>
              <a:ea typeface="楷体_GB2312" panose="02010609030101010101" pitchFamily="49" charset="-122"/>
            </a:endParaRPr>
          </a:p>
        </p:txBody>
      </p:sp>
      <p:sp>
        <p:nvSpPr>
          <p:cNvPr id="191492" name="文本框 191491"/>
          <p:cNvSpPr txBox="1"/>
          <p:nvPr/>
        </p:nvSpPr>
        <p:spPr>
          <a:xfrm>
            <a:off x="3886200" y="1066800"/>
            <a:ext cx="1676400" cy="519113"/>
          </a:xfrm>
          <a:prstGeom prst="rect">
            <a:avLst/>
          </a:prstGeom>
          <a:solidFill>
            <a:srgbClr val="99CCFF"/>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空间层次</a:t>
            </a:r>
            <a:endParaRPr lang="zh-CN" altLang="en-US" sz="2800">
              <a:latin typeface="Times New Roman" panose="02020603050405020304" pitchFamily="18" charset="0"/>
            </a:endParaRPr>
          </a:p>
        </p:txBody>
      </p:sp>
      <p:sp>
        <p:nvSpPr>
          <p:cNvPr id="191493" name="文本框 191492"/>
          <p:cNvSpPr txBox="1"/>
          <p:nvPr/>
        </p:nvSpPr>
        <p:spPr>
          <a:xfrm>
            <a:off x="533400" y="1676400"/>
            <a:ext cx="8153400" cy="1117600"/>
          </a:xfrm>
          <a:prstGeom prst="rect">
            <a:avLst/>
          </a:prstGeom>
          <a:noFill/>
          <a:ln w="9525">
            <a:noFill/>
          </a:ln>
        </p:spPr>
        <p:txBody>
          <a:bodyPr>
            <a:spAutoFit/>
          </a:bodyPr>
          <a:p>
            <a:pPr algn="l">
              <a:lnSpc>
                <a:spcPct val="120000"/>
              </a:lnSpc>
              <a:spcBef>
                <a:spcPct val="50000"/>
              </a:spcBef>
              <a:buClr>
                <a:schemeClr val="bg1"/>
              </a:buClr>
            </a:pPr>
            <a:r>
              <a:rPr lang="zh-CN" altLang="en-US" sz="2800" dirty="0">
                <a:latin typeface="Times New Roman" panose="02020603050405020304" pitchFamily="18" charset="0"/>
              </a:rPr>
              <a:t>工厂级：根据外部需求和内部设备、人力、原料等条件，以最大利润为目标制订产品生产计划；</a:t>
            </a:r>
            <a:endParaRPr lang="zh-CN" altLang="en-US" sz="2800">
              <a:latin typeface="Times New Roman" panose="02020603050405020304" pitchFamily="18" charset="0"/>
            </a:endParaRPr>
          </a:p>
        </p:txBody>
      </p:sp>
      <p:sp>
        <p:nvSpPr>
          <p:cNvPr id="191494" name="文本框 191493"/>
          <p:cNvSpPr txBox="1"/>
          <p:nvPr/>
        </p:nvSpPr>
        <p:spPr>
          <a:xfrm>
            <a:off x="533400" y="2895600"/>
            <a:ext cx="8153400" cy="1117600"/>
          </a:xfrm>
          <a:prstGeom prst="rect">
            <a:avLst/>
          </a:prstGeom>
          <a:noFill/>
          <a:ln w="9525">
            <a:noFill/>
          </a:ln>
        </p:spPr>
        <p:txBody>
          <a:bodyPr>
            <a:spAutoFit/>
          </a:bodyPr>
          <a:p>
            <a:pPr algn="l">
              <a:lnSpc>
                <a:spcPct val="120000"/>
              </a:lnSpc>
              <a:spcBef>
                <a:spcPct val="50000"/>
              </a:spcBef>
              <a:buClr>
                <a:schemeClr val="bg1"/>
              </a:buClr>
            </a:pPr>
            <a:r>
              <a:rPr lang="zh-CN" altLang="en-US" sz="2800" dirty="0">
                <a:latin typeface="Times New Roman" panose="02020603050405020304" pitchFamily="18" charset="0"/>
              </a:rPr>
              <a:t>车间级：根据生产计划、工艺流程、资源约束及费用参数等，以最小成本为目标制订生产批量计划。</a:t>
            </a:r>
            <a:endParaRPr lang="zh-CN" altLang="en-US" sz="2800">
              <a:latin typeface="Times New Roman" panose="02020603050405020304" pitchFamily="18" charset="0"/>
            </a:endParaRPr>
          </a:p>
        </p:txBody>
      </p:sp>
      <p:sp>
        <p:nvSpPr>
          <p:cNvPr id="191495" name="文本框 191494"/>
          <p:cNvSpPr txBox="1"/>
          <p:nvPr/>
        </p:nvSpPr>
        <p:spPr>
          <a:xfrm>
            <a:off x="3733800" y="4114800"/>
            <a:ext cx="1676400" cy="519113"/>
          </a:xfrm>
          <a:prstGeom prst="rect">
            <a:avLst/>
          </a:prstGeom>
          <a:solidFill>
            <a:srgbClr val="99CCFF"/>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时间层次</a:t>
            </a:r>
            <a:endParaRPr lang="zh-CN" altLang="en-US" sz="2800">
              <a:latin typeface="Times New Roman" panose="02020603050405020304" pitchFamily="18" charset="0"/>
            </a:endParaRPr>
          </a:p>
        </p:txBody>
      </p:sp>
      <p:sp>
        <p:nvSpPr>
          <p:cNvPr id="191496" name="文本框 191495"/>
          <p:cNvSpPr txBox="1"/>
          <p:nvPr/>
        </p:nvSpPr>
        <p:spPr>
          <a:xfrm>
            <a:off x="381000" y="4648200"/>
            <a:ext cx="8458200" cy="1117600"/>
          </a:xfrm>
          <a:prstGeom prst="rect">
            <a:avLst/>
          </a:prstGeom>
          <a:noFill/>
          <a:ln w="9525">
            <a:noFill/>
          </a:ln>
        </p:spPr>
        <p:txBody>
          <a:bodyPr>
            <a:spAutoFit/>
          </a:bodyPr>
          <a:p>
            <a:pPr algn="l">
              <a:lnSpc>
                <a:spcPct val="120000"/>
              </a:lnSpc>
              <a:spcBef>
                <a:spcPct val="50000"/>
              </a:spcBef>
              <a:buClr>
                <a:schemeClr val="bg1"/>
              </a:buClr>
            </a:pPr>
            <a:r>
              <a:rPr lang="zh-CN" altLang="en-US" sz="2800" dirty="0">
                <a:latin typeface="Times New Roman" panose="02020603050405020304" pitchFamily="18" charset="0"/>
              </a:rPr>
              <a:t>若短时间内外部需求和内部资源等不随时间变化，可制订</a:t>
            </a:r>
            <a:r>
              <a:rPr lang="zh-CN" altLang="en-US" sz="2800" dirty="0">
                <a:solidFill>
                  <a:srgbClr val="FF3300"/>
                </a:solidFill>
                <a:latin typeface="Times New Roman" panose="02020603050405020304" pitchFamily="18" charset="0"/>
              </a:rPr>
              <a:t>单阶段生产计划</a:t>
            </a:r>
            <a:r>
              <a:rPr lang="zh-CN" altLang="en-US" sz="2800" dirty="0">
                <a:latin typeface="Times New Roman" panose="02020603050405020304" pitchFamily="18" charset="0"/>
              </a:rPr>
              <a:t>，否则应制订多阶段生产计划。</a:t>
            </a:r>
            <a:endParaRPr lang="zh-CN" altLang="en-US" sz="2800">
              <a:latin typeface="Times New Roman" panose="02020603050405020304" pitchFamily="18" charset="0"/>
            </a:endParaRPr>
          </a:p>
        </p:txBody>
      </p:sp>
      <p:grpSp>
        <p:nvGrpSpPr>
          <p:cNvPr id="191497" name="组合 191496"/>
          <p:cNvGrpSpPr/>
          <p:nvPr/>
        </p:nvGrpSpPr>
        <p:grpSpPr>
          <a:xfrm>
            <a:off x="1676400" y="5791200"/>
            <a:ext cx="1752600" cy="747713"/>
            <a:chOff x="1056" y="3648"/>
            <a:chExt cx="1104" cy="471"/>
          </a:xfrm>
        </p:grpSpPr>
        <p:sp>
          <p:nvSpPr>
            <p:cNvPr id="191498" name="文本框 191497"/>
            <p:cNvSpPr txBox="1"/>
            <p:nvPr/>
          </p:nvSpPr>
          <p:spPr>
            <a:xfrm>
              <a:off x="1056" y="3792"/>
              <a:ext cx="1104" cy="327"/>
            </a:xfrm>
            <a:prstGeom prst="rect">
              <a:avLst/>
            </a:prstGeom>
            <a:solidFill>
              <a:srgbClr val="99FFCC"/>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本节课题</a:t>
              </a:r>
              <a:endParaRPr lang="zh-CN" altLang="en-US" sz="2800">
                <a:latin typeface="Times New Roman" panose="02020603050405020304" pitchFamily="18" charset="0"/>
              </a:endParaRPr>
            </a:p>
          </p:txBody>
        </p:sp>
        <p:sp>
          <p:nvSpPr>
            <p:cNvPr id="191499" name="上箭头 191498"/>
            <p:cNvSpPr/>
            <p:nvPr/>
          </p:nvSpPr>
          <p:spPr>
            <a:xfrm>
              <a:off x="1422" y="3648"/>
              <a:ext cx="306" cy="96"/>
            </a:xfrm>
            <a:prstGeom prst="upArrow">
              <a:avLst>
                <a:gd name="adj1" fmla="val 50000"/>
                <a:gd name="adj2" fmla="val 25000"/>
              </a:avLst>
            </a:prstGeom>
            <a:solidFill>
              <a:srgbClr val="99FFCC"/>
            </a:solidFill>
            <a:ln w="9525" cap="flat" cmpd="sng">
              <a:solidFill>
                <a:schemeClr val="tx1"/>
              </a:solidFill>
              <a:prstDash val="solid"/>
              <a:miter/>
              <a:headEnd type="none" w="med" len="med"/>
              <a:tailEnd type="none" w="med" len="med"/>
            </a:ln>
          </p:spPr>
          <p:txBody>
            <a:bodyPr/>
            <a:p>
              <a:endParaRPr lang="zh-CN" altLang="en-US"/>
            </a:p>
          </p:txBody>
        </p:sp>
      </p:grpSp>
      <p:pic>
        <p:nvPicPr>
          <p:cNvPr id="191500" name="图片 191499" descr="j0149627"/>
          <p:cNvPicPr>
            <a:picLocks noChangeAspect="1"/>
          </p:cNvPicPr>
          <p:nvPr/>
        </p:nvPicPr>
        <p:blipFill>
          <a:blip r:embed="rId1"/>
          <a:stretch>
            <a:fillRect/>
          </a:stretch>
        </p:blipFill>
        <p:spPr>
          <a:xfrm>
            <a:off x="7667625" y="260350"/>
            <a:ext cx="1081088" cy="769938"/>
          </a:xfrm>
          <a:prstGeom prst="rect">
            <a:avLst/>
          </a:prstGeom>
          <a:noFill/>
          <a:ln w="9525">
            <a:noFill/>
          </a:ln>
        </p:spPr>
      </p:pic>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14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32" fill="hold" grpId="0" nodeType="clickEffect">
                                  <p:stCondLst>
                                    <p:cond delay="0"/>
                                  </p:stCondLst>
                                  <p:childTnLst>
                                    <p:set>
                                      <p:cBhvr>
                                        <p:cTn id="10" dur="1" fill="hold">
                                          <p:stCondLst>
                                            <p:cond delay="0"/>
                                          </p:stCondLst>
                                        </p:cTn>
                                        <p:tgtEl>
                                          <p:spTgt spid="191493"/>
                                        </p:tgtEl>
                                        <p:attrNameLst>
                                          <p:attrName>style.visibility</p:attrName>
                                        </p:attrNameLst>
                                      </p:cBhvr>
                                      <p:to>
                                        <p:strVal val="visible"/>
                                      </p:to>
                                    </p:set>
                                    <p:animEffect transition="in" filter="box(out)">
                                      <p:cBhvr>
                                        <p:cTn id="11" dur="500"/>
                                        <p:tgtEl>
                                          <p:spTgt spid="191493"/>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191494"/>
                                        </p:tgtEl>
                                        <p:attrNameLst>
                                          <p:attrName>style.visibility</p:attrName>
                                        </p:attrNameLst>
                                      </p:cBhvr>
                                      <p:to>
                                        <p:strVal val="visible"/>
                                      </p:to>
                                    </p:set>
                                    <p:animEffect transition="in" filter="box(out)">
                                      <p:cBhvr>
                                        <p:cTn id="16" dur="500"/>
                                        <p:tgtEl>
                                          <p:spTgt spid="19149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9149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5" fill="hold" grpId="0" nodeType="clickEffect">
                                  <p:stCondLst>
                                    <p:cond delay="0"/>
                                  </p:stCondLst>
                                  <p:childTnLst>
                                    <p:set>
                                      <p:cBhvr>
                                        <p:cTn id="24" dur="1" fill="hold">
                                          <p:stCondLst>
                                            <p:cond delay="0"/>
                                          </p:stCondLst>
                                        </p:cTn>
                                        <p:tgtEl>
                                          <p:spTgt spid="191496"/>
                                        </p:tgtEl>
                                        <p:attrNameLst>
                                          <p:attrName>style.visibility</p:attrName>
                                        </p:attrNameLst>
                                      </p:cBhvr>
                                      <p:to>
                                        <p:strVal val="visible"/>
                                      </p:to>
                                    </p:set>
                                    <p:animEffect transition="in" filter="blinds(vertical)">
                                      <p:cBhvr>
                                        <p:cTn id="25" dur="500"/>
                                        <p:tgtEl>
                                          <p:spTgt spid="191496"/>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91497"/>
                                        </p:tgtEl>
                                        <p:attrNameLst>
                                          <p:attrName>style.visibility</p:attrName>
                                        </p:attrNameLst>
                                      </p:cBhvr>
                                      <p:to>
                                        <p:strVal val="visible"/>
                                      </p:to>
                                    </p:set>
                                    <p:anim calcmode="lin" valueType="num">
                                      <p:cBhvr additive="base">
                                        <p:cTn id="30" dur="500" fill="hold"/>
                                        <p:tgtEl>
                                          <p:spTgt spid="191497"/>
                                        </p:tgtEl>
                                        <p:attrNameLst>
                                          <p:attrName>ppt_x</p:attrName>
                                        </p:attrNameLst>
                                      </p:cBhvr>
                                      <p:tavLst>
                                        <p:tav tm="0">
                                          <p:val>
                                            <p:strVal val="#ppt_x"/>
                                          </p:val>
                                        </p:tav>
                                        <p:tav tm="100000">
                                          <p:val>
                                            <p:strVal val="#ppt_x"/>
                                          </p:val>
                                        </p:tav>
                                      </p:tavLst>
                                    </p:anim>
                                    <p:anim calcmode="lin" valueType="num">
                                      <p:cBhvr additive="base">
                                        <p:cTn id="31" dur="500" fill="hold"/>
                                        <p:tgtEl>
                                          <p:spTgt spid="1914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2" grpId="0" animBg="1"/>
      <p:bldP spid="191493" grpId="0"/>
      <p:bldP spid="191494" grpId="0"/>
      <p:bldP spid="191495" grpId="0" animBg="1"/>
      <p:bldP spid="19149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文本框 192513"/>
          <p:cNvSpPr txBox="1"/>
          <p:nvPr/>
        </p:nvSpPr>
        <p:spPr>
          <a:xfrm>
            <a:off x="1403350" y="620713"/>
            <a:ext cx="5486400" cy="579437"/>
          </a:xfrm>
          <a:prstGeom prst="rect">
            <a:avLst/>
          </a:prstGeom>
          <a:solidFill>
            <a:srgbClr val="FFCCFF"/>
          </a:solidFill>
          <a:ln w="9525">
            <a:noFill/>
          </a:ln>
        </p:spPr>
        <p:txBody>
          <a:bodyPr>
            <a:spAutoFit/>
          </a:bodyPr>
          <a:p>
            <a:pPr algn="l">
              <a:spcBef>
                <a:spcPct val="50000"/>
              </a:spcBef>
              <a:buClr>
                <a:schemeClr val="bg1"/>
              </a:buClr>
            </a:pPr>
            <a:r>
              <a:rPr lang="en-US" altLang="zh-CN" sz="3200" dirty="0">
                <a:latin typeface="Times New Roman" panose="02020603050405020304" pitchFamily="18" charset="0"/>
                <a:ea typeface="楷体_GB2312" panose="02010609030101010101" pitchFamily="49" charset="-122"/>
              </a:rPr>
              <a:t>    </a:t>
            </a:r>
            <a:r>
              <a:rPr lang="zh-CN" altLang="en-US" sz="3200" dirty="0">
                <a:latin typeface="Times New Roman" panose="02020603050405020304" pitchFamily="18" charset="0"/>
                <a:ea typeface="楷体_GB2312" panose="02010609030101010101" pitchFamily="49" charset="-122"/>
              </a:rPr>
              <a:t>加工奶制品的生产计划</a:t>
            </a:r>
            <a:endParaRPr lang="zh-CN" altLang="en-US" sz="3200" dirty="0">
              <a:latin typeface="Times New Roman" panose="02020603050405020304" pitchFamily="18" charset="0"/>
              <a:ea typeface="楷体_GB2312" panose="02010609030101010101" pitchFamily="49" charset="-122"/>
            </a:endParaRPr>
          </a:p>
        </p:txBody>
      </p:sp>
      <p:grpSp>
        <p:nvGrpSpPr>
          <p:cNvPr id="192515" name="组合 192514"/>
          <p:cNvGrpSpPr/>
          <p:nvPr/>
        </p:nvGrpSpPr>
        <p:grpSpPr>
          <a:xfrm>
            <a:off x="323850" y="1484313"/>
            <a:ext cx="5472113" cy="1195387"/>
            <a:chOff x="384" y="1152"/>
            <a:chExt cx="2928" cy="932"/>
          </a:xfrm>
        </p:grpSpPr>
        <p:sp>
          <p:nvSpPr>
            <p:cNvPr id="192516" name="文本框 192515"/>
            <p:cNvSpPr txBox="1"/>
            <p:nvPr/>
          </p:nvSpPr>
          <p:spPr>
            <a:xfrm>
              <a:off x="384" y="1249"/>
              <a:ext cx="576" cy="648"/>
            </a:xfrm>
            <a:prstGeom prst="rect">
              <a:avLst/>
            </a:prstGeom>
            <a:noFill/>
            <a:ln w="9525" cap="flat" cmpd="sng">
              <a:solidFill>
                <a:schemeClr val="tx1"/>
              </a:solidFill>
              <a:prstDash val="solid"/>
              <a:miter/>
              <a:headEnd type="none" w="med" len="med"/>
              <a:tailEnd type="none" w="med" len="med"/>
            </a:ln>
          </p:spPr>
          <p:txBody>
            <a:bodyPr>
              <a:spAutoFit/>
            </a:bodyPr>
            <a:p>
              <a:pPr algn="ctr">
                <a:spcBef>
                  <a:spcPct val="50000"/>
                </a:spcBef>
                <a:buClr>
                  <a:schemeClr val="bg1"/>
                </a:buClr>
              </a:pPr>
              <a:r>
                <a:rPr lang="en-US" altLang="zh-CN" sz="2400" b="0" dirty="0">
                  <a:latin typeface="Times New Roman" panose="02020603050405020304" pitchFamily="18" charset="0"/>
                </a:rPr>
                <a:t>1</a:t>
              </a:r>
              <a:r>
                <a:rPr lang="zh-CN" altLang="en-US" sz="2400" b="0" dirty="0">
                  <a:latin typeface="Times New Roman" panose="02020603050405020304" pitchFamily="18" charset="0"/>
                </a:rPr>
                <a:t>桶牛奶 </a:t>
              </a:r>
              <a:endParaRPr lang="zh-CN" altLang="en-US" sz="2400" b="0">
                <a:latin typeface="Times New Roman" panose="02020603050405020304" pitchFamily="18" charset="0"/>
              </a:endParaRPr>
            </a:p>
          </p:txBody>
        </p:sp>
        <p:sp>
          <p:nvSpPr>
            <p:cNvPr id="192517" name="文本框 192516"/>
            <p:cNvSpPr txBox="1"/>
            <p:nvPr/>
          </p:nvSpPr>
          <p:spPr>
            <a:xfrm>
              <a:off x="2352" y="1152"/>
              <a:ext cx="960" cy="412"/>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en-US" altLang="zh-CN" sz="2400" b="0" dirty="0">
                  <a:latin typeface="Times New Roman" panose="02020603050405020304" pitchFamily="18" charset="0"/>
                </a:rPr>
                <a:t>3</a:t>
              </a:r>
              <a:r>
                <a:rPr lang="zh-CN" altLang="en-US" sz="2400" b="0" dirty="0">
                  <a:latin typeface="Times New Roman" panose="02020603050405020304" pitchFamily="18" charset="0"/>
                </a:rPr>
                <a:t>公斤</a:t>
              </a:r>
              <a:r>
                <a:rPr lang="en-US" altLang="zh-CN" sz="2400" b="0">
                  <a:latin typeface="Times New Roman" panose="02020603050405020304" pitchFamily="18" charset="0"/>
                </a:rPr>
                <a:t>A</a:t>
              </a:r>
              <a:r>
                <a:rPr lang="en-US" altLang="zh-CN" sz="2400" b="0" baseline="-30000">
                  <a:latin typeface="Times New Roman" panose="02020603050405020304" pitchFamily="18" charset="0"/>
                </a:rPr>
                <a:t>1</a:t>
              </a:r>
              <a:r>
                <a:rPr lang="en-US" altLang="zh-CN" sz="2800" b="0">
                  <a:latin typeface="Times New Roman" panose="02020603050405020304" pitchFamily="18" charset="0"/>
                </a:rPr>
                <a:t> </a:t>
              </a:r>
              <a:endParaRPr lang="en-US" altLang="zh-CN" sz="2800" b="0">
                <a:latin typeface="Times New Roman" panose="02020603050405020304" pitchFamily="18" charset="0"/>
              </a:endParaRPr>
            </a:p>
          </p:txBody>
        </p:sp>
        <p:sp>
          <p:nvSpPr>
            <p:cNvPr id="192518" name="文本框 192517"/>
            <p:cNvSpPr txBox="1"/>
            <p:nvPr/>
          </p:nvSpPr>
          <p:spPr>
            <a:xfrm>
              <a:off x="1440" y="1296"/>
              <a:ext cx="816" cy="356"/>
            </a:xfrm>
            <a:prstGeom prst="rect">
              <a:avLst/>
            </a:prstGeom>
            <a:noFill/>
            <a:ln w="9525">
              <a:noFill/>
            </a:ln>
          </p:spPr>
          <p:txBody>
            <a:bodyPr>
              <a:spAutoFit/>
            </a:bodyPr>
            <a:p>
              <a:pPr algn="l">
                <a:spcBef>
                  <a:spcPct val="50000"/>
                </a:spcBef>
                <a:buClr>
                  <a:schemeClr val="bg1"/>
                </a:buClr>
              </a:pPr>
              <a:r>
                <a:rPr lang="zh-CN" altLang="en-US" sz="2400" b="0" dirty="0">
                  <a:latin typeface="Times New Roman" panose="02020603050405020304" pitchFamily="18" charset="0"/>
                </a:rPr>
                <a:t>甲</a:t>
              </a:r>
              <a:r>
                <a:rPr lang="en-US" altLang="zh-CN" sz="2400" b="0" dirty="0">
                  <a:latin typeface="Times New Roman" panose="02020603050405020304" pitchFamily="18" charset="0"/>
                </a:rPr>
                <a:t>12</a:t>
              </a:r>
              <a:r>
                <a:rPr lang="zh-CN" altLang="en-US" sz="2400" b="0" dirty="0">
                  <a:latin typeface="Times New Roman" panose="02020603050405020304" pitchFamily="18" charset="0"/>
                </a:rPr>
                <a:t>小时 </a:t>
              </a:r>
              <a:endParaRPr lang="zh-CN" altLang="en-US" sz="2400" b="0">
                <a:latin typeface="Times New Roman" panose="02020603050405020304" pitchFamily="18" charset="0"/>
              </a:endParaRPr>
            </a:p>
          </p:txBody>
        </p:sp>
        <p:sp>
          <p:nvSpPr>
            <p:cNvPr id="192519" name="文本框 192518"/>
            <p:cNvSpPr txBox="1"/>
            <p:nvPr/>
          </p:nvSpPr>
          <p:spPr>
            <a:xfrm>
              <a:off x="1488" y="1728"/>
              <a:ext cx="720" cy="356"/>
            </a:xfrm>
            <a:prstGeom prst="rect">
              <a:avLst/>
            </a:prstGeom>
            <a:noFill/>
            <a:ln w="9525">
              <a:noFill/>
            </a:ln>
          </p:spPr>
          <p:txBody>
            <a:bodyPr>
              <a:spAutoFit/>
            </a:bodyPr>
            <a:p>
              <a:pPr algn="l">
                <a:spcBef>
                  <a:spcPct val="50000"/>
                </a:spcBef>
                <a:buClr>
                  <a:schemeClr val="bg1"/>
                </a:buClr>
              </a:pPr>
              <a:r>
                <a:rPr lang="zh-CN" altLang="en-US" sz="2400" b="0" dirty="0">
                  <a:latin typeface="Times New Roman" panose="02020603050405020304" pitchFamily="18" charset="0"/>
                </a:rPr>
                <a:t>乙</a:t>
              </a:r>
              <a:r>
                <a:rPr lang="en-US" altLang="zh-CN" sz="2400" b="0" dirty="0">
                  <a:latin typeface="Times New Roman" panose="02020603050405020304" pitchFamily="18" charset="0"/>
                </a:rPr>
                <a:t>8</a:t>
              </a:r>
              <a:r>
                <a:rPr lang="zh-CN" altLang="en-US" sz="2400" b="0" dirty="0">
                  <a:latin typeface="Times New Roman" panose="02020603050405020304" pitchFamily="18" charset="0"/>
                </a:rPr>
                <a:t>小时 </a:t>
              </a:r>
              <a:endParaRPr lang="zh-CN" altLang="en-US" sz="2400" b="0">
                <a:latin typeface="Times New Roman" panose="02020603050405020304" pitchFamily="18" charset="0"/>
              </a:endParaRPr>
            </a:p>
          </p:txBody>
        </p:sp>
        <p:sp>
          <p:nvSpPr>
            <p:cNvPr id="192520" name="文本框 192519"/>
            <p:cNvSpPr txBox="1"/>
            <p:nvPr/>
          </p:nvSpPr>
          <p:spPr>
            <a:xfrm>
              <a:off x="2352" y="1585"/>
              <a:ext cx="960" cy="413"/>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en-US" altLang="zh-CN" sz="2400" b="0" dirty="0">
                  <a:latin typeface="Times New Roman" panose="02020603050405020304" pitchFamily="18" charset="0"/>
                </a:rPr>
                <a:t>4</a:t>
              </a:r>
              <a:r>
                <a:rPr lang="zh-CN" altLang="en-US" sz="2400" b="0" dirty="0">
                  <a:latin typeface="Times New Roman" panose="02020603050405020304" pitchFamily="18" charset="0"/>
                </a:rPr>
                <a:t>公斤</a:t>
              </a:r>
              <a:r>
                <a:rPr lang="en-US" altLang="zh-CN" sz="2400" b="0">
                  <a:latin typeface="Times New Roman" panose="02020603050405020304" pitchFamily="18" charset="0"/>
                </a:rPr>
                <a:t>A</a:t>
              </a:r>
              <a:r>
                <a:rPr lang="en-US" altLang="zh-CN" sz="2400" b="0" baseline="-25000">
                  <a:latin typeface="Times New Roman" panose="02020603050405020304" pitchFamily="18" charset="0"/>
                </a:rPr>
                <a:t>2</a:t>
              </a:r>
              <a:r>
                <a:rPr lang="en-US" altLang="zh-CN" sz="2800" b="0">
                  <a:latin typeface="Times New Roman" panose="02020603050405020304" pitchFamily="18" charset="0"/>
                </a:rPr>
                <a:t> </a:t>
              </a:r>
              <a:endParaRPr lang="en-US" altLang="zh-CN" sz="2800" b="0">
                <a:latin typeface="Times New Roman" panose="02020603050405020304" pitchFamily="18" charset="0"/>
              </a:endParaRPr>
            </a:p>
          </p:txBody>
        </p:sp>
        <p:sp>
          <p:nvSpPr>
            <p:cNvPr id="192521" name="直接连接符 192520"/>
            <p:cNvSpPr/>
            <p:nvPr/>
          </p:nvSpPr>
          <p:spPr>
            <a:xfrm>
              <a:off x="1344" y="1296"/>
              <a:ext cx="1008" cy="0"/>
            </a:xfrm>
            <a:prstGeom prst="line">
              <a:avLst/>
            </a:prstGeom>
            <a:ln w="9525" cap="flat" cmpd="sng">
              <a:solidFill>
                <a:schemeClr val="tx1"/>
              </a:solidFill>
              <a:prstDash val="solid"/>
              <a:headEnd type="none" w="med" len="med"/>
              <a:tailEnd type="none" w="med" len="med"/>
            </a:ln>
          </p:spPr>
        </p:sp>
        <p:sp>
          <p:nvSpPr>
            <p:cNvPr id="192522" name="直接连接符 192521"/>
            <p:cNvSpPr/>
            <p:nvPr/>
          </p:nvSpPr>
          <p:spPr>
            <a:xfrm>
              <a:off x="1344" y="1776"/>
              <a:ext cx="1008" cy="0"/>
            </a:xfrm>
            <a:prstGeom prst="line">
              <a:avLst/>
            </a:prstGeom>
            <a:ln w="9525" cap="flat" cmpd="sng">
              <a:solidFill>
                <a:schemeClr val="tx1"/>
              </a:solidFill>
              <a:prstDash val="solid"/>
              <a:headEnd type="none" w="med" len="med"/>
              <a:tailEnd type="none" w="med" len="med"/>
            </a:ln>
          </p:spPr>
        </p:sp>
        <p:sp>
          <p:nvSpPr>
            <p:cNvPr id="192523" name="直接连接符 192522"/>
            <p:cNvSpPr/>
            <p:nvPr/>
          </p:nvSpPr>
          <p:spPr>
            <a:xfrm>
              <a:off x="1344" y="1296"/>
              <a:ext cx="0" cy="480"/>
            </a:xfrm>
            <a:prstGeom prst="line">
              <a:avLst/>
            </a:prstGeom>
            <a:ln w="9525" cap="flat" cmpd="sng">
              <a:solidFill>
                <a:schemeClr val="tx1"/>
              </a:solidFill>
              <a:prstDash val="solid"/>
              <a:headEnd type="none" w="med" len="med"/>
              <a:tailEnd type="none" w="med" len="med"/>
            </a:ln>
          </p:spPr>
        </p:sp>
        <p:sp>
          <p:nvSpPr>
            <p:cNvPr id="192524" name="直接连接符 192523"/>
            <p:cNvSpPr/>
            <p:nvPr/>
          </p:nvSpPr>
          <p:spPr>
            <a:xfrm>
              <a:off x="960" y="1536"/>
              <a:ext cx="384" cy="0"/>
            </a:xfrm>
            <a:prstGeom prst="line">
              <a:avLst/>
            </a:prstGeom>
            <a:ln w="9525" cap="flat" cmpd="sng">
              <a:solidFill>
                <a:schemeClr val="tx1"/>
              </a:solidFill>
              <a:prstDash val="solid"/>
              <a:headEnd type="none" w="med" len="med"/>
              <a:tailEnd type="none" w="med" len="med"/>
            </a:ln>
          </p:spPr>
        </p:sp>
        <p:sp>
          <p:nvSpPr>
            <p:cNvPr id="192525" name="文本框 192524"/>
            <p:cNvSpPr txBox="1"/>
            <p:nvPr/>
          </p:nvSpPr>
          <p:spPr>
            <a:xfrm>
              <a:off x="960" y="1488"/>
              <a:ext cx="336" cy="356"/>
            </a:xfrm>
            <a:prstGeom prst="rect">
              <a:avLst/>
            </a:prstGeom>
            <a:noFill/>
            <a:ln w="9525">
              <a:noFill/>
            </a:ln>
          </p:spPr>
          <p:txBody>
            <a:bodyPr>
              <a:spAutoFit/>
            </a:bodyPr>
            <a:p>
              <a:pPr algn="l">
                <a:spcBef>
                  <a:spcPct val="50000"/>
                </a:spcBef>
                <a:buClr>
                  <a:schemeClr val="bg1"/>
                </a:buClr>
              </a:pPr>
              <a:r>
                <a:rPr lang="zh-CN" altLang="en-US" sz="2400" b="0">
                  <a:latin typeface="Times New Roman" panose="02020603050405020304" pitchFamily="18" charset="0"/>
                </a:rPr>
                <a:t>或</a:t>
              </a:r>
              <a:endParaRPr lang="zh-CN" altLang="en-US" sz="2400" b="0">
                <a:latin typeface="Times New Roman" panose="02020603050405020304" pitchFamily="18" charset="0"/>
              </a:endParaRPr>
            </a:p>
          </p:txBody>
        </p:sp>
      </p:grpSp>
      <p:grpSp>
        <p:nvGrpSpPr>
          <p:cNvPr id="192526" name="组合 192525"/>
          <p:cNvGrpSpPr/>
          <p:nvPr/>
        </p:nvGrpSpPr>
        <p:grpSpPr>
          <a:xfrm>
            <a:off x="5257800" y="1484313"/>
            <a:ext cx="3048000" cy="519112"/>
            <a:chOff x="3312" y="1152"/>
            <a:chExt cx="1920" cy="327"/>
          </a:xfrm>
        </p:grpSpPr>
        <p:sp>
          <p:nvSpPr>
            <p:cNvPr id="192527" name="文本框 192526"/>
            <p:cNvSpPr txBox="1"/>
            <p:nvPr/>
          </p:nvSpPr>
          <p:spPr>
            <a:xfrm>
              <a:off x="3600" y="1152"/>
              <a:ext cx="1632" cy="327"/>
            </a:xfrm>
            <a:prstGeom prst="rect">
              <a:avLst/>
            </a:prstGeom>
            <a:noFill/>
            <a:ln w="9525">
              <a:noFill/>
            </a:ln>
          </p:spPr>
          <p:txBody>
            <a:bodyPr>
              <a:spAutoFit/>
            </a:bodyPr>
            <a:p>
              <a:pPr algn="l">
                <a:spcBef>
                  <a:spcPct val="50000"/>
                </a:spcBef>
                <a:buClr>
                  <a:schemeClr val="bg1"/>
                </a:buClr>
              </a:pPr>
              <a:r>
                <a:rPr lang="zh-CN" altLang="en-US" sz="2400" b="0" dirty="0">
                  <a:latin typeface="Times New Roman" panose="02020603050405020304" pitchFamily="18" charset="0"/>
                </a:rPr>
                <a:t>获利</a:t>
              </a:r>
              <a:r>
                <a:rPr lang="en-US" altLang="zh-CN" sz="2400" b="0" dirty="0">
                  <a:latin typeface="Times New Roman" panose="02020603050405020304" pitchFamily="18" charset="0"/>
                </a:rPr>
                <a:t>24</a:t>
              </a:r>
              <a:r>
                <a:rPr lang="zh-CN" altLang="en-US" sz="2400" b="0" dirty="0">
                  <a:latin typeface="Times New Roman" panose="02020603050405020304" pitchFamily="18" charset="0"/>
                </a:rPr>
                <a:t>元</a:t>
              </a:r>
              <a:r>
                <a:rPr lang="en-US" altLang="zh-CN" sz="2400" b="0" dirty="0">
                  <a:latin typeface="Times New Roman" panose="02020603050405020304" pitchFamily="18" charset="0"/>
                </a:rPr>
                <a:t>/</a:t>
              </a:r>
              <a:r>
                <a:rPr lang="zh-CN" altLang="en-US" sz="2400" b="0" dirty="0">
                  <a:latin typeface="Times New Roman" panose="02020603050405020304" pitchFamily="18" charset="0"/>
                </a:rPr>
                <a:t>公斤</a:t>
              </a:r>
              <a:r>
                <a:rPr lang="zh-CN" altLang="en-US" sz="2800" b="0" dirty="0">
                  <a:latin typeface="Times New Roman" panose="02020603050405020304" pitchFamily="18" charset="0"/>
                </a:rPr>
                <a:t> </a:t>
              </a:r>
              <a:endParaRPr lang="zh-CN" altLang="en-US" sz="2800" b="0">
                <a:latin typeface="Times New Roman" panose="02020603050405020304" pitchFamily="18" charset="0"/>
              </a:endParaRPr>
            </a:p>
          </p:txBody>
        </p:sp>
        <p:sp>
          <p:nvSpPr>
            <p:cNvPr id="192528" name="直接连接符 192527"/>
            <p:cNvSpPr/>
            <p:nvPr/>
          </p:nvSpPr>
          <p:spPr>
            <a:xfrm>
              <a:off x="3312" y="1344"/>
              <a:ext cx="288" cy="0"/>
            </a:xfrm>
            <a:prstGeom prst="line">
              <a:avLst/>
            </a:prstGeom>
            <a:ln w="9525" cap="flat" cmpd="sng">
              <a:solidFill>
                <a:schemeClr val="tx1"/>
              </a:solidFill>
              <a:prstDash val="solid"/>
              <a:headEnd type="none" w="med" len="med"/>
              <a:tailEnd type="stealth" w="med" len="lg"/>
            </a:ln>
          </p:spPr>
        </p:sp>
      </p:grpSp>
      <p:grpSp>
        <p:nvGrpSpPr>
          <p:cNvPr id="192529" name="组合 192528"/>
          <p:cNvGrpSpPr/>
          <p:nvPr/>
        </p:nvGrpSpPr>
        <p:grpSpPr>
          <a:xfrm>
            <a:off x="5257800" y="2108200"/>
            <a:ext cx="3048000" cy="519113"/>
            <a:chOff x="3312" y="1545"/>
            <a:chExt cx="1920" cy="327"/>
          </a:xfrm>
        </p:grpSpPr>
        <p:sp>
          <p:nvSpPr>
            <p:cNvPr id="192530" name="文本框 192529"/>
            <p:cNvSpPr txBox="1"/>
            <p:nvPr/>
          </p:nvSpPr>
          <p:spPr>
            <a:xfrm>
              <a:off x="3600" y="1545"/>
              <a:ext cx="1632" cy="327"/>
            </a:xfrm>
            <a:prstGeom prst="rect">
              <a:avLst/>
            </a:prstGeom>
            <a:noFill/>
            <a:ln w="9525">
              <a:noFill/>
            </a:ln>
          </p:spPr>
          <p:txBody>
            <a:bodyPr>
              <a:spAutoFit/>
            </a:bodyPr>
            <a:p>
              <a:pPr algn="l">
                <a:spcBef>
                  <a:spcPct val="50000"/>
                </a:spcBef>
                <a:buClr>
                  <a:schemeClr val="bg1"/>
                </a:buClr>
              </a:pPr>
              <a:r>
                <a:rPr lang="zh-CN" altLang="en-US" sz="2400" b="0" dirty="0">
                  <a:latin typeface="Times New Roman" panose="02020603050405020304" pitchFamily="18" charset="0"/>
                </a:rPr>
                <a:t>获利</a:t>
              </a:r>
              <a:r>
                <a:rPr lang="en-US" altLang="zh-CN" sz="2400" b="0" dirty="0">
                  <a:latin typeface="Times New Roman" panose="02020603050405020304" pitchFamily="18" charset="0"/>
                </a:rPr>
                <a:t>16</a:t>
              </a:r>
              <a:r>
                <a:rPr lang="zh-CN" altLang="en-US" sz="2400" b="0" dirty="0">
                  <a:latin typeface="Times New Roman" panose="02020603050405020304" pitchFamily="18" charset="0"/>
                </a:rPr>
                <a:t>元</a:t>
              </a:r>
              <a:r>
                <a:rPr lang="en-US" altLang="zh-CN" sz="2400" b="0" dirty="0">
                  <a:latin typeface="Times New Roman" panose="02020603050405020304" pitchFamily="18" charset="0"/>
                </a:rPr>
                <a:t>/</a:t>
              </a:r>
              <a:r>
                <a:rPr lang="zh-CN" altLang="en-US" sz="2400" b="0" dirty="0">
                  <a:latin typeface="Times New Roman" panose="02020603050405020304" pitchFamily="18" charset="0"/>
                </a:rPr>
                <a:t>公斤</a:t>
              </a:r>
              <a:r>
                <a:rPr lang="zh-CN" altLang="en-US" sz="2800" b="0" dirty="0">
                  <a:latin typeface="Times New Roman" panose="02020603050405020304" pitchFamily="18" charset="0"/>
                </a:rPr>
                <a:t> </a:t>
              </a:r>
              <a:endParaRPr lang="zh-CN" altLang="en-US" sz="2800" b="0">
                <a:latin typeface="Times New Roman" panose="02020603050405020304" pitchFamily="18" charset="0"/>
              </a:endParaRPr>
            </a:p>
          </p:txBody>
        </p:sp>
        <p:sp>
          <p:nvSpPr>
            <p:cNvPr id="192531" name="直接连接符 192530"/>
            <p:cNvSpPr/>
            <p:nvPr/>
          </p:nvSpPr>
          <p:spPr>
            <a:xfrm>
              <a:off x="3312" y="1728"/>
              <a:ext cx="288" cy="0"/>
            </a:xfrm>
            <a:prstGeom prst="line">
              <a:avLst/>
            </a:prstGeom>
            <a:ln w="9525" cap="flat" cmpd="sng">
              <a:solidFill>
                <a:schemeClr val="tx1"/>
              </a:solidFill>
              <a:prstDash val="solid"/>
              <a:headEnd type="none" w="med" len="med"/>
              <a:tailEnd type="stealth" w="med" len="lg"/>
            </a:ln>
          </p:spPr>
        </p:sp>
      </p:grpSp>
      <p:sp>
        <p:nvSpPr>
          <p:cNvPr id="192532" name="文本框 192531"/>
          <p:cNvSpPr txBox="1"/>
          <p:nvPr/>
        </p:nvSpPr>
        <p:spPr>
          <a:xfrm>
            <a:off x="1450975" y="2932113"/>
            <a:ext cx="1752600" cy="519112"/>
          </a:xfrm>
          <a:prstGeom prst="rect">
            <a:avLst/>
          </a:prstGeom>
          <a:noFill/>
          <a:ln w="9525">
            <a:noFill/>
          </a:ln>
        </p:spPr>
        <p:txBody>
          <a:bodyPr>
            <a:spAutoFit/>
          </a:bodyPr>
          <a:p>
            <a:pPr algn="l">
              <a:spcBef>
                <a:spcPct val="50000"/>
              </a:spcBef>
              <a:buClr>
                <a:schemeClr val="bg1"/>
              </a:buClr>
            </a:pPr>
            <a:r>
              <a:rPr lang="en-US" altLang="zh-CN" sz="2800" dirty="0">
                <a:latin typeface="Times New Roman" panose="02020603050405020304" pitchFamily="18" charset="0"/>
              </a:rPr>
              <a:t>50</a:t>
            </a:r>
            <a:r>
              <a:rPr lang="zh-CN" altLang="en-US" sz="2800" dirty="0">
                <a:latin typeface="Times New Roman" panose="02020603050405020304" pitchFamily="18" charset="0"/>
              </a:rPr>
              <a:t>桶牛奶 </a:t>
            </a:r>
            <a:endParaRPr lang="zh-CN" altLang="en-US" sz="2800">
              <a:latin typeface="Times New Roman" panose="02020603050405020304" pitchFamily="18" charset="0"/>
            </a:endParaRPr>
          </a:p>
        </p:txBody>
      </p:sp>
      <p:sp>
        <p:nvSpPr>
          <p:cNvPr id="192533" name="文本框 192532"/>
          <p:cNvSpPr txBox="1"/>
          <p:nvPr/>
        </p:nvSpPr>
        <p:spPr>
          <a:xfrm>
            <a:off x="3276600" y="2932113"/>
            <a:ext cx="2209800" cy="519112"/>
          </a:xfrm>
          <a:prstGeom prst="rect">
            <a:avLst/>
          </a:prstGeom>
          <a:no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时间</a:t>
            </a:r>
            <a:r>
              <a:rPr lang="en-US" altLang="zh-CN" sz="2800" dirty="0">
                <a:latin typeface="Times New Roman" panose="02020603050405020304" pitchFamily="18" charset="0"/>
              </a:rPr>
              <a:t>480</a:t>
            </a:r>
            <a:r>
              <a:rPr lang="zh-CN" altLang="en-US" sz="2800" dirty="0">
                <a:latin typeface="Times New Roman" panose="02020603050405020304" pitchFamily="18" charset="0"/>
              </a:rPr>
              <a:t>小时 </a:t>
            </a:r>
            <a:endParaRPr lang="zh-CN" altLang="en-US" sz="2800">
              <a:latin typeface="Times New Roman" panose="02020603050405020304" pitchFamily="18" charset="0"/>
            </a:endParaRPr>
          </a:p>
        </p:txBody>
      </p:sp>
      <p:sp>
        <p:nvSpPr>
          <p:cNvPr id="192534" name="文本框 192533"/>
          <p:cNvSpPr txBox="1"/>
          <p:nvPr/>
        </p:nvSpPr>
        <p:spPr>
          <a:xfrm>
            <a:off x="5562600" y="2932113"/>
            <a:ext cx="3276600" cy="519112"/>
          </a:xfrm>
          <a:prstGeom prst="rect">
            <a:avLst/>
          </a:prstGeom>
          <a:noFill/>
          <a:ln w="9525">
            <a:noFill/>
          </a:ln>
        </p:spPr>
        <p:txBody>
          <a:bodyPr>
            <a:spAutoFit/>
          </a:bodyPr>
          <a:p>
            <a:pPr algn="l">
              <a:buClr>
                <a:schemeClr val="bg1"/>
              </a:buClr>
            </a:pPr>
            <a:r>
              <a:rPr lang="zh-CN" altLang="en-US" sz="2800" dirty="0">
                <a:latin typeface="Times New Roman" panose="02020603050405020304" pitchFamily="18" charset="0"/>
              </a:rPr>
              <a:t>至多加工</a:t>
            </a:r>
            <a:r>
              <a:rPr lang="en-US" altLang="zh-CN" sz="2800" dirty="0">
                <a:latin typeface="Times New Roman" panose="02020603050405020304" pitchFamily="18" charset="0"/>
              </a:rPr>
              <a:t>100</a:t>
            </a:r>
            <a:r>
              <a:rPr lang="zh-CN" altLang="en-US" sz="2800" dirty="0">
                <a:latin typeface="Times New Roman" panose="02020603050405020304" pitchFamily="18" charset="0"/>
              </a:rPr>
              <a:t>公斤</a:t>
            </a:r>
            <a:r>
              <a:rPr lang="en-US" altLang="zh-CN" sz="2800">
                <a:latin typeface="Times New Roman" panose="02020603050405020304" pitchFamily="18" charset="0"/>
              </a:rPr>
              <a:t>A</a:t>
            </a:r>
            <a:r>
              <a:rPr lang="en-US" altLang="zh-CN" sz="2800" baseline="-30000">
                <a:latin typeface="Times New Roman" panose="02020603050405020304" pitchFamily="18" charset="0"/>
              </a:rPr>
              <a:t>1</a:t>
            </a:r>
            <a:r>
              <a:rPr lang="en-US" altLang="zh-CN" sz="2800">
                <a:latin typeface="Times New Roman" panose="02020603050405020304" pitchFamily="18" charset="0"/>
              </a:rPr>
              <a:t> </a:t>
            </a:r>
            <a:endParaRPr lang="en-US" altLang="zh-CN" sz="2800">
              <a:latin typeface="Times New Roman" panose="02020603050405020304" pitchFamily="18" charset="0"/>
            </a:endParaRPr>
          </a:p>
        </p:txBody>
      </p:sp>
      <p:sp>
        <p:nvSpPr>
          <p:cNvPr id="192535" name="文本框 192534"/>
          <p:cNvSpPr txBox="1"/>
          <p:nvPr/>
        </p:nvSpPr>
        <p:spPr>
          <a:xfrm>
            <a:off x="1905000" y="3617913"/>
            <a:ext cx="5257800" cy="519112"/>
          </a:xfrm>
          <a:prstGeom prst="rect">
            <a:avLst/>
          </a:prstGeom>
          <a:solidFill>
            <a:srgbClr val="FFFF99"/>
          </a:solidFill>
          <a:ln w="9525">
            <a:noFill/>
          </a:ln>
        </p:spPr>
        <p:txBody>
          <a:bodyPr>
            <a:spAutoFit/>
          </a:bodyPr>
          <a:p>
            <a:pPr algn="l">
              <a:spcBef>
                <a:spcPct val="50000"/>
              </a:spcBef>
              <a:buClr>
                <a:schemeClr val="bg1"/>
              </a:buClr>
            </a:pPr>
            <a:r>
              <a:rPr lang="zh-CN" altLang="en-US" sz="2800" dirty="0">
                <a:latin typeface="楷体_GB2312" panose="02010609030101010101" pitchFamily="49" charset="-122"/>
                <a:ea typeface="楷体_GB2312" panose="02010609030101010101" pitchFamily="49" charset="-122"/>
              </a:rPr>
              <a:t>制订生产计划，使每天获利最大 </a:t>
            </a:r>
            <a:endParaRPr lang="zh-CN" altLang="en-US" sz="2800">
              <a:latin typeface="楷体_GB2312" panose="02010609030101010101" pitchFamily="49" charset="-122"/>
              <a:ea typeface="楷体_GB2312" panose="02010609030101010101" pitchFamily="49" charset="-122"/>
            </a:endParaRPr>
          </a:p>
        </p:txBody>
      </p:sp>
      <p:sp>
        <p:nvSpPr>
          <p:cNvPr id="192536" name="文本框 192535"/>
          <p:cNvSpPr txBox="1"/>
          <p:nvPr/>
        </p:nvSpPr>
        <p:spPr>
          <a:xfrm>
            <a:off x="220663" y="4303713"/>
            <a:ext cx="8672512" cy="519112"/>
          </a:xfrm>
          <a:prstGeom prst="rect">
            <a:avLst/>
          </a:prstGeom>
          <a:noFill/>
          <a:ln w="9525">
            <a:noFill/>
          </a:ln>
        </p:spPr>
        <p:txBody>
          <a:bodyPr>
            <a:spAutoFit/>
          </a:bodyPr>
          <a:p>
            <a:pPr algn="l">
              <a:spcBef>
                <a:spcPct val="50000"/>
              </a:spcBef>
              <a:buClr>
                <a:schemeClr val="bg1"/>
              </a:buClr>
              <a:buChar char="•"/>
            </a:pPr>
            <a:r>
              <a:rPr lang="en-US" altLang="zh-CN" sz="2800" dirty="0">
                <a:latin typeface="Times New Roman" panose="02020603050405020304" pitchFamily="18" charset="0"/>
              </a:rPr>
              <a:t> 35</a:t>
            </a:r>
            <a:r>
              <a:rPr lang="zh-CN" altLang="en-US" sz="2800" dirty="0">
                <a:latin typeface="Times New Roman" panose="02020603050405020304" pitchFamily="18" charset="0"/>
              </a:rPr>
              <a:t>元可买到</a:t>
            </a:r>
            <a:r>
              <a:rPr lang="en-US" altLang="zh-CN" sz="2800" dirty="0">
                <a:latin typeface="Times New Roman" panose="02020603050405020304" pitchFamily="18" charset="0"/>
              </a:rPr>
              <a:t>1</a:t>
            </a:r>
            <a:r>
              <a:rPr lang="zh-CN" altLang="en-US" sz="2800" dirty="0">
                <a:latin typeface="Times New Roman" panose="02020603050405020304" pitchFamily="18" charset="0"/>
              </a:rPr>
              <a:t>桶牛奶，买吗？若买，每天最多买多少</a:t>
            </a:r>
            <a:r>
              <a:rPr lang="en-US" altLang="zh-CN" sz="2800">
                <a:latin typeface="Times New Roman" panose="02020603050405020304" pitchFamily="18" charset="0"/>
              </a:rPr>
              <a:t>?</a:t>
            </a:r>
            <a:endParaRPr lang="en-US" altLang="zh-CN" sz="2800">
              <a:latin typeface="Times New Roman" panose="02020603050405020304" pitchFamily="18" charset="0"/>
            </a:endParaRPr>
          </a:p>
        </p:txBody>
      </p:sp>
      <p:sp>
        <p:nvSpPr>
          <p:cNvPr id="192537" name="文本框 192536"/>
          <p:cNvSpPr txBox="1"/>
          <p:nvPr/>
        </p:nvSpPr>
        <p:spPr>
          <a:xfrm>
            <a:off x="220663" y="4913313"/>
            <a:ext cx="8672512" cy="519112"/>
          </a:xfrm>
          <a:prstGeom prst="rect">
            <a:avLst/>
          </a:prstGeom>
          <a:noFill/>
          <a:ln w="9525">
            <a:noFill/>
          </a:ln>
        </p:spPr>
        <p:txBody>
          <a:bodyPr>
            <a:spAutoFit/>
          </a:bodyPr>
          <a:p>
            <a:pPr algn="l">
              <a:spcBef>
                <a:spcPct val="50000"/>
              </a:spcBef>
              <a:buClr>
                <a:schemeClr val="bg1"/>
              </a:buClr>
              <a:buChar char="•"/>
            </a:pPr>
            <a:r>
              <a:rPr lang="en-US" altLang="zh-CN" sz="2800" dirty="0">
                <a:latin typeface="Times New Roman" panose="02020603050405020304" pitchFamily="18" charset="0"/>
              </a:rPr>
              <a:t> </a:t>
            </a:r>
            <a:r>
              <a:rPr lang="zh-CN" altLang="en-US" sz="2800" dirty="0">
                <a:latin typeface="Times New Roman" panose="02020603050405020304" pitchFamily="18" charset="0"/>
              </a:rPr>
              <a:t>可聘用临时工人，付出的工资最多是每小时几元</a:t>
            </a:r>
            <a:r>
              <a:rPr lang="en-US" altLang="zh-CN" sz="2800">
                <a:latin typeface="Times New Roman" panose="02020603050405020304" pitchFamily="18" charset="0"/>
              </a:rPr>
              <a:t>? </a:t>
            </a:r>
            <a:endParaRPr lang="en-US" altLang="zh-CN" sz="2800">
              <a:latin typeface="Times New Roman" panose="02020603050405020304" pitchFamily="18" charset="0"/>
            </a:endParaRPr>
          </a:p>
        </p:txBody>
      </p:sp>
      <p:sp>
        <p:nvSpPr>
          <p:cNvPr id="192538" name="文本框 192537"/>
          <p:cNvSpPr txBox="1"/>
          <p:nvPr/>
        </p:nvSpPr>
        <p:spPr>
          <a:xfrm>
            <a:off x="220663" y="5522913"/>
            <a:ext cx="8672512" cy="519112"/>
          </a:xfrm>
          <a:prstGeom prst="rect">
            <a:avLst/>
          </a:prstGeom>
          <a:noFill/>
          <a:ln w="9525">
            <a:noFill/>
          </a:ln>
        </p:spPr>
        <p:txBody>
          <a:bodyPr>
            <a:spAutoFit/>
          </a:bodyPr>
          <a:p>
            <a:pPr algn="l">
              <a:spcBef>
                <a:spcPct val="50000"/>
              </a:spcBef>
              <a:buClr>
                <a:schemeClr val="bg1"/>
              </a:buClr>
              <a:buChar char="•"/>
            </a:pPr>
            <a:r>
              <a:rPr lang="en-US" altLang="zh-CN" sz="2800">
                <a:latin typeface="Times New Roman" panose="02020603050405020304" pitchFamily="18" charset="0"/>
              </a:rPr>
              <a:t> A</a:t>
            </a:r>
            <a:r>
              <a:rPr lang="en-US" altLang="zh-CN" sz="2800" baseline="-30000">
                <a:latin typeface="Times New Roman" panose="02020603050405020304" pitchFamily="18" charset="0"/>
              </a:rPr>
              <a:t>1</a:t>
            </a:r>
            <a:r>
              <a:rPr lang="zh-CN" altLang="en-US" sz="2800" dirty="0">
                <a:latin typeface="Times New Roman" panose="02020603050405020304" pitchFamily="18" charset="0"/>
              </a:rPr>
              <a:t>的获利增加到 </a:t>
            </a:r>
            <a:r>
              <a:rPr lang="en-US" altLang="zh-CN" sz="2800" dirty="0">
                <a:latin typeface="Times New Roman" panose="02020603050405020304" pitchFamily="18" charset="0"/>
              </a:rPr>
              <a:t>30</a:t>
            </a:r>
            <a:r>
              <a:rPr lang="zh-CN" altLang="en-US" sz="2800" dirty="0">
                <a:latin typeface="Times New Roman" panose="02020603050405020304" pitchFamily="18" charset="0"/>
              </a:rPr>
              <a:t>元</a:t>
            </a:r>
            <a:r>
              <a:rPr lang="en-US" altLang="zh-CN" sz="2800" dirty="0">
                <a:latin typeface="Times New Roman" panose="02020603050405020304" pitchFamily="18" charset="0"/>
              </a:rPr>
              <a:t>/</a:t>
            </a:r>
            <a:r>
              <a:rPr lang="zh-CN" altLang="en-US" sz="2800" dirty="0">
                <a:latin typeface="Times New Roman" panose="02020603050405020304" pitchFamily="18" charset="0"/>
              </a:rPr>
              <a:t>公斤，应否改变生产计划？ </a:t>
            </a:r>
            <a:endParaRPr lang="zh-CN" altLang="en-US" sz="2800">
              <a:latin typeface="Times New Roman" panose="02020603050405020304" pitchFamily="18" charset="0"/>
            </a:endParaRPr>
          </a:p>
        </p:txBody>
      </p:sp>
      <p:sp>
        <p:nvSpPr>
          <p:cNvPr id="192539" name="文本框 192538"/>
          <p:cNvSpPr txBox="1"/>
          <p:nvPr/>
        </p:nvSpPr>
        <p:spPr>
          <a:xfrm>
            <a:off x="152400" y="2932113"/>
            <a:ext cx="1466850" cy="519112"/>
          </a:xfrm>
          <a:prstGeom prst="rect">
            <a:avLst/>
          </a:prstGeom>
          <a:no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每天：</a:t>
            </a:r>
            <a:endParaRPr lang="zh-CN" altLang="en-US" sz="2800">
              <a:latin typeface="Times New Roman" panose="02020603050405020304" pitchFamily="18" charset="0"/>
            </a:endParaRPr>
          </a:p>
        </p:txBody>
      </p:sp>
      <p:pic>
        <p:nvPicPr>
          <p:cNvPr id="192540" name="图片 192539" descr="j0149627"/>
          <p:cNvPicPr>
            <a:picLocks noChangeAspect="1"/>
          </p:cNvPicPr>
          <p:nvPr/>
        </p:nvPicPr>
        <p:blipFill>
          <a:blip r:embed="rId1"/>
          <a:stretch>
            <a:fillRect/>
          </a:stretch>
        </p:blipFill>
        <p:spPr>
          <a:xfrm>
            <a:off x="7772400" y="685800"/>
            <a:ext cx="1081088" cy="769938"/>
          </a:xfrm>
          <a:prstGeom prst="rect">
            <a:avLst/>
          </a:prstGeom>
          <a:noFill/>
          <a:ln w="9525">
            <a:noFill/>
          </a:ln>
        </p:spPr>
      </p:pic>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2515"/>
                                        </p:tgtEl>
                                        <p:attrNameLst>
                                          <p:attrName>style.visibility</p:attrName>
                                        </p:attrNameLst>
                                      </p:cBhvr>
                                      <p:to>
                                        <p:strVal val="visible"/>
                                      </p:to>
                                    </p:set>
                                    <p:animEffect transition="in" filter="dissolve">
                                      <p:cBhvr>
                                        <p:cTn id="7" dur="500"/>
                                        <p:tgtEl>
                                          <p:spTgt spid="19251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92526"/>
                                        </p:tgtEl>
                                        <p:attrNameLst>
                                          <p:attrName>style.visibility</p:attrName>
                                        </p:attrNameLst>
                                      </p:cBhvr>
                                      <p:to>
                                        <p:strVal val="visible"/>
                                      </p:to>
                                    </p:set>
                                    <p:animEffect transition="in" filter="checkerboard(across)">
                                      <p:cBhvr>
                                        <p:cTn id="12" dur="500"/>
                                        <p:tgtEl>
                                          <p:spTgt spid="19252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92529"/>
                                        </p:tgtEl>
                                        <p:attrNameLst>
                                          <p:attrName>style.visibility</p:attrName>
                                        </p:attrNameLst>
                                      </p:cBhvr>
                                      <p:to>
                                        <p:strVal val="visible"/>
                                      </p:to>
                                    </p:set>
                                    <p:animEffect transition="in" filter="checkerboard(across)">
                                      <p:cBhvr>
                                        <p:cTn id="17" dur="500"/>
                                        <p:tgtEl>
                                          <p:spTgt spid="19252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9253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6" presetClass="entr" presetSubtype="42" fill="hold" grpId="0" nodeType="clickEffect">
                                  <p:stCondLst>
                                    <p:cond delay="0"/>
                                  </p:stCondLst>
                                  <p:childTnLst>
                                    <p:set>
                                      <p:cBhvr>
                                        <p:cTn id="25" dur="1" fill="hold">
                                          <p:stCondLst>
                                            <p:cond delay="0"/>
                                          </p:stCondLst>
                                        </p:cTn>
                                        <p:tgtEl>
                                          <p:spTgt spid="192532"/>
                                        </p:tgtEl>
                                        <p:attrNameLst>
                                          <p:attrName>style.visibility</p:attrName>
                                        </p:attrNameLst>
                                      </p:cBhvr>
                                      <p:to>
                                        <p:strVal val="visible"/>
                                      </p:to>
                                    </p:set>
                                    <p:animEffect transition="in" filter="barn(outHorizontal)">
                                      <p:cBhvr>
                                        <p:cTn id="26" dur="500"/>
                                        <p:tgtEl>
                                          <p:spTgt spid="192532"/>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42" fill="hold" grpId="0" nodeType="clickEffect">
                                  <p:stCondLst>
                                    <p:cond delay="0"/>
                                  </p:stCondLst>
                                  <p:childTnLst>
                                    <p:set>
                                      <p:cBhvr>
                                        <p:cTn id="30" dur="1" fill="hold">
                                          <p:stCondLst>
                                            <p:cond delay="0"/>
                                          </p:stCondLst>
                                        </p:cTn>
                                        <p:tgtEl>
                                          <p:spTgt spid="192533"/>
                                        </p:tgtEl>
                                        <p:attrNameLst>
                                          <p:attrName>style.visibility</p:attrName>
                                        </p:attrNameLst>
                                      </p:cBhvr>
                                      <p:to>
                                        <p:strVal val="visible"/>
                                      </p:to>
                                    </p:set>
                                    <p:animEffect transition="in" filter="barn(outHorizontal)">
                                      <p:cBhvr>
                                        <p:cTn id="31" dur="500"/>
                                        <p:tgtEl>
                                          <p:spTgt spid="192533"/>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42" fill="hold" grpId="0" nodeType="clickEffect">
                                  <p:stCondLst>
                                    <p:cond delay="0"/>
                                  </p:stCondLst>
                                  <p:childTnLst>
                                    <p:set>
                                      <p:cBhvr>
                                        <p:cTn id="35" dur="1" fill="hold">
                                          <p:stCondLst>
                                            <p:cond delay="0"/>
                                          </p:stCondLst>
                                        </p:cTn>
                                        <p:tgtEl>
                                          <p:spTgt spid="192534"/>
                                        </p:tgtEl>
                                        <p:attrNameLst>
                                          <p:attrName>style.visibility</p:attrName>
                                        </p:attrNameLst>
                                      </p:cBhvr>
                                      <p:to>
                                        <p:strVal val="visible"/>
                                      </p:to>
                                    </p:set>
                                    <p:animEffect transition="in" filter="barn(outHorizontal)">
                                      <p:cBhvr>
                                        <p:cTn id="36" dur="500"/>
                                        <p:tgtEl>
                                          <p:spTgt spid="192534"/>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92535"/>
                                        </p:tgtEl>
                                        <p:attrNameLst>
                                          <p:attrName>style.visibility</p:attrName>
                                        </p:attrNameLst>
                                      </p:cBhvr>
                                      <p:to>
                                        <p:strVal val="visible"/>
                                      </p:to>
                                    </p:set>
                                    <p:animEffect transition="in" filter="blinds(horizontal)">
                                      <p:cBhvr>
                                        <p:cTn id="41" dur="500"/>
                                        <p:tgtEl>
                                          <p:spTgt spid="192535"/>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16" fill="hold" grpId="0" nodeType="clickEffect">
                                  <p:stCondLst>
                                    <p:cond delay="0"/>
                                  </p:stCondLst>
                                  <p:childTnLst>
                                    <p:set>
                                      <p:cBhvr>
                                        <p:cTn id="45" dur="1" fill="hold">
                                          <p:stCondLst>
                                            <p:cond delay="0"/>
                                          </p:stCondLst>
                                        </p:cTn>
                                        <p:tgtEl>
                                          <p:spTgt spid="192536"/>
                                        </p:tgtEl>
                                        <p:attrNameLst>
                                          <p:attrName>style.visibility</p:attrName>
                                        </p:attrNameLst>
                                      </p:cBhvr>
                                      <p:to>
                                        <p:strVal val="visible"/>
                                      </p:to>
                                    </p:set>
                                    <p:animEffect transition="in" filter="box(in)">
                                      <p:cBhvr>
                                        <p:cTn id="46" dur="500"/>
                                        <p:tgtEl>
                                          <p:spTgt spid="192536"/>
                                        </p:tgtEl>
                                      </p:cBhvr>
                                    </p:animEffect>
                                  </p:childTnLst>
                                </p:cTn>
                              </p:par>
                            </p:childTnLst>
                          </p:cTn>
                        </p:par>
                      </p:childTnLst>
                    </p:cTn>
                  </p:par>
                  <p:par>
                    <p:cTn id="47" fill="hold">
                      <p:stCondLst>
                        <p:cond delay="indefinite"/>
                      </p:stCondLst>
                      <p:childTnLst>
                        <p:par>
                          <p:cTn id="48" fill="hold">
                            <p:stCondLst>
                              <p:cond delay="0"/>
                            </p:stCondLst>
                            <p:childTnLst>
                              <p:par>
                                <p:cTn id="49" presetID="4" presetClass="entr" presetSubtype="16" fill="hold" grpId="0" nodeType="clickEffect">
                                  <p:stCondLst>
                                    <p:cond delay="0"/>
                                  </p:stCondLst>
                                  <p:childTnLst>
                                    <p:set>
                                      <p:cBhvr>
                                        <p:cTn id="50" dur="1" fill="hold">
                                          <p:stCondLst>
                                            <p:cond delay="0"/>
                                          </p:stCondLst>
                                        </p:cTn>
                                        <p:tgtEl>
                                          <p:spTgt spid="192537"/>
                                        </p:tgtEl>
                                        <p:attrNameLst>
                                          <p:attrName>style.visibility</p:attrName>
                                        </p:attrNameLst>
                                      </p:cBhvr>
                                      <p:to>
                                        <p:strVal val="visible"/>
                                      </p:to>
                                    </p:set>
                                    <p:animEffect transition="in" filter="box(in)">
                                      <p:cBhvr>
                                        <p:cTn id="51" dur="500"/>
                                        <p:tgtEl>
                                          <p:spTgt spid="192537"/>
                                        </p:tgtEl>
                                      </p:cBhvr>
                                    </p:animEffect>
                                  </p:childTnLst>
                                </p:cTn>
                              </p:par>
                            </p:childTnLst>
                          </p:cTn>
                        </p:par>
                      </p:childTnLst>
                    </p:cTn>
                  </p:par>
                  <p:par>
                    <p:cTn id="52" fill="hold">
                      <p:stCondLst>
                        <p:cond delay="indefinite"/>
                      </p:stCondLst>
                      <p:childTnLst>
                        <p:par>
                          <p:cTn id="53" fill="hold">
                            <p:stCondLst>
                              <p:cond delay="0"/>
                            </p:stCondLst>
                            <p:childTnLst>
                              <p:par>
                                <p:cTn id="54" presetID="4" presetClass="entr" presetSubtype="16" fill="hold" grpId="0" nodeType="clickEffect">
                                  <p:stCondLst>
                                    <p:cond delay="0"/>
                                  </p:stCondLst>
                                  <p:childTnLst>
                                    <p:set>
                                      <p:cBhvr>
                                        <p:cTn id="55" dur="1" fill="hold">
                                          <p:stCondLst>
                                            <p:cond delay="0"/>
                                          </p:stCondLst>
                                        </p:cTn>
                                        <p:tgtEl>
                                          <p:spTgt spid="192538"/>
                                        </p:tgtEl>
                                        <p:attrNameLst>
                                          <p:attrName>style.visibility</p:attrName>
                                        </p:attrNameLst>
                                      </p:cBhvr>
                                      <p:to>
                                        <p:strVal val="visible"/>
                                      </p:to>
                                    </p:set>
                                    <p:animEffect transition="in" filter="box(in)">
                                      <p:cBhvr>
                                        <p:cTn id="56" dur="500"/>
                                        <p:tgtEl>
                                          <p:spTgt spid="192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32" grpId="0" animBg="1"/>
      <p:bldP spid="192533" grpId="0" animBg="1"/>
      <p:bldP spid="192534" grpId="0" animBg="1"/>
      <p:bldP spid="192535" grpId="0" animBg="1"/>
      <p:bldP spid="192536" grpId="0" animBg="1"/>
      <p:bldP spid="192537" grpId="0" animBg="1"/>
      <p:bldP spid="192538" grpId="0" animBg="1"/>
      <p:bldP spid="19253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93538" name="组合 193537"/>
          <p:cNvGrpSpPr/>
          <p:nvPr/>
        </p:nvGrpSpPr>
        <p:grpSpPr>
          <a:xfrm>
            <a:off x="609600" y="547688"/>
            <a:ext cx="4648200" cy="1433512"/>
            <a:chOff x="384" y="1152"/>
            <a:chExt cx="2928" cy="903"/>
          </a:xfrm>
        </p:grpSpPr>
        <p:sp>
          <p:nvSpPr>
            <p:cNvPr id="193539" name="文本框 193538"/>
            <p:cNvSpPr txBox="1"/>
            <p:nvPr/>
          </p:nvSpPr>
          <p:spPr>
            <a:xfrm>
              <a:off x="384" y="1248"/>
              <a:ext cx="576" cy="602"/>
            </a:xfrm>
            <a:prstGeom prst="rect">
              <a:avLst/>
            </a:prstGeom>
            <a:noFill/>
            <a:ln w="9525" cap="flat" cmpd="sng">
              <a:solidFill>
                <a:schemeClr val="tx1"/>
              </a:solidFill>
              <a:prstDash val="solid"/>
              <a:miter/>
              <a:headEnd type="none" w="med" len="med"/>
              <a:tailEnd type="none" w="med" len="med"/>
            </a:ln>
          </p:spPr>
          <p:txBody>
            <a:bodyPr>
              <a:spAutoFit/>
            </a:bodyPr>
            <a:p>
              <a:pPr algn="ctr">
                <a:spcBef>
                  <a:spcPct val="50000"/>
                </a:spcBef>
                <a:buClr>
                  <a:schemeClr val="bg1"/>
                </a:buClr>
              </a:pPr>
              <a:r>
                <a:rPr lang="en-US" altLang="zh-CN" sz="2800" b="0" dirty="0">
                  <a:latin typeface="Times New Roman" panose="02020603050405020304" pitchFamily="18" charset="0"/>
                </a:rPr>
                <a:t>1</a:t>
              </a:r>
              <a:r>
                <a:rPr lang="zh-CN" altLang="en-US" sz="2800" b="0" dirty="0">
                  <a:latin typeface="Times New Roman" panose="02020603050405020304" pitchFamily="18" charset="0"/>
                </a:rPr>
                <a:t>桶牛奶 </a:t>
              </a:r>
              <a:endParaRPr lang="zh-CN" altLang="en-US" sz="2800" b="0">
                <a:latin typeface="Times New Roman" panose="02020603050405020304" pitchFamily="18" charset="0"/>
              </a:endParaRPr>
            </a:p>
          </p:txBody>
        </p:sp>
        <p:sp>
          <p:nvSpPr>
            <p:cNvPr id="193540" name="文本框 193539"/>
            <p:cNvSpPr txBox="1"/>
            <p:nvPr/>
          </p:nvSpPr>
          <p:spPr>
            <a:xfrm>
              <a:off x="2352" y="1152"/>
              <a:ext cx="960" cy="333"/>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en-US" altLang="zh-CN" sz="2800" b="0" dirty="0">
                  <a:latin typeface="Times New Roman" panose="02020603050405020304" pitchFamily="18" charset="0"/>
                </a:rPr>
                <a:t>3</a:t>
              </a:r>
              <a:r>
                <a:rPr lang="zh-CN" altLang="en-US" sz="2800" b="0" dirty="0">
                  <a:latin typeface="Times New Roman" panose="02020603050405020304" pitchFamily="18" charset="0"/>
                </a:rPr>
                <a:t>公斤</a:t>
              </a:r>
              <a:r>
                <a:rPr lang="en-US" altLang="zh-CN" sz="2800" b="0">
                  <a:latin typeface="Times New Roman" panose="02020603050405020304" pitchFamily="18" charset="0"/>
                </a:rPr>
                <a:t>A</a:t>
              </a:r>
              <a:r>
                <a:rPr lang="en-US" altLang="zh-CN" sz="2800" b="0" baseline="-30000">
                  <a:latin typeface="Times New Roman" panose="02020603050405020304" pitchFamily="18" charset="0"/>
                </a:rPr>
                <a:t>1</a:t>
              </a:r>
              <a:r>
                <a:rPr lang="en-US" altLang="zh-CN" sz="2800" b="0">
                  <a:latin typeface="Times New Roman" panose="02020603050405020304" pitchFamily="18" charset="0"/>
                </a:rPr>
                <a:t> </a:t>
              </a:r>
              <a:endParaRPr lang="en-US" altLang="zh-CN" sz="2800" b="0">
                <a:latin typeface="Times New Roman" panose="02020603050405020304" pitchFamily="18" charset="0"/>
              </a:endParaRPr>
            </a:p>
          </p:txBody>
        </p:sp>
        <p:sp>
          <p:nvSpPr>
            <p:cNvPr id="193541" name="文本框 193540"/>
            <p:cNvSpPr txBox="1"/>
            <p:nvPr/>
          </p:nvSpPr>
          <p:spPr>
            <a:xfrm>
              <a:off x="1440" y="1296"/>
              <a:ext cx="816" cy="327"/>
            </a:xfrm>
            <a:prstGeom prst="rect">
              <a:avLst/>
            </a:prstGeom>
            <a:noFill/>
            <a:ln w="9525">
              <a:noFill/>
            </a:ln>
          </p:spPr>
          <p:txBody>
            <a:bodyPr>
              <a:spAutoFit/>
            </a:bodyPr>
            <a:p>
              <a:pPr algn="l">
                <a:spcBef>
                  <a:spcPct val="50000"/>
                </a:spcBef>
                <a:buClr>
                  <a:schemeClr val="bg1"/>
                </a:buClr>
              </a:pPr>
              <a:r>
                <a:rPr lang="en-US" altLang="zh-CN" sz="2800" b="0" dirty="0">
                  <a:latin typeface="Times New Roman" panose="02020603050405020304" pitchFamily="18" charset="0"/>
                </a:rPr>
                <a:t>12</a:t>
              </a:r>
              <a:r>
                <a:rPr lang="zh-CN" altLang="en-US" sz="2800" b="0" dirty="0">
                  <a:latin typeface="Times New Roman" panose="02020603050405020304" pitchFamily="18" charset="0"/>
                </a:rPr>
                <a:t>小时 </a:t>
              </a:r>
              <a:endParaRPr lang="zh-CN" altLang="en-US" sz="2800" b="0">
                <a:latin typeface="Times New Roman" panose="02020603050405020304" pitchFamily="18" charset="0"/>
              </a:endParaRPr>
            </a:p>
          </p:txBody>
        </p:sp>
        <p:sp>
          <p:nvSpPr>
            <p:cNvPr id="193542" name="文本框 193541"/>
            <p:cNvSpPr txBox="1"/>
            <p:nvPr/>
          </p:nvSpPr>
          <p:spPr>
            <a:xfrm>
              <a:off x="1488" y="1728"/>
              <a:ext cx="720" cy="327"/>
            </a:xfrm>
            <a:prstGeom prst="rect">
              <a:avLst/>
            </a:prstGeom>
            <a:noFill/>
            <a:ln w="9525">
              <a:noFill/>
            </a:ln>
          </p:spPr>
          <p:txBody>
            <a:bodyPr>
              <a:spAutoFit/>
            </a:bodyPr>
            <a:p>
              <a:pPr algn="l">
                <a:spcBef>
                  <a:spcPct val="50000"/>
                </a:spcBef>
                <a:buClr>
                  <a:schemeClr val="bg1"/>
                </a:buClr>
              </a:pPr>
              <a:r>
                <a:rPr lang="en-US" altLang="zh-CN" sz="2800" b="0" dirty="0">
                  <a:latin typeface="Times New Roman" panose="02020603050405020304" pitchFamily="18" charset="0"/>
                </a:rPr>
                <a:t>8</a:t>
              </a:r>
              <a:r>
                <a:rPr lang="zh-CN" altLang="en-US" sz="2800" b="0" dirty="0">
                  <a:latin typeface="Times New Roman" panose="02020603050405020304" pitchFamily="18" charset="0"/>
                </a:rPr>
                <a:t>小时 </a:t>
              </a:r>
              <a:endParaRPr lang="zh-CN" altLang="en-US" sz="2800" b="0">
                <a:latin typeface="Times New Roman" panose="02020603050405020304" pitchFamily="18" charset="0"/>
              </a:endParaRPr>
            </a:p>
          </p:txBody>
        </p:sp>
        <p:sp>
          <p:nvSpPr>
            <p:cNvPr id="193543" name="文本框 193542"/>
            <p:cNvSpPr txBox="1"/>
            <p:nvPr/>
          </p:nvSpPr>
          <p:spPr>
            <a:xfrm>
              <a:off x="2352" y="1584"/>
              <a:ext cx="960" cy="333"/>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en-US" altLang="zh-CN" sz="2800" b="0" dirty="0">
                  <a:latin typeface="Times New Roman" panose="02020603050405020304" pitchFamily="18" charset="0"/>
                </a:rPr>
                <a:t>4</a:t>
              </a:r>
              <a:r>
                <a:rPr lang="zh-CN" altLang="en-US" sz="2800" b="0" dirty="0">
                  <a:latin typeface="Times New Roman" panose="02020603050405020304" pitchFamily="18" charset="0"/>
                </a:rPr>
                <a:t>公斤</a:t>
              </a:r>
              <a:r>
                <a:rPr lang="en-US" altLang="zh-CN" sz="2800" b="0">
                  <a:latin typeface="Times New Roman" panose="02020603050405020304" pitchFamily="18" charset="0"/>
                </a:rPr>
                <a:t>A</a:t>
              </a:r>
              <a:r>
                <a:rPr lang="en-US" altLang="zh-CN" sz="2800" b="0" baseline="-25000">
                  <a:latin typeface="Times New Roman" panose="02020603050405020304" pitchFamily="18" charset="0"/>
                </a:rPr>
                <a:t>2</a:t>
              </a:r>
              <a:r>
                <a:rPr lang="en-US" altLang="zh-CN" sz="2800" b="0">
                  <a:latin typeface="Times New Roman" panose="02020603050405020304" pitchFamily="18" charset="0"/>
                </a:rPr>
                <a:t> </a:t>
              </a:r>
              <a:endParaRPr lang="en-US" altLang="zh-CN" sz="2800" b="0">
                <a:latin typeface="Times New Roman" panose="02020603050405020304" pitchFamily="18" charset="0"/>
              </a:endParaRPr>
            </a:p>
          </p:txBody>
        </p:sp>
        <p:sp>
          <p:nvSpPr>
            <p:cNvPr id="193544" name="直接连接符 193543"/>
            <p:cNvSpPr/>
            <p:nvPr/>
          </p:nvSpPr>
          <p:spPr>
            <a:xfrm>
              <a:off x="1344" y="1296"/>
              <a:ext cx="1008" cy="0"/>
            </a:xfrm>
            <a:prstGeom prst="line">
              <a:avLst/>
            </a:prstGeom>
            <a:ln w="9525" cap="flat" cmpd="sng">
              <a:solidFill>
                <a:schemeClr val="tx1"/>
              </a:solidFill>
              <a:prstDash val="solid"/>
              <a:headEnd type="none" w="med" len="med"/>
              <a:tailEnd type="none" w="med" len="med"/>
            </a:ln>
          </p:spPr>
        </p:sp>
        <p:sp>
          <p:nvSpPr>
            <p:cNvPr id="193545" name="直接连接符 193544"/>
            <p:cNvSpPr/>
            <p:nvPr/>
          </p:nvSpPr>
          <p:spPr>
            <a:xfrm>
              <a:off x="1344" y="1776"/>
              <a:ext cx="1008" cy="0"/>
            </a:xfrm>
            <a:prstGeom prst="line">
              <a:avLst/>
            </a:prstGeom>
            <a:ln w="9525" cap="flat" cmpd="sng">
              <a:solidFill>
                <a:schemeClr val="tx1"/>
              </a:solidFill>
              <a:prstDash val="solid"/>
              <a:headEnd type="none" w="med" len="med"/>
              <a:tailEnd type="none" w="med" len="med"/>
            </a:ln>
          </p:spPr>
        </p:sp>
        <p:sp>
          <p:nvSpPr>
            <p:cNvPr id="193546" name="直接连接符 193545"/>
            <p:cNvSpPr/>
            <p:nvPr/>
          </p:nvSpPr>
          <p:spPr>
            <a:xfrm>
              <a:off x="1344" y="1296"/>
              <a:ext cx="0" cy="480"/>
            </a:xfrm>
            <a:prstGeom prst="line">
              <a:avLst/>
            </a:prstGeom>
            <a:ln w="9525" cap="flat" cmpd="sng">
              <a:solidFill>
                <a:schemeClr val="tx1"/>
              </a:solidFill>
              <a:prstDash val="solid"/>
              <a:headEnd type="none" w="med" len="med"/>
              <a:tailEnd type="none" w="med" len="med"/>
            </a:ln>
          </p:spPr>
        </p:sp>
        <p:sp>
          <p:nvSpPr>
            <p:cNvPr id="193547" name="直接连接符 193546"/>
            <p:cNvSpPr/>
            <p:nvPr/>
          </p:nvSpPr>
          <p:spPr>
            <a:xfrm>
              <a:off x="960" y="1536"/>
              <a:ext cx="384" cy="0"/>
            </a:xfrm>
            <a:prstGeom prst="line">
              <a:avLst/>
            </a:prstGeom>
            <a:ln w="9525" cap="flat" cmpd="sng">
              <a:solidFill>
                <a:schemeClr val="tx1"/>
              </a:solidFill>
              <a:prstDash val="solid"/>
              <a:headEnd type="none" w="med" len="med"/>
              <a:tailEnd type="none" w="med" len="med"/>
            </a:ln>
          </p:spPr>
        </p:sp>
        <p:sp>
          <p:nvSpPr>
            <p:cNvPr id="193548" name="文本框 193547"/>
            <p:cNvSpPr txBox="1"/>
            <p:nvPr/>
          </p:nvSpPr>
          <p:spPr>
            <a:xfrm>
              <a:off x="960" y="1488"/>
              <a:ext cx="336" cy="327"/>
            </a:xfrm>
            <a:prstGeom prst="rect">
              <a:avLst/>
            </a:prstGeom>
            <a:noFill/>
            <a:ln w="9525">
              <a:noFill/>
            </a:ln>
          </p:spPr>
          <p:txBody>
            <a:bodyPr>
              <a:spAutoFit/>
            </a:bodyPr>
            <a:p>
              <a:pPr algn="l">
                <a:spcBef>
                  <a:spcPct val="50000"/>
                </a:spcBef>
                <a:buClr>
                  <a:schemeClr val="bg1"/>
                </a:buClr>
              </a:pPr>
              <a:r>
                <a:rPr lang="zh-CN" altLang="en-US" sz="2800" b="0">
                  <a:latin typeface="Times New Roman" panose="02020603050405020304" pitchFamily="18" charset="0"/>
                </a:rPr>
                <a:t>或</a:t>
              </a:r>
              <a:endParaRPr lang="zh-CN" altLang="en-US" sz="2800" b="0">
                <a:latin typeface="Times New Roman" panose="02020603050405020304" pitchFamily="18" charset="0"/>
              </a:endParaRPr>
            </a:p>
          </p:txBody>
        </p:sp>
      </p:grpSp>
      <p:grpSp>
        <p:nvGrpSpPr>
          <p:cNvPr id="193549" name="组合 193548"/>
          <p:cNvGrpSpPr/>
          <p:nvPr/>
        </p:nvGrpSpPr>
        <p:grpSpPr>
          <a:xfrm>
            <a:off x="5257800" y="547688"/>
            <a:ext cx="3048000" cy="519112"/>
            <a:chOff x="3312" y="1152"/>
            <a:chExt cx="1920" cy="327"/>
          </a:xfrm>
        </p:grpSpPr>
        <p:sp>
          <p:nvSpPr>
            <p:cNvPr id="193550" name="文本框 193549"/>
            <p:cNvSpPr txBox="1"/>
            <p:nvPr/>
          </p:nvSpPr>
          <p:spPr>
            <a:xfrm>
              <a:off x="3600" y="1152"/>
              <a:ext cx="1632" cy="327"/>
            </a:xfrm>
            <a:prstGeom prst="rect">
              <a:avLst/>
            </a:prstGeom>
            <a:noFill/>
            <a:ln w="9525">
              <a:noFill/>
            </a:ln>
          </p:spPr>
          <p:txBody>
            <a:bodyPr>
              <a:spAutoFit/>
            </a:bodyPr>
            <a:p>
              <a:pPr algn="l">
                <a:spcBef>
                  <a:spcPct val="50000"/>
                </a:spcBef>
                <a:buClr>
                  <a:schemeClr val="bg1"/>
                </a:buClr>
              </a:pPr>
              <a:r>
                <a:rPr lang="zh-CN" altLang="en-US" sz="2800" b="0" dirty="0">
                  <a:latin typeface="Times New Roman" panose="02020603050405020304" pitchFamily="18" charset="0"/>
                </a:rPr>
                <a:t>获利</a:t>
              </a:r>
              <a:r>
                <a:rPr lang="en-US" altLang="zh-CN" sz="2800" b="0" dirty="0">
                  <a:latin typeface="Times New Roman" panose="02020603050405020304" pitchFamily="18" charset="0"/>
                </a:rPr>
                <a:t>24</a:t>
              </a:r>
              <a:r>
                <a:rPr lang="zh-CN" altLang="en-US" sz="2800" b="0" dirty="0">
                  <a:latin typeface="Times New Roman" panose="02020603050405020304" pitchFamily="18" charset="0"/>
                </a:rPr>
                <a:t>元</a:t>
              </a:r>
              <a:r>
                <a:rPr lang="en-US" altLang="zh-CN" sz="2800" b="0" dirty="0">
                  <a:latin typeface="Times New Roman" panose="02020603050405020304" pitchFamily="18" charset="0"/>
                </a:rPr>
                <a:t>/</a:t>
              </a:r>
              <a:r>
                <a:rPr lang="zh-CN" altLang="en-US" sz="2800" b="0" dirty="0">
                  <a:latin typeface="Times New Roman" panose="02020603050405020304" pitchFamily="18" charset="0"/>
                </a:rPr>
                <a:t>公斤 </a:t>
              </a:r>
              <a:endParaRPr lang="zh-CN" altLang="en-US" sz="2800" b="0">
                <a:latin typeface="Times New Roman" panose="02020603050405020304" pitchFamily="18" charset="0"/>
              </a:endParaRPr>
            </a:p>
          </p:txBody>
        </p:sp>
        <p:sp>
          <p:nvSpPr>
            <p:cNvPr id="193551" name="直接连接符 193550"/>
            <p:cNvSpPr/>
            <p:nvPr/>
          </p:nvSpPr>
          <p:spPr>
            <a:xfrm>
              <a:off x="3312" y="1344"/>
              <a:ext cx="288" cy="0"/>
            </a:xfrm>
            <a:prstGeom prst="line">
              <a:avLst/>
            </a:prstGeom>
            <a:ln w="9525" cap="flat" cmpd="sng">
              <a:solidFill>
                <a:schemeClr val="tx1"/>
              </a:solidFill>
              <a:prstDash val="solid"/>
              <a:headEnd type="none" w="med" len="med"/>
              <a:tailEnd type="stealth" w="med" len="lg"/>
            </a:ln>
          </p:spPr>
        </p:sp>
      </p:grpSp>
      <p:grpSp>
        <p:nvGrpSpPr>
          <p:cNvPr id="193552" name="组合 193551"/>
          <p:cNvGrpSpPr/>
          <p:nvPr/>
        </p:nvGrpSpPr>
        <p:grpSpPr>
          <a:xfrm>
            <a:off x="5257800" y="1171575"/>
            <a:ext cx="3048000" cy="519113"/>
            <a:chOff x="3312" y="1545"/>
            <a:chExt cx="1920" cy="327"/>
          </a:xfrm>
        </p:grpSpPr>
        <p:sp>
          <p:nvSpPr>
            <p:cNvPr id="193553" name="文本框 193552"/>
            <p:cNvSpPr txBox="1"/>
            <p:nvPr/>
          </p:nvSpPr>
          <p:spPr>
            <a:xfrm>
              <a:off x="3600" y="1545"/>
              <a:ext cx="1632" cy="327"/>
            </a:xfrm>
            <a:prstGeom prst="rect">
              <a:avLst/>
            </a:prstGeom>
            <a:noFill/>
            <a:ln w="9525">
              <a:noFill/>
            </a:ln>
          </p:spPr>
          <p:txBody>
            <a:bodyPr>
              <a:spAutoFit/>
            </a:bodyPr>
            <a:p>
              <a:pPr algn="l">
                <a:spcBef>
                  <a:spcPct val="50000"/>
                </a:spcBef>
                <a:buClr>
                  <a:schemeClr val="bg1"/>
                </a:buClr>
              </a:pPr>
              <a:r>
                <a:rPr lang="zh-CN" altLang="en-US" sz="2800" b="0" dirty="0">
                  <a:latin typeface="Times New Roman" panose="02020603050405020304" pitchFamily="18" charset="0"/>
                </a:rPr>
                <a:t>获利</a:t>
              </a:r>
              <a:r>
                <a:rPr lang="en-US" altLang="zh-CN" sz="2800" b="0" dirty="0">
                  <a:latin typeface="Times New Roman" panose="02020603050405020304" pitchFamily="18" charset="0"/>
                </a:rPr>
                <a:t>16</a:t>
              </a:r>
              <a:r>
                <a:rPr lang="zh-CN" altLang="en-US" sz="2800" b="0" dirty="0">
                  <a:latin typeface="Times New Roman" panose="02020603050405020304" pitchFamily="18" charset="0"/>
                </a:rPr>
                <a:t>元</a:t>
              </a:r>
              <a:r>
                <a:rPr lang="en-US" altLang="zh-CN" sz="2800" b="0" dirty="0">
                  <a:latin typeface="Times New Roman" panose="02020603050405020304" pitchFamily="18" charset="0"/>
                </a:rPr>
                <a:t>/</a:t>
              </a:r>
              <a:r>
                <a:rPr lang="zh-CN" altLang="en-US" sz="2800" b="0" dirty="0">
                  <a:latin typeface="Times New Roman" panose="02020603050405020304" pitchFamily="18" charset="0"/>
                </a:rPr>
                <a:t>公斤 </a:t>
              </a:r>
              <a:endParaRPr lang="zh-CN" altLang="en-US" sz="2800" b="0">
                <a:latin typeface="Times New Roman" panose="02020603050405020304" pitchFamily="18" charset="0"/>
              </a:endParaRPr>
            </a:p>
          </p:txBody>
        </p:sp>
        <p:sp>
          <p:nvSpPr>
            <p:cNvPr id="193554" name="直接连接符 193553"/>
            <p:cNvSpPr/>
            <p:nvPr/>
          </p:nvSpPr>
          <p:spPr>
            <a:xfrm>
              <a:off x="3312" y="1728"/>
              <a:ext cx="288" cy="0"/>
            </a:xfrm>
            <a:prstGeom prst="line">
              <a:avLst/>
            </a:prstGeom>
            <a:ln w="9525" cap="flat" cmpd="sng">
              <a:solidFill>
                <a:schemeClr val="tx1"/>
              </a:solidFill>
              <a:prstDash val="solid"/>
              <a:headEnd type="none" w="med" len="med"/>
              <a:tailEnd type="stealth" w="med" len="lg"/>
            </a:ln>
          </p:spPr>
        </p:sp>
      </p:grpSp>
      <p:sp>
        <p:nvSpPr>
          <p:cNvPr id="193555" name="文本框 193554"/>
          <p:cNvSpPr txBox="1"/>
          <p:nvPr/>
        </p:nvSpPr>
        <p:spPr>
          <a:xfrm>
            <a:off x="2286000" y="2605088"/>
            <a:ext cx="2743200" cy="519112"/>
          </a:xfrm>
          <a:prstGeom prst="rect">
            <a:avLst/>
          </a:prstGeom>
          <a:noFill/>
          <a:ln w="9525">
            <a:noFill/>
          </a:ln>
        </p:spPr>
        <p:txBody>
          <a:bodyPr>
            <a:spAutoFit/>
          </a:bodyPr>
          <a:p>
            <a:pPr algn="l">
              <a:spcBef>
                <a:spcPct val="50000"/>
              </a:spcBef>
              <a:buClr>
                <a:schemeClr val="bg1"/>
              </a:buClr>
            </a:pPr>
            <a:r>
              <a:rPr lang="en-US" altLang="zh-CN" sz="2800" i="1">
                <a:latin typeface="Times New Roman" panose="02020603050405020304" pitchFamily="18" charset="0"/>
              </a:rPr>
              <a:t>x</a:t>
            </a:r>
            <a:r>
              <a:rPr lang="en-US" altLang="zh-CN" sz="2800" baseline="-30000">
                <a:latin typeface="Times New Roman" panose="02020603050405020304" pitchFamily="18" charset="0"/>
              </a:rPr>
              <a:t>1</a:t>
            </a:r>
            <a:r>
              <a:rPr lang="zh-CN" altLang="en-US" sz="2800" dirty="0">
                <a:latin typeface="Times New Roman" panose="02020603050405020304" pitchFamily="18" charset="0"/>
              </a:rPr>
              <a:t>桶牛奶生产</a:t>
            </a:r>
            <a:r>
              <a:rPr lang="en-US" altLang="zh-CN" sz="2800">
                <a:latin typeface="Times New Roman" panose="02020603050405020304" pitchFamily="18" charset="0"/>
              </a:rPr>
              <a:t>A</a:t>
            </a:r>
            <a:r>
              <a:rPr lang="en-US" altLang="zh-CN" sz="2800" baseline="-30000">
                <a:latin typeface="Times New Roman" panose="02020603050405020304" pitchFamily="18" charset="0"/>
              </a:rPr>
              <a:t>1</a:t>
            </a:r>
            <a:r>
              <a:rPr lang="en-US" altLang="zh-CN" sz="2800">
                <a:latin typeface="Times New Roman" panose="02020603050405020304" pitchFamily="18" charset="0"/>
              </a:rPr>
              <a:t> </a:t>
            </a:r>
            <a:endParaRPr lang="en-US" altLang="zh-CN" sz="2800">
              <a:latin typeface="Times New Roman" panose="02020603050405020304" pitchFamily="18" charset="0"/>
            </a:endParaRPr>
          </a:p>
        </p:txBody>
      </p:sp>
      <p:sp>
        <p:nvSpPr>
          <p:cNvPr id="193556" name="文本框 193555"/>
          <p:cNvSpPr txBox="1"/>
          <p:nvPr/>
        </p:nvSpPr>
        <p:spPr>
          <a:xfrm>
            <a:off x="5181600" y="2605088"/>
            <a:ext cx="2743200" cy="519112"/>
          </a:xfrm>
          <a:prstGeom prst="rect">
            <a:avLst/>
          </a:prstGeom>
          <a:noFill/>
          <a:ln w="9525">
            <a:noFill/>
          </a:ln>
        </p:spPr>
        <p:txBody>
          <a:bodyPr>
            <a:spAutoFit/>
          </a:bodyPr>
          <a:p>
            <a:pPr algn="l">
              <a:spcBef>
                <a:spcPct val="50000"/>
              </a:spcBef>
              <a:buClr>
                <a:schemeClr val="bg1"/>
              </a:buClr>
            </a:pPr>
            <a:r>
              <a:rPr lang="en-US" altLang="zh-CN" sz="2800" i="1">
                <a:latin typeface="Times New Roman" panose="02020603050405020304" pitchFamily="18" charset="0"/>
              </a:rPr>
              <a:t>x</a:t>
            </a:r>
            <a:r>
              <a:rPr lang="en-US" altLang="zh-CN" sz="2800" baseline="-30000">
                <a:latin typeface="Times New Roman" panose="02020603050405020304" pitchFamily="18" charset="0"/>
              </a:rPr>
              <a:t>2</a:t>
            </a:r>
            <a:r>
              <a:rPr lang="zh-CN" altLang="en-US" sz="2800" dirty="0">
                <a:latin typeface="Times New Roman" panose="02020603050405020304" pitchFamily="18" charset="0"/>
              </a:rPr>
              <a:t>桶牛奶生产</a:t>
            </a:r>
            <a:r>
              <a:rPr lang="en-US" altLang="zh-CN" sz="2800">
                <a:latin typeface="Times New Roman" panose="02020603050405020304" pitchFamily="18" charset="0"/>
              </a:rPr>
              <a:t>A</a:t>
            </a:r>
            <a:r>
              <a:rPr lang="en-US" altLang="zh-CN" sz="2800" baseline="-30000">
                <a:latin typeface="Times New Roman" panose="02020603050405020304" pitchFamily="18" charset="0"/>
              </a:rPr>
              <a:t>2</a:t>
            </a:r>
            <a:r>
              <a:rPr lang="en-US" altLang="zh-CN" sz="2800">
                <a:latin typeface="Times New Roman" panose="02020603050405020304" pitchFamily="18" charset="0"/>
              </a:rPr>
              <a:t> </a:t>
            </a:r>
            <a:endParaRPr lang="en-US" altLang="zh-CN" sz="2800">
              <a:latin typeface="Times New Roman" panose="02020603050405020304" pitchFamily="18" charset="0"/>
            </a:endParaRPr>
          </a:p>
        </p:txBody>
      </p:sp>
      <p:sp>
        <p:nvSpPr>
          <p:cNvPr id="193557" name="文本框 193556"/>
          <p:cNvSpPr txBox="1"/>
          <p:nvPr/>
        </p:nvSpPr>
        <p:spPr>
          <a:xfrm>
            <a:off x="2209800" y="3214688"/>
            <a:ext cx="2743200" cy="519112"/>
          </a:xfrm>
          <a:prstGeom prst="rect">
            <a:avLst/>
          </a:prstGeom>
          <a:no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获利 </a:t>
            </a:r>
            <a:r>
              <a:rPr lang="en-US" altLang="zh-CN" sz="2800">
                <a:latin typeface="Times New Roman" panose="02020603050405020304" pitchFamily="18" charset="0"/>
              </a:rPr>
              <a:t>24×3</a:t>
            </a:r>
            <a:r>
              <a:rPr lang="en-US" altLang="zh-CN" sz="2800" i="1">
                <a:latin typeface="Times New Roman" panose="02020603050405020304" pitchFamily="18" charset="0"/>
              </a:rPr>
              <a:t>x</a:t>
            </a:r>
            <a:r>
              <a:rPr lang="en-US" altLang="zh-CN" sz="2800" baseline="-30000">
                <a:latin typeface="Times New Roman" panose="02020603050405020304" pitchFamily="18" charset="0"/>
              </a:rPr>
              <a:t>1</a:t>
            </a:r>
            <a:r>
              <a:rPr lang="en-US" altLang="zh-CN" sz="2800">
                <a:latin typeface="Times New Roman" panose="02020603050405020304" pitchFamily="18" charset="0"/>
              </a:rPr>
              <a:t> </a:t>
            </a:r>
            <a:endParaRPr lang="en-US" altLang="zh-CN" sz="2800">
              <a:latin typeface="Times New Roman" panose="02020603050405020304" pitchFamily="18" charset="0"/>
            </a:endParaRPr>
          </a:p>
        </p:txBody>
      </p:sp>
      <p:sp>
        <p:nvSpPr>
          <p:cNvPr id="193558" name="文本框 193557"/>
          <p:cNvSpPr txBox="1"/>
          <p:nvPr/>
        </p:nvSpPr>
        <p:spPr>
          <a:xfrm>
            <a:off x="5181600" y="3214688"/>
            <a:ext cx="2743200" cy="519112"/>
          </a:xfrm>
          <a:prstGeom prst="rect">
            <a:avLst/>
          </a:prstGeom>
          <a:no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获利 </a:t>
            </a:r>
            <a:r>
              <a:rPr lang="en-US" altLang="zh-CN" sz="2800">
                <a:latin typeface="Times New Roman" panose="02020603050405020304" pitchFamily="18" charset="0"/>
              </a:rPr>
              <a:t>16×4</a:t>
            </a:r>
            <a:r>
              <a:rPr lang="en-US" altLang="zh-CN" sz="2800" i="1">
                <a:latin typeface="Times New Roman" panose="02020603050405020304" pitchFamily="18" charset="0"/>
              </a:rPr>
              <a:t> x</a:t>
            </a:r>
            <a:r>
              <a:rPr lang="en-US" altLang="zh-CN" sz="2800" baseline="-30000">
                <a:latin typeface="Times New Roman" panose="02020603050405020304" pitchFamily="18" charset="0"/>
              </a:rPr>
              <a:t>2</a:t>
            </a:r>
            <a:r>
              <a:rPr lang="en-US" altLang="zh-CN" sz="2800">
                <a:latin typeface="Times New Roman" panose="02020603050405020304" pitchFamily="18" charset="0"/>
              </a:rPr>
              <a:t> </a:t>
            </a:r>
            <a:endParaRPr lang="en-US" altLang="zh-CN" sz="2800">
              <a:latin typeface="Times New Roman" panose="02020603050405020304" pitchFamily="18" charset="0"/>
            </a:endParaRPr>
          </a:p>
        </p:txBody>
      </p:sp>
      <p:sp>
        <p:nvSpPr>
          <p:cNvPr id="193559" name="文本框 193558"/>
          <p:cNvSpPr txBox="1"/>
          <p:nvPr/>
        </p:nvSpPr>
        <p:spPr>
          <a:xfrm>
            <a:off x="2133600" y="4510088"/>
            <a:ext cx="1676400" cy="519112"/>
          </a:xfrm>
          <a:prstGeom prst="rect">
            <a:avLst/>
          </a:prstGeom>
          <a:solidFill>
            <a:srgbClr val="BAEEF4"/>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原料供应</a:t>
            </a:r>
            <a:r>
              <a:rPr lang="zh-CN" altLang="en-US" sz="2800" b="0" dirty="0">
                <a:latin typeface="Times New Roman" panose="02020603050405020304" pitchFamily="18" charset="0"/>
              </a:rPr>
              <a:t> </a:t>
            </a:r>
            <a:endParaRPr lang="zh-CN" altLang="en-US" sz="2800" b="0">
              <a:latin typeface="Times New Roman" panose="02020603050405020304" pitchFamily="18" charset="0"/>
            </a:endParaRPr>
          </a:p>
        </p:txBody>
      </p:sp>
      <p:graphicFrame>
        <p:nvGraphicFramePr>
          <p:cNvPr id="193560" name="对象 193559"/>
          <p:cNvGraphicFramePr/>
          <p:nvPr/>
        </p:nvGraphicFramePr>
        <p:xfrm>
          <a:off x="4648200" y="4495800"/>
          <a:ext cx="1828800" cy="520700"/>
        </p:xfrm>
        <a:graphic>
          <a:graphicData uri="http://schemas.openxmlformats.org/presentationml/2006/ole">
            <mc:AlternateContent xmlns:mc="http://schemas.openxmlformats.org/markup-compatibility/2006">
              <mc:Choice xmlns:v="urn:schemas-microsoft-com:vml" Requires="v">
                <p:oleObj spid="_x0000_s3076" name="" r:id="rId1" imgW="774065" imgH="215900" progId="Equation.3">
                  <p:embed/>
                </p:oleObj>
              </mc:Choice>
              <mc:Fallback>
                <p:oleObj name="" r:id="rId1" imgW="774065" imgH="215900" progId="Equation.3">
                  <p:embed/>
                  <p:pic>
                    <p:nvPicPr>
                      <p:cNvPr id="0" name="图片 3075"/>
                      <p:cNvPicPr/>
                      <p:nvPr/>
                    </p:nvPicPr>
                    <p:blipFill>
                      <a:blip r:embed="rId2"/>
                      <a:stretch>
                        <a:fillRect/>
                      </a:stretch>
                    </p:blipFill>
                    <p:spPr>
                      <a:xfrm>
                        <a:off x="4648200" y="4495800"/>
                        <a:ext cx="1828800" cy="520700"/>
                      </a:xfrm>
                      <a:prstGeom prst="rect">
                        <a:avLst/>
                      </a:prstGeom>
                      <a:noFill/>
                      <a:ln w="38100">
                        <a:noFill/>
                        <a:miter/>
                      </a:ln>
                    </p:spPr>
                  </p:pic>
                </p:oleObj>
              </mc:Fallback>
            </mc:AlternateContent>
          </a:graphicData>
        </a:graphic>
      </p:graphicFrame>
      <p:sp>
        <p:nvSpPr>
          <p:cNvPr id="193561" name="文本框 193560"/>
          <p:cNvSpPr txBox="1"/>
          <p:nvPr/>
        </p:nvSpPr>
        <p:spPr>
          <a:xfrm>
            <a:off x="2124075" y="5084763"/>
            <a:ext cx="1676400" cy="519112"/>
          </a:xfrm>
          <a:prstGeom prst="rect">
            <a:avLst/>
          </a:prstGeom>
          <a:solidFill>
            <a:srgbClr val="BAEEF4"/>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劳动时间</a:t>
            </a:r>
            <a:r>
              <a:rPr lang="zh-CN" altLang="en-US" sz="2800" b="0" dirty="0">
                <a:latin typeface="Times New Roman" panose="02020603050405020304" pitchFamily="18" charset="0"/>
              </a:rPr>
              <a:t> </a:t>
            </a:r>
            <a:endParaRPr lang="zh-CN" altLang="en-US" sz="2800" b="0">
              <a:latin typeface="Times New Roman" panose="02020603050405020304" pitchFamily="18" charset="0"/>
            </a:endParaRPr>
          </a:p>
        </p:txBody>
      </p:sp>
      <p:graphicFrame>
        <p:nvGraphicFramePr>
          <p:cNvPr id="193562" name="对象 193561"/>
          <p:cNvGraphicFramePr/>
          <p:nvPr/>
        </p:nvGraphicFramePr>
        <p:xfrm>
          <a:off x="4724400" y="5043488"/>
          <a:ext cx="2209800" cy="454025"/>
        </p:xfrm>
        <a:graphic>
          <a:graphicData uri="http://schemas.openxmlformats.org/presentationml/2006/ole">
            <mc:AlternateContent xmlns:mc="http://schemas.openxmlformats.org/markup-compatibility/2006">
              <mc:Choice xmlns:v="urn:schemas-microsoft-com:vml" Requires="v">
                <p:oleObj spid="_x0000_s3079" name="" r:id="rId3" imgW="1066165" imgH="215900" progId="Equation.3">
                  <p:embed/>
                </p:oleObj>
              </mc:Choice>
              <mc:Fallback>
                <p:oleObj name="" r:id="rId3" imgW="1066165" imgH="215900" progId="Equation.3">
                  <p:embed/>
                  <p:pic>
                    <p:nvPicPr>
                      <p:cNvPr id="0" name="图片 3078"/>
                      <p:cNvPicPr/>
                      <p:nvPr/>
                    </p:nvPicPr>
                    <p:blipFill>
                      <a:blip r:embed="rId4"/>
                      <a:stretch>
                        <a:fillRect/>
                      </a:stretch>
                    </p:blipFill>
                    <p:spPr>
                      <a:xfrm>
                        <a:off x="4724400" y="5043488"/>
                        <a:ext cx="2209800" cy="454025"/>
                      </a:xfrm>
                      <a:prstGeom prst="rect">
                        <a:avLst/>
                      </a:prstGeom>
                      <a:noFill/>
                      <a:ln w="38100">
                        <a:noFill/>
                        <a:miter/>
                      </a:ln>
                    </p:spPr>
                  </p:pic>
                </p:oleObj>
              </mc:Fallback>
            </mc:AlternateContent>
          </a:graphicData>
        </a:graphic>
      </p:graphicFrame>
      <p:sp>
        <p:nvSpPr>
          <p:cNvPr id="193563" name="文本框 193562"/>
          <p:cNvSpPr txBox="1"/>
          <p:nvPr/>
        </p:nvSpPr>
        <p:spPr>
          <a:xfrm>
            <a:off x="2124075" y="5661025"/>
            <a:ext cx="1752600" cy="519113"/>
          </a:xfrm>
          <a:prstGeom prst="rect">
            <a:avLst/>
          </a:prstGeom>
          <a:solidFill>
            <a:srgbClr val="BAEEF4"/>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加工能力</a:t>
            </a:r>
            <a:r>
              <a:rPr lang="zh-CN" altLang="en-US" sz="2800" b="0" dirty="0">
                <a:latin typeface="Times New Roman" panose="02020603050405020304" pitchFamily="18" charset="0"/>
              </a:rPr>
              <a:t> </a:t>
            </a:r>
            <a:endParaRPr lang="zh-CN" altLang="en-US" sz="2800" b="0">
              <a:latin typeface="Times New Roman" panose="02020603050405020304" pitchFamily="18" charset="0"/>
            </a:endParaRPr>
          </a:p>
        </p:txBody>
      </p:sp>
      <p:graphicFrame>
        <p:nvGraphicFramePr>
          <p:cNvPr id="193564" name="对象 193563"/>
          <p:cNvGraphicFramePr/>
          <p:nvPr/>
        </p:nvGraphicFramePr>
        <p:xfrm>
          <a:off x="4800600" y="5486400"/>
          <a:ext cx="1524000" cy="539750"/>
        </p:xfrm>
        <a:graphic>
          <a:graphicData uri="http://schemas.openxmlformats.org/presentationml/2006/ole">
            <mc:AlternateContent xmlns:mc="http://schemas.openxmlformats.org/markup-compatibility/2006">
              <mc:Choice xmlns:v="urn:schemas-microsoft-com:vml" Requires="v">
                <p:oleObj spid="_x0000_s3077" name="" r:id="rId5" imgW="622300" imgH="215900" progId="Equation.3">
                  <p:embed/>
                </p:oleObj>
              </mc:Choice>
              <mc:Fallback>
                <p:oleObj name="" r:id="rId5" imgW="622300" imgH="215900" progId="Equation.3">
                  <p:embed/>
                  <p:pic>
                    <p:nvPicPr>
                      <p:cNvPr id="0" name="图片 3076"/>
                      <p:cNvPicPr/>
                      <p:nvPr/>
                    </p:nvPicPr>
                    <p:blipFill>
                      <a:blip r:embed="rId6"/>
                      <a:stretch>
                        <a:fillRect/>
                      </a:stretch>
                    </p:blipFill>
                    <p:spPr>
                      <a:xfrm>
                        <a:off x="4800600" y="5486400"/>
                        <a:ext cx="1524000" cy="539750"/>
                      </a:xfrm>
                      <a:prstGeom prst="rect">
                        <a:avLst/>
                      </a:prstGeom>
                      <a:noFill/>
                      <a:ln w="38100">
                        <a:noFill/>
                        <a:miter/>
                      </a:ln>
                    </p:spPr>
                  </p:pic>
                </p:oleObj>
              </mc:Fallback>
            </mc:AlternateContent>
          </a:graphicData>
        </a:graphic>
      </p:graphicFrame>
      <p:sp>
        <p:nvSpPr>
          <p:cNvPr id="193565" name="文本框 193564"/>
          <p:cNvSpPr txBox="1"/>
          <p:nvPr/>
        </p:nvSpPr>
        <p:spPr>
          <a:xfrm>
            <a:off x="304800" y="2605088"/>
            <a:ext cx="1676400" cy="528637"/>
          </a:xfrm>
          <a:prstGeom prst="rect">
            <a:avLst/>
          </a:prstGeom>
          <a:solidFill>
            <a:srgbClr val="FFFF99"/>
          </a:solidFill>
          <a:ln w="9525" cap="flat" cmpd="sng">
            <a:solidFill>
              <a:srgbClr val="FFFF99"/>
            </a:solidFill>
            <a:prstDash val="solid"/>
            <a:miter/>
            <a:headEnd type="none" w="med" len="med"/>
            <a:tailEnd type="none" w="med" len="med"/>
          </a:ln>
        </p:spPr>
        <p:txBody>
          <a:bodyPr>
            <a:spAutoFit/>
          </a:bodyPr>
          <a:p>
            <a:pPr algn="l">
              <a:spcBef>
                <a:spcPct val="50000"/>
              </a:spcBef>
              <a:buClr>
                <a:schemeClr val="bg1"/>
              </a:buClr>
            </a:pPr>
            <a:r>
              <a:rPr lang="zh-CN" altLang="en-US" sz="2800" dirty="0">
                <a:latin typeface="楷体_GB2312" panose="02010609030101010101" pitchFamily="49" charset="-122"/>
                <a:ea typeface="楷体_GB2312" panose="02010609030101010101" pitchFamily="49" charset="-122"/>
              </a:rPr>
              <a:t>决策变量</a:t>
            </a:r>
            <a:r>
              <a:rPr lang="zh-CN" altLang="en-US" sz="2800" b="0" dirty="0">
                <a:latin typeface="楷体_GB2312" panose="02010609030101010101" pitchFamily="49" charset="-122"/>
                <a:ea typeface="楷体_GB2312" panose="02010609030101010101" pitchFamily="49" charset="-122"/>
              </a:rPr>
              <a:t> </a:t>
            </a:r>
            <a:endParaRPr lang="zh-CN" altLang="en-US" sz="2800" b="0">
              <a:latin typeface="楷体_GB2312" panose="02010609030101010101" pitchFamily="49" charset="-122"/>
              <a:ea typeface="楷体_GB2312" panose="02010609030101010101" pitchFamily="49" charset="-122"/>
            </a:endParaRPr>
          </a:p>
        </p:txBody>
      </p:sp>
      <p:sp>
        <p:nvSpPr>
          <p:cNvPr id="193566" name="文本框 193565"/>
          <p:cNvSpPr txBox="1"/>
          <p:nvPr/>
        </p:nvSpPr>
        <p:spPr>
          <a:xfrm>
            <a:off x="304800" y="3290888"/>
            <a:ext cx="1676400" cy="528637"/>
          </a:xfrm>
          <a:prstGeom prst="rect">
            <a:avLst/>
          </a:prstGeom>
          <a:solidFill>
            <a:srgbClr val="FFFF99"/>
          </a:solidFill>
          <a:ln w="9525" cap="flat" cmpd="sng">
            <a:solidFill>
              <a:srgbClr val="FFFF99"/>
            </a:solidFill>
            <a:prstDash val="solid"/>
            <a:miter/>
            <a:headEnd type="none" w="med" len="med"/>
            <a:tailEnd type="none" w="med" len="med"/>
          </a:ln>
        </p:spPr>
        <p:txBody>
          <a:bodyPr>
            <a:spAutoFit/>
          </a:bodyPr>
          <a:p>
            <a:pPr algn="l">
              <a:spcBef>
                <a:spcPct val="50000"/>
              </a:spcBef>
              <a:buClr>
                <a:schemeClr val="bg1"/>
              </a:buClr>
            </a:pPr>
            <a:r>
              <a:rPr lang="zh-CN" altLang="en-US" sz="2800" dirty="0">
                <a:latin typeface="楷体_GB2312" panose="02010609030101010101" pitchFamily="49" charset="-122"/>
                <a:ea typeface="楷体_GB2312" panose="02010609030101010101" pitchFamily="49" charset="-122"/>
              </a:rPr>
              <a:t>目标函数</a:t>
            </a:r>
            <a:r>
              <a:rPr lang="zh-CN" altLang="en-US" sz="2800" b="0" dirty="0">
                <a:latin typeface="楷体_GB2312" panose="02010609030101010101" pitchFamily="49" charset="-122"/>
                <a:ea typeface="楷体_GB2312" panose="02010609030101010101" pitchFamily="49" charset="-122"/>
              </a:rPr>
              <a:t> </a:t>
            </a:r>
            <a:endParaRPr lang="zh-CN" altLang="en-US" sz="2800" b="0">
              <a:latin typeface="楷体_GB2312" panose="02010609030101010101" pitchFamily="49" charset="-122"/>
              <a:ea typeface="楷体_GB2312" panose="02010609030101010101" pitchFamily="49" charset="-122"/>
            </a:endParaRPr>
          </a:p>
        </p:txBody>
      </p:sp>
      <p:graphicFrame>
        <p:nvGraphicFramePr>
          <p:cNvPr id="193567" name="对象 193566"/>
          <p:cNvGraphicFramePr/>
          <p:nvPr/>
        </p:nvGraphicFramePr>
        <p:xfrm>
          <a:off x="3962400" y="3733800"/>
          <a:ext cx="3200400" cy="534988"/>
        </p:xfrm>
        <a:graphic>
          <a:graphicData uri="http://schemas.openxmlformats.org/presentationml/2006/ole">
            <mc:AlternateContent xmlns:mc="http://schemas.openxmlformats.org/markup-compatibility/2006">
              <mc:Choice xmlns:v="urn:schemas-microsoft-com:vml" Requires="v">
                <p:oleObj spid="_x0000_s3078" name="" r:id="rId7" imgW="1306195" imgH="215900" progId="Equation.3">
                  <p:embed/>
                </p:oleObj>
              </mc:Choice>
              <mc:Fallback>
                <p:oleObj name="" r:id="rId7" imgW="1306195" imgH="215900" progId="Equation.3">
                  <p:embed/>
                  <p:pic>
                    <p:nvPicPr>
                      <p:cNvPr id="0" name="图片 3077"/>
                      <p:cNvPicPr/>
                      <p:nvPr/>
                    </p:nvPicPr>
                    <p:blipFill>
                      <a:blip r:embed="rId8"/>
                      <a:stretch>
                        <a:fillRect/>
                      </a:stretch>
                    </p:blipFill>
                    <p:spPr>
                      <a:xfrm>
                        <a:off x="3962400" y="3733800"/>
                        <a:ext cx="3200400" cy="534988"/>
                      </a:xfrm>
                      <a:prstGeom prst="rect">
                        <a:avLst/>
                      </a:prstGeom>
                      <a:noFill/>
                      <a:ln w="38100">
                        <a:noFill/>
                        <a:miter/>
                      </a:ln>
                    </p:spPr>
                  </p:pic>
                </p:oleObj>
              </mc:Fallback>
            </mc:AlternateContent>
          </a:graphicData>
        </a:graphic>
      </p:graphicFrame>
      <p:sp>
        <p:nvSpPr>
          <p:cNvPr id="193568" name="文本框 193567"/>
          <p:cNvSpPr txBox="1"/>
          <p:nvPr/>
        </p:nvSpPr>
        <p:spPr>
          <a:xfrm>
            <a:off x="2209800" y="3733800"/>
            <a:ext cx="1752600" cy="519113"/>
          </a:xfrm>
          <a:prstGeom prst="rect">
            <a:avLst/>
          </a:prstGeom>
          <a:solidFill>
            <a:srgbClr val="BAEEF4"/>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每天获利</a:t>
            </a:r>
            <a:endParaRPr lang="zh-CN" altLang="en-US" sz="2800">
              <a:latin typeface="Times New Roman" panose="02020603050405020304" pitchFamily="18" charset="0"/>
            </a:endParaRPr>
          </a:p>
        </p:txBody>
      </p:sp>
      <p:sp>
        <p:nvSpPr>
          <p:cNvPr id="193569" name="文本框 193568"/>
          <p:cNvSpPr txBox="1"/>
          <p:nvPr/>
        </p:nvSpPr>
        <p:spPr>
          <a:xfrm>
            <a:off x="304800" y="5105400"/>
            <a:ext cx="1676400" cy="528638"/>
          </a:xfrm>
          <a:prstGeom prst="rect">
            <a:avLst/>
          </a:prstGeom>
          <a:solidFill>
            <a:srgbClr val="FFFF99"/>
          </a:solidFill>
          <a:ln w="9525" cap="flat" cmpd="sng">
            <a:solidFill>
              <a:srgbClr val="FFFF99"/>
            </a:solidFill>
            <a:prstDash val="solid"/>
            <a:miter/>
            <a:headEnd type="none" w="med" len="med"/>
            <a:tailEnd type="none" w="med" len="med"/>
          </a:ln>
        </p:spPr>
        <p:txBody>
          <a:bodyPr>
            <a:spAutoFit/>
          </a:bodyPr>
          <a:p>
            <a:pPr algn="l">
              <a:spcBef>
                <a:spcPct val="50000"/>
              </a:spcBef>
              <a:buClr>
                <a:schemeClr val="bg1"/>
              </a:buClr>
            </a:pPr>
            <a:r>
              <a:rPr lang="zh-CN" altLang="en-US" sz="2800" dirty="0">
                <a:latin typeface="楷体_GB2312" panose="02010609030101010101" pitchFamily="49" charset="-122"/>
                <a:ea typeface="楷体_GB2312" panose="02010609030101010101" pitchFamily="49" charset="-122"/>
              </a:rPr>
              <a:t>约束条件</a:t>
            </a:r>
            <a:endParaRPr lang="zh-CN" altLang="en-US" sz="2800">
              <a:latin typeface="楷体_GB2312" panose="02010609030101010101" pitchFamily="49" charset="-122"/>
              <a:ea typeface="楷体_GB2312" panose="02010609030101010101" pitchFamily="49" charset="-122"/>
            </a:endParaRPr>
          </a:p>
        </p:txBody>
      </p:sp>
      <p:sp>
        <p:nvSpPr>
          <p:cNvPr id="193570" name="文本框 193569"/>
          <p:cNvSpPr txBox="1"/>
          <p:nvPr/>
        </p:nvSpPr>
        <p:spPr>
          <a:xfrm>
            <a:off x="2124075" y="6338888"/>
            <a:ext cx="1676400" cy="519112"/>
          </a:xfrm>
          <a:prstGeom prst="rect">
            <a:avLst/>
          </a:prstGeom>
          <a:solidFill>
            <a:srgbClr val="BAEEF4"/>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非负约束</a:t>
            </a:r>
            <a:r>
              <a:rPr lang="zh-CN" altLang="en-US" sz="2800" b="0" dirty="0">
                <a:latin typeface="Times New Roman" panose="02020603050405020304" pitchFamily="18" charset="0"/>
              </a:rPr>
              <a:t> </a:t>
            </a:r>
            <a:endParaRPr lang="zh-CN" altLang="en-US" sz="2800" b="0">
              <a:latin typeface="Times New Roman" panose="02020603050405020304" pitchFamily="18" charset="0"/>
            </a:endParaRPr>
          </a:p>
        </p:txBody>
      </p:sp>
      <p:graphicFrame>
        <p:nvGraphicFramePr>
          <p:cNvPr id="193571" name="对象 193570"/>
          <p:cNvGraphicFramePr/>
          <p:nvPr/>
        </p:nvGraphicFramePr>
        <p:xfrm>
          <a:off x="4800600" y="5918200"/>
          <a:ext cx="1447800" cy="520700"/>
        </p:xfrm>
        <a:graphic>
          <a:graphicData uri="http://schemas.openxmlformats.org/presentationml/2006/ole">
            <mc:AlternateContent xmlns:mc="http://schemas.openxmlformats.org/markup-compatibility/2006">
              <mc:Choice xmlns:v="urn:schemas-microsoft-com:vml" Requires="v">
                <p:oleObj spid="_x0000_s3080" name="" r:id="rId9" imgW="609600" imgH="215900" progId="Equation.3">
                  <p:embed/>
                </p:oleObj>
              </mc:Choice>
              <mc:Fallback>
                <p:oleObj name="" r:id="rId9" imgW="609600" imgH="215900" progId="Equation.3">
                  <p:embed/>
                  <p:pic>
                    <p:nvPicPr>
                      <p:cNvPr id="0" name="图片 3079"/>
                      <p:cNvPicPr/>
                      <p:nvPr/>
                    </p:nvPicPr>
                    <p:blipFill>
                      <a:blip r:embed="rId10"/>
                      <a:stretch>
                        <a:fillRect/>
                      </a:stretch>
                    </p:blipFill>
                    <p:spPr>
                      <a:xfrm>
                        <a:off x="4800600" y="5918200"/>
                        <a:ext cx="1447800" cy="520700"/>
                      </a:xfrm>
                      <a:prstGeom prst="rect">
                        <a:avLst/>
                      </a:prstGeom>
                      <a:noFill/>
                      <a:ln w="38100">
                        <a:noFill/>
                        <a:miter/>
                      </a:ln>
                    </p:spPr>
                  </p:pic>
                </p:oleObj>
              </mc:Fallback>
            </mc:AlternateContent>
          </a:graphicData>
        </a:graphic>
      </p:graphicFrame>
      <p:sp>
        <p:nvSpPr>
          <p:cNvPr id="193572" name="文本框 193571"/>
          <p:cNvSpPr txBox="1"/>
          <p:nvPr/>
        </p:nvSpPr>
        <p:spPr>
          <a:xfrm>
            <a:off x="7620000" y="4191000"/>
            <a:ext cx="914400" cy="1800225"/>
          </a:xfrm>
          <a:prstGeom prst="rect">
            <a:avLst/>
          </a:prstGeom>
          <a:solidFill>
            <a:srgbClr val="66CCFF"/>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线性规划模型</a:t>
            </a:r>
            <a:r>
              <a:rPr lang="en-US" altLang="zh-CN" sz="2800">
                <a:latin typeface="Times New Roman" panose="02020603050405020304" pitchFamily="18" charset="0"/>
              </a:rPr>
              <a:t>(LP)</a:t>
            </a:r>
            <a:endParaRPr lang="en-US" altLang="zh-CN" sz="2800">
              <a:latin typeface="Times New Roman" panose="02020603050405020304" pitchFamily="18" charset="0"/>
            </a:endParaRPr>
          </a:p>
        </p:txBody>
      </p:sp>
      <p:sp>
        <p:nvSpPr>
          <p:cNvPr id="193573" name="文本框 193572"/>
          <p:cNvSpPr txBox="1"/>
          <p:nvPr/>
        </p:nvSpPr>
        <p:spPr>
          <a:xfrm>
            <a:off x="3352800" y="1919288"/>
            <a:ext cx="2209800" cy="519112"/>
          </a:xfrm>
          <a:prstGeom prst="rect">
            <a:avLst/>
          </a:prstGeom>
          <a:no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时间</a:t>
            </a:r>
            <a:r>
              <a:rPr lang="en-US" altLang="zh-CN" sz="2800" dirty="0">
                <a:latin typeface="Times New Roman" panose="02020603050405020304" pitchFamily="18" charset="0"/>
              </a:rPr>
              <a:t>480</a:t>
            </a:r>
            <a:r>
              <a:rPr lang="zh-CN" altLang="en-US" sz="2800" dirty="0">
                <a:latin typeface="Times New Roman" panose="02020603050405020304" pitchFamily="18" charset="0"/>
              </a:rPr>
              <a:t>小时 </a:t>
            </a:r>
            <a:endParaRPr lang="zh-CN" altLang="en-US" sz="2800">
              <a:latin typeface="Times New Roman" panose="02020603050405020304" pitchFamily="18" charset="0"/>
            </a:endParaRPr>
          </a:p>
        </p:txBody>
      </p:sp>
      <p:sp>
        <p:nvSpPr>
          <p:cNvPr id="193574" name="文本框 193573"/>
          <p:cNvSpPr txBox="1"/>
          <p:nvPr/>
        </p:nvSpPr>
        <p:spPr>
          <a:xfrm>
            <a:off x="5638800" y="1919288"/>
            <a:ext cx="3276600" cy="519112"/>
          </a:xfrm>
          <a:prstGeom prst="rect">
            <a:avLst/>
          </a:prstGeom>
          <a:noFill/>
          <a:ln w="9525">
            <a:noFill/>
          </a:ln>
        </p:spPr>
        <p:txBody>
          <a:bodyPr>
            <a:spAutoFit/>
          </a:bodyPr>
          <a:p>
            <a:pPr algn="l">
              <a:buClr>
                <a:schemeClr val="bg1"/>
              </a:buClr>
            </a:pPr>
            <a:r>
              <a:rPr lang="zh-CN" altLang="en-US" sz="2800" dirty="0">
                <a:latin typeface="Times New Roman" panose="02020603050405020304" pitchFamily="18" charset="0"/>
              </a:rPr>
              <a:t>至多加工</a:t>
            </a:r>
            <a:r>
              <a:rPr lang="en-US" altLang="zh-CN" sz="2800" dirty="0">
                <a:latin typeface="Times New Roman" panose="02020603050405020304" pitchFamily="18" charset="0"/>
              </a:rPr>
              <a:t>100</a:t>
            </a:r>
            <a:r>
              <a:rPr lang="zh-CN" altLang="en-US" sz="2800" dirty="0">
                <a:latin typeface="Times New Roman" panose="02020603050405020304" pitchFamily="18" charset="0"/>
              </a:rPr>
              <a:t>公斤</a:t>
            </a:r>
            <a:r>
              <a:rPr lang="en-US" altLang="zh-CN" sz="2800">
                <a:latin typeface="Times New Roman" panose="02020603050405020304" pitchFamily="18" charset="0"/>
              </a:rPr>
              <a:t>A</a:t>
            </a:r>
            <a:r>
              <a:rPr lang="en-US" altLang="zh-CN" sz="2800" baseline="-30000">
                <a:latin typeface="Times New Roman" panose="02020603050405020304" pitchFamily="18" charset="0"/>
              </a:rPr>
              <a:t>1</a:t>
            </a:r>
            <a:r>
              <a:rPr lang="en-US" altLang="zh-CN" sz="2800">
                <a:latin typeface="Times New Roman" panose="02020603050405020304" pitchFamily="18" charset="0"/>
              </a:rPr>
              <a:t> </a:t>
            </a:r>
            <a:endParaRPr lang="en-US" altLang="zh-CN" sz="2800">
              <a:latin typeface="Times New Roman" panose="02020603050405020304" pitchFamily="18" charset="0"/>
            </a:endParaRPr>
          </a:p>
        </p:txBody>
      </p:sp>
      <p:grpSp>
        <p:nvGrpSpPr>
          <p:cNvPr id="193575" name="组合 193574"/>
          <p:cNvGrpSpPr/>
          <p:nvPr/>
        </p:nvGrpSpPr>
        <p:grpSpPr>
          <a:xfrm>
            <a:off x="539750" y="1919288"/>
            <a:ext cx="2736850" cy="519112"/>
            <a:chOff x="340" y="1104"/>
            <a:chExt cx="1724" cy="327"/>
          </a:xfrm>
        </p:grpSpPr>
        <p:sp>
          <p:nvSpPr>
            <p:cNvPr id="193576" name="文本框 193575"/>
            <p:cNvSpPr txBox="1"/>
            <p:nvPr/>
          </p:nvSpPr>
          <p:spPr>
            <a:xfrm>
              <a:off x="987" y="1104"/>
              <a:ext cx="1077" cy="327"/>
            </a:xfrm>
            <a:prstGeom prst="rect">
              <a:avLst/>
            </a:prstGeom>
            <a:noFill/>
            <a:ln w="9525">
              <a:noFill/>
            </a:ln>
          </p:spPr>
          <p:txBody>
            <a:bodyPr>
              <a:spAutoFit/>
            </a:bodyPr>
            <a:p>
              <a:pPr algn="l">
                <a:spcBef>
                  <a:spcPct val="50000"/>
                </a:spcBef>
                <a:buClr>
                  <a:schemeClr val="bg1"/>
                </a:buClr>
              </a:pPr>
              <a:r>
                <a:rPr lang="en-US" altLang="zh-CN" sz="2800" dirty="0">
                  <a:latin typeface="Times New Roman" panose="02020603050405020304" pitchFamily="18" charset="0"/>
                </a:rPr>
                <a:t>50</a:t>
              </a:r>
              <a:r>
                <a:rPr lang="zh-CN" altLang="en-US" sz="2800" dirty="0">
                  <a:latin typeface="Times New Roman" panose="02020603050405020304" pitchFamily="18" charset="0"/>
                </a:rPr>
                <a:t>桶牛奶 </a:t>
              </a:r>
              <a:endParaRPr lang="zh-CN" altLang="en-US" sz="2800">
                <a:latin typeface="Times New Roman" panose="02020603050405020304" pitchFamily="18" charset="0"/>
              </a:endParaRPr>
            </a:p>
          </p:txBody>
        </p:sp>
        <p:sp>
          <p:nvSpPr>
            <p:cNvPr id="193577" name="文本框 193576"/>
            <p:cNvSpPr txBox="1"/>
            <p:nvPr/>
          </p:nvSpPr>
          <p:spPr>
            <a:xfrm>
              <a:off x="340" y="1104"/>
              <a:ext cx="590" cy="327"/>
            </a:xfrm>
            <a:prstGeom prst="rect">
              <a:avLst/>
            </a:prstGeom>
            <a:no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每天</a:t>
              </a:r>
              <a:endParaRPr lang="zh-CN" altLang="en-US" sz="2800">
                <a:latin typeface="Times New Roman" panose="02020603050405020304" pitchFamily="18" charset="0"/>
              </a:endParaRPr>
            </a:p>
          </p:txBody>
        </p:sp>
      </p:gr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35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35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35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35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93557"/>
                                        </p:tgtEl>
                                        <p:attrNameLst>
                                          <p:attrName>style.visibility</p:attrName>
                                        </p:attrNameLst>
                                      </p:cBhvr>
                                      <p:to>
                                        <p:strVal val="visible"/>
                                      </p:to>
                                    </p:set>
                                    <p:animEffect transition="in" filter="blinds(horizontal)">
                                      <p:cBhvr>
                                        <p:cTn id="23" dur="500"/>
                                        <p:tgtEl>
                                          <p:spTgt spid="19355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93558"/>
                                        </p:tgtEl>
                                        <p:attrNameLst>
                                          <p:attrName>style.visibility</p:attrName>
                                        </p:attrNameLst>
                                      </p:cBhvr>
                                      <p:to>
                                        <p:strVal val="visible"/>
                                      </p:to>
                                    </p:set>
                                    <p:animEffect transition="in" filter="blinds(horizontal)">
                                      <p:cBhvr>
                                        <p:cTn id="28" dur="500"/>
                                        <p:tgtEl>
                                          <p:spTgt spid="193558"/>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193568"/>
                                        </p:tgtEl>
                                        <p:attrNameLst>
                                          <p:attrName>style.visibility</p:attrName>
                                        </p:attrNameLst>
                                      </p:cBhvr>
                                      <p:to>
                                        <p:strVal val="visible"/>
                                      </p:to>
                                    </p:set>
                                    <p:animEffect transition="in" filter="checkerboard(across)">
                                      <p:cBhvr>
                                        <p:cTn id="33" dur="500"/>
                                        <p:tgtEl>
                                          <p:spTgt spid="193568"/>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nodeType="clickEffect">
                                  <p:stCondLst>
                                    <p:cond delay="0"/>
                                  </p:stCondLst>
                                  <p:childTnLst>
                                    <p:set>
                                      <p:cBhvr>
                                        <p:cTn id="37" dur="1" fill="hold">
                                          <p:stCondLst>
                                            <p:cond delay="0"/>
                                          </p:stCondLst>
                                        </p:cTn>
                                        <p:tgtEl>
                                          <p:spTgt spid="193567"/>
                                        </p:tgtEl>
                                        <p:attrNameLst>
                                          <p:attrName>style.visibility</p:attrName>
                                        </p:attrNameLst>
                                      </p:cBhvr>
                                      <p:to>
                                        <p:strVal val="visible"/>
                                      </p:to>
                                    </p:set>
                                    <p:animEffect transition="in" filter="checkerboard(across)">
                                      <p:cBhvr>
                                        <p:cTn id="38" dur="500"/>
                                        <p:tgtEl>
                                          <p:spTgt spid="193567"/>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9356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93559"/>
                                        </p:tgtEl>
                                        <p:attrNameLst>
                                          <p:attrName>style.visibility</p:attrName>
                                        </p:attrNameLst>
                                      </p:cBhvr>
                                      <p:to>
                                        <p:strVal val="visible"/>
                                      </p:to>
                                    </p:set>
                                    <p:animEffect transition="in" filter="dissolve">
                                      <p:cBhvr>
                                        <p:cTn id="47" dur="500"/>
                                        <p:tgtEl>
                                          <p:spTgt spid="193559"/>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193575"/>
                                        </p:tgtEl>
                                        <p:attrNameLst>
                                          <p:attrName>style.visibility</p:attrName>
                                        </p:attrNameLst>
                                      </p:cBhvr>
                                      <p:to>
                                        <p:strVal val="visible"/>
                                      </p:to>
                                    </p:set>
                                    <p:animEffect transition="in" filter="box(in)">
                                      <p:cBhvr>
                                        <p:cTn id="52" dur="500"/>
                                        <p:tgtEl>
                                          <p:spTgt spid="193575"/>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193560"/>
                                        </p:tgtEl>
                                        <p:attrNameLst>
                                          <p:attrName>style.visibility</p:attrName>
                                        </p:attrNameLst>
                                      </p:cBhvr>
                                      <p:to>
                                        <p:strVal val="visible"/>
                                      </p:to>
                                    </p:set>
                                    <p:animEffect transition="in" filter="dissolve">
                                      <p:cBhvr>
                                        <p:cTn id="57" dur="500"/>
                                        <p:tgtEl>
                                          <p:spTgt spid="19356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93561"/>
                                        </p:tgtEl>
                                        <p:attrNameLst>
                                          <p:attrName>style.visibility</p:attrName>
                                        </p:attrNameLst>
                                      </p:cBhvr>
                                      <p:to>
                                        <p:strVal val="visible"/>
                                      </p:to>
                                    </p:set>
                                    <p:animEffect transition="in" filter="blinds(horizontal)">
                                      <p:cBhvr>
                                        <p:cTn id="62" dur="500"/>
                                        <p:tgtEl>
                                          <p:spTgt spid="193561"/>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42" fill="hold" grpId="0" nodeType="clickEffect">
                                  <p:stCondLst>
                                    <p:cond delay="0"/>
                                  </p:stCondLst>
                                  <p:childTnLst>
                                    <p:set>
                                      <p:cBhvr>
                                        <p:cTn id="66" dur="1" fill="hold">
                                          <p:stCondLst>
                                            <p:cond delay="0"/>
                                          </p:stCondLst>
                                        </p:cTn>
                                        <p:tgtEl>
                                          <p:spTgt spid="193573"/>
                                        </p:tgtEl>
                                        <p:attrNameLst>
                                          <p:attrName>style.visibility</p:attrName>
                                        </p:attrNameLst>
                                      </p:cBhvr>
                                      <p:to>
                                        <p:strVal val="visible"/>
                                      </p:to>
                                    </p:set>
                                    <p:animEffect transition="in" filter="barn(outHorizontal)">
                                      <p:cBhvr>
                                        <p:cTn id="67" dur="500"/>
                                        <p:tgtEl>
                                          <p:spTgt spid="193573"/>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193562"/>
                                        </p:tgtEl>
                                        <p:attrNameLst>
                                          <p:attrName>style.visibility</p:attrName>
                                        </p:attrNameLst>
                                      </p:cBhvr>
                                      <p:to>
                                        <p:strVal val="visible"/>
                                      </p:to>
                                    </p:set>
                                    <p:animEffect transition="in" filter="blinds(horizontal)">
                                      <p:cBhvr>
                                        <p:cTn id="72" dur="500"/>
                                        <p:tgtEl>
                                          <p:spTgt spid="193562"/>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16" fill="hold" grpId="0" nodeType="clickEffect">
                                  <p:stCondLst>
                                    <p:cond delay="0"/>
                                  </p:stCondLst>
                                  <p:childTnLst>
                                    <p:set>
                                      <p:cBhvr>
                                        <p:cTn id="76" dur="1" fill="hold">
                                          <p:stCondLst>
                                            <p:cond delay="0"/>
                                          </p:stCondLst>
                                        </p:cTn>
                                        <p:tgtEl>
                                          <p:spTgt spid="193563"/>
                                        </p:tgtEl>
                                        <p:attrNameLst>
                                          <p:attrName>style.visibility</p:attrName>
                                        </p:attrNameLst>
                                      </p:cBhvr>
                                      <p:to>
                                        <p:strVal val="visible"/>
                                      </p:to>
                                    </p:set>
                                    <p:animEffect transition="in" filter="box(in)">
                                      <p:cBhvr>
                                        <p:cTn id="77" dur="500"/>
                                        <p:tgtEl>
                                          <p:spTgt spid="193563"/>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42" fill="hold" grpId="0" nodeType="clickEffect">
                                  <p:stCondLst>
                                    <p:cond delay="0"/>
                                  </p:stCondLst>
                                  <p:childTnLst>
                                    <p:set>
                                      <p:cBhvr>
                                        <p:cTn id="81" dur="1" fill="hold">
                                          <p:stCondLst>
                                            <p:cond delay="0"/>
                                          </p:stCondLst>
                                        </p:cTn>
                                        <p:tgtEl>
                                          <p:spTgt spid="193574"/>
                                        </p:tgtEl>
                                        <p:attrNameLst>
                                          <p:attrName>style.visibility</p:attrName>
                                        </p:attrNameLst>
                                      </p:cBhvr>
                                      <p:to>
                                        <p:strVal val="visible"/>
                                      </p:to>
                                    </p:set>
                                    <p:animEffect transition="in" filter="barn(outHorizontal)">
                                      <p:cBhvr>
                                        <p:cTn id="82" dur="500"/>
                                        <p:tgtEl>
                                          <p:spTgt spid="193574"/>
                                        </p:tgtEl>
                                      </p:cBhvr>
                                    </p:animEffect>
                                  </p:childTnLst>
                                </p:cTn>
                              </p:par>
                            </p:childTnLst>
                          </p:cTn>
                        </p:par>
                      </p:childTnLst>
                    </p:cTn>
                  </p:par>
                  <p:par>
                    <p:cTn id="83" fill="hold">
                      <p:stCondLst>
                        <p:cond delay="indefinite"/>
                      </p:stCondLst>
                      <p:childTnLst>
                        <p:par>
                          <p:cTn id="84" fill="hold">
                            <p:stCondLst>
                              <p:cond delay="0"/>
                            </p:stCondLst>
                            <p:childTnLst>
                              <p:par>
                                <p:cTn id="85" presetID="4" presetClass="entr" presetSubtype="16" fill="hold" nodeType="clickEffect">
                                  <p:stCondLst>
                                    <p:cond delay="0"/>
                                  </p:stCondLst>
                                  <p:childTnLst>
                                    <p:set>
                                      <p:cBhvr>
                                        <p:cTn id="86" dur="1" fill="hold">
                                          <p:stCondLst>
                                            <p:cond delay="0"/>
                                          </p:stCondLst>
                                        </p:cTn>
                                        <p:tgtEl>
                                          <p:spTgt spid="193564"/>
                                        </p:tgtEl>
                                        <p:attrNameLst>
                                          <p:attrName>style.visibility</p:attrName>
                                        </p:attrNameLst>
                                      </p:cBhvr>
                                      <p:to>
                                        <p:strVal val="visible"/>
                                      </p:to>
                                    </p:set>
                                    <p:animEffect transition="in" filter="box(in)">
                                      <p:cBhvr>
                                        <p:cTn id="87" dur="500"/>
                                        <p:tgtEl>
                                          <p:spTgt spid="193564"/>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193570"/>
                                        </p:tgtEl>
                                        <p:attrNameLst>
                                          <p:attrName>style.visibility</p:attrName>
                                        </p:attrNameLst>
                                      </p:cBhvr>
                                      <p:to>
                                        <p:strVal val="visible"/>
                                      </p:to>
                                    </p:set>
                                    <p:animEffect transition="in" filter="blinds(horizontal)">
                                      <p:cBhvr>
                                        <p:cTn id="92" dur="500"/>
                                        <p:tgtEl>
                                          <p:spTgt spid="193570"/>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193571"/>
                                        </p:tgtEl>
                                        <p:attrNameLst>
                                          <p:attrName>style.visibility</p:attrName>
                                        </p:attrNameLst>
                                      </p:cBhvr>
                                      <p:to>
                                        <p:strVal val="visible"/>
                                      </p:to>
                                    </p:set>
                                    <p:animEffect transition="in" filter="blinds(horizontal)">
                                      <p:cBhvr>
                                        <p:cTn id="97" dur="500"/>
                                        <p:tgtEl>
                                          <p:spTgt spid="193571"/>
                                        </p:tgtEl>
                                      </p:cBhvr>
                                    </p:animEffect>
                                  </p:childTnLst>
                                </p:cTn>
                              </p:par>
                            </p:childTnLst>
                          </p:cTn>
                        </p:par>
                      </p:childTnLst>
                    </p:cTn>
                  </p:par>
                  <p:par>
                    <p:cTn id="98" fill="hold">
                      <p:stCondLst>
                        <p:cond delay="indefinite"/>
                      </p:stCondLst>
                      <p:childTnLst>
                        <p:par>
                          <p:cTn id="99" fill="hold">
                            <p:stCondLst>
                              <p:cond delay="0"/>
                            </p:stCondLst>
                            <p:childTnLst>
                              <p:par>
                                <p:cTn id="100" presetID="16" presetClass="entr" presetSubtype="42" fill="hold" grpId="0" nodeType="clickEffect">
                                  <p:stCondLst>
                                    <p:cond delay="0"/>
                                  </p:stCondLst>
                                  <p:childTnLst>
                                    <p:set>
                                      <p:cBhvr>
                                        <p:cTn id="101" dur="1" fill="hold">
                                          <p:stCondLst>
                                            <p:cond delay="0"/>
                                          </p:stCondLst>
                                        </p:cTn>
                                        <p:tgtEl>
                                          <p:spTgt spid="193572"/>
                                        </p:tgtEl>
                                        <p:attrNameLst>
                                          <p:attrName>style.visibility</p:attrName>
                                        </p:attrNameLst>
                                      </p:cBhvr>
                                      <p:to>
                                        <p:strVal val="visible"/>
                                      </p:to>
                                    </p:set>
                                    <p:animEffect transition="in" filter="barn(outHorizontal)">
                                      <p:cBhvr>
                                        <p:cTn id="102" dur="500"/>
                                        <p:tgtEl>
                                          <p:spTgt spid="193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55" grpId="0"/>
      <p:bldP spid="193556" grpId="0"/>
      <p:bldP spid="193557" grpId="0"/>
      <p:bldP spid="193558" grpId="0"/>
      <p:bldP spid="193559" grpId="0" animBg="1"/>
      <p:bldP spid="193561" grpId="0" animBg="1"/>
      <p:bldP spid="193563" grpId="0" animBg="1"/>
      <p:bldP spid="193565" grpId="0" animBg="1"/>
      <p:bldP spid="193566" grpId="0" animBg="1"/>
      <p:bldP spid="193568" grpId="0" animBg="1"/>
      <p:bldP spid="193569" grpId="0" animBg="1"/>
      <p:bldP spid="193570" grpId="0" animBg="1"/>
      <p:bldP spid="193572" grpId="0" animBg="1"/>
      <p:bldP spid="193573" grpId="0"/>
      <p:bldP spid="19357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文本框 194561"/>
          <p:cNvSpPr txBox="1"/>
          <p:nvPr/>
        </p:nvSpPr>
        <p:spPr>
          <a:xfrm>
            <a:off x="1066800" y="381000"/>
            <a:ext cx="2514600" cy="579438"/>
          </a:xfrm>
          <a:prstGeom prst="rect">
            <a:avLst/>
          </a:prstGeom>
          <a:solidFill>
            <a:srgbClr val="FFFF99"/>
          </a:solidFill>
          <a:ln w="9525">
            <a:noFill/>
          </a:ln>
        </p:spPr>
        <p:txBody>
          <a:bodyPr>
            <a:spAutoFit/>
          </a:bodyPr>
          <a:p>
            <a:pPr algn="ctr">
              <a:spcBef>
                <a:spcPct val="50000"/>
              </a:spcBef>
              <a:buClr>
                <a:schemeClr val="bg1"/>
              </a:buClr>
            </a:pPr>
            <a:r>
              <a:rPr lang="zh-CN" altLang="en-US" sz="3200" dirty="0">
                <a:latin typeface="楷体_GB2312" panose="02010609030101010101" pitchFamily="49" charset="-122"/>
                <a:ea typeface="楷体_GB2312" panose="02010609030101010101" pitchFamily="49" charset="-122"/>
              </a:rPr>
              <a:t>模型求解</a:t>
            </a:r>
            <a:r>
              <a:rPr lang="zh-CN" altLang="en-US" sz="3200" b="0" dirty="0">
                <a:latin typeface="楷体_GB2312" panose="02010609030101010101" pitchFamily="49" charset="-122"/>
                <a:ea typeface="楷体_GB2312" panose="02010609030101010101" pitchFamily="49" charset="-122"/>
              </a:rPr>
              <a:t> </a:t>
            </a:r>
            <a:endParaRPr lang="zh-CN" altLang="en-US" sz="3200" b="0">
              <a:latin typeface="楷体_GB2312" panose="02010609030101010101" pitchFamily="49" charset="-122"/>
              <a:ea typeface="楷体_GB2312" panose="02010609030101010101" pitchFamily="49" charset="-122"/>
            </a:endParaRPr>
          </a:p>
        </p:txBody>
      </p:sp>
      <p:sp>
        <p:nvSpPr>
          <p:cNvPr id="194563" name="文本框 194562"/>
          <p:cNvSpPr txBox="1"/>
          <p:nvPr/>
        </p:nvSpPr>
        <p:spPr>
          <a:xfrm>
            <a:off x="3886200" y="457200"/>
            <a:ext cx="1600200" cy="519113"/>
          </a:xfrm>
          <a:prstGeom prst="rect">
            <a:avLst/>
          </a:prstGeom>
          <a:solidFill>
            <a:srgbClr val="FFFF99"/>
          </a:solidFill>
          <a:ln w="9525">
            <a:noFill/>
          </a:ln>
        </p:spPr>
        <p:txBody>
          <a:bodyPr>
            <a:spAutoFit/>
          </a:bodyPr>
          <a:p>
            <a:pPr algn="ctr">
              <a:spcBef>
                <a:spcPct val="50000"/>
              </a:spcBef>
              <a:buClr>
                <a:schemeClr val="bg1"/>
              </a:buClr>
            </a:pPr>
            <a:r>
              <a:rPr lang="zh-CN" altLang="en-US" sz="2800" dirty="0">
                <a:latin typeface="楷体_GB2312" panose="02010609030101010101" pitchFamily="49" charset="-122"/>
                <a:ea typeface="楷体_GB2312" panose="02010609030101010101" pitchFamily="49" charset="-122"/>
              </a:rPr>
              <a:t>图解法</a:t>
            </a:r>
            <a:r>
              <a:rPr lang="zh-CN" altLang="en-US" sz="2800" b="0" dirty="0">
                <a:latin typeface="楷体_GB2312" panose="02010609030101010101" pitchFamily="49" charset="-122"/>
                <a:ea typeface="楷体_GB2312" panose="02010609030101010101" pitchFamily="49" charset="-122"/>
              </a:rPr>
              <a:t> </a:t>
            </a:r>
            <a:endParaRPr lang="zh-CN" altLang="en-US" sz="2800" b="0">
              <a:latin typeface="楷体_GB2312" panose="02010609030101010101" pitchFamily="49" charset="-122"/>
              <a:ea typeface="楷体_GB2312" panose="02010609030101010101" pitchFamily="49" charset="-122"/>
            </a:endParaRPr>
          </a:p>
        </p:txBody>
      </p:sp>
      <p:grpSp>
        <p:nvGrpSpPr>
          <p:cNvPr id="194564" name="组合 194563"/>
          <p:cNvGrpSpPr/>
          <p:nvPr/>
        </p:nvGrpSpPr>
        <p:grpSpPr>
          <a:xfrm>
            <a:off x="6096000" y="533400"/>
            <a:ext cx="2971800" cy="3124200"/>
            <a:chOff x="3120" y="576"/>
            <a:chExt cx="1872" cy="1968"/>
          </a:xfrm>
        </p:grpSpPr>
        <p:sp>
          <p:nvSpPr>
            <p:cNvPr id="194565" name="直接连接符 194564"/>
            <p:cNvSpPr/>
            <p:nvPr/>
          </p:nvSpPr>
          <p:spPr>
            <a:xfrm>
              <a:off x="3312" y="2304"/>
              <a:ext cx="1440" cy="0"/>
            </a:xfrm>
            <a:prstGeom prst="line">
              <a:avLst/>
            </a:prstGeom>
            <a:ln w="9525" cap="flat" cmpd="sng">
              <a:solidFill>
                <a:schemeClr val="tx1"/>
              </a:solidFill>
              <a:prstDash val="solid"/>
              <a:headEnd type="none" w="med" len="med"/>
              <a:tailEnd type="stealth" w="med" len="lg"/>
            </a:ln>
          </p:spPr>
        </p:sp>
        <p:sp>
          <p:nvSpPr>
            <p:cNvPr id="194566" name="直接连接符 194565"/>
            <p:cNvSpPr/>
            <p:nvPr/>
          </p:nvSpPr>
          <p:spPr>
            <a:xfrm flipV="1">
              <a:off x="3312" y="768"/>
              <a:ext cx="0" cy="1536"/>
            </a:xfrm>
            <a:prstGeom prst="line">
              <a:avLst/>
            </a:prstGeom>
            <a:ln w="9525" cap="flat" cmpd="sng">
              <a:solidFill>
                <a:schemeClr val="tx1"/>
              </a:solidFill>
              <a:prstDash val="solid"/>
              <a:headEnd type="none" w="med" len="med"/>
              <a:tailEnd type="stealth" w="med" len="lg"/>
            </a:ln>
          </p:spPr>
        </p:sp>
        <p:sp>
          <p:nvSpPr>
            <p:cNvPr id="194567" name="文本框 194566"/>
            <p:cNvSpPr txBox="1"/>
            <p:nvPr/>
          </p:nvSpPr>
          <p:spPr>
            <a:xfrm>
              <a:off x="4560" y="2256"/>
              <a:ext cx="432" cy="288"/>
            </a:xfrm>
            <a:prstGeom prst="rect">
              <a:avLst/>
            </a:prstGeom>
            <a:noFill/>
            <a:ln w="9525">
              <a:noFill/>
            </a:ln>
          </p:spPr>
          <p:txBody>
            <a:bodyPr>
              <a:spAutoFit/>
            </a:bodyPr>
            <a:p>
              <a:pPr algn="l">
                <a:spcBef>
                  <a:spcPct val="50000"/>
                </a:spcBef>
                <a:buClr>
                  <a:schemeClr val="bg1"/>
                </a:buClr>
              </a:pPr>
              <a:r>
                <a:rPr lang="en-US" altLang="zh-CN" sz="2400" i="1">
                  <a:latin typeface="Times New Roman" panose="02020603050405020304" pitchFamily="18" charset="0"/>
                </a:rPr>
                <a:t>x</a:t>
              </a:r>
              <a:r>
                <a:rPr lang="en-US" altLang="zh-CN" sz="2400" baseline="-25000">
                  <a:latin typeface="Times New Roman" panose="02020603050405020304" pitchFamily="18" charset="0"/>
                </a:rPr>
                <a:t>1</a:t>
              </a:r>
              <a:endParaRPr lang="en-US" altLang="zh-CN" sz="2400" i="1">
                <a:latin typeface="Times New Roman" panose="02020603050405020304" pitchFamily="18" charset="0"/>
              </a:endParaRPr>
            </a:p>
          </p:txBody>
        </p:sp>
        <p:sp>
          <p:nvSpPr>
            <p:cNvPr id="194568" name="文本框 194567"/>
            <p:cNvSpPr txBox="1"/>
            <p:nvPr/>
          </p:nvSpPr>
          <p:spPr>
            <a:xfrm>
              <a:off x="3360" y="576"/>
              <a:ext cx="480" cy="288"/>
            </a:xfrm>
            <a:prstGeom prst="rect">
              <a:avLst/>
            </a:prstGeom>
            <a:noFill/>
            <a:ln w="9525">
              <a:noFill/>
            </a:ln>
          </p:spPr>
          <p:txBody>
            <a:bodyPr>
              <a:spAutoFit/>
            </a:bodyPr>
            <a:p>
              <a:pPr algn="l">
                <a:spcBef>
                  <a:spcPct val="50000"/>
                </a:spcBef>
                <a:buClr>
                  <a:schemeClr val="bg1"/>
                </a:buClr>
              </a:pPr>
              <a:r>
                <a:rPr lang="en-US" altLang="zh-CN" sz="2400" i="1">
                  <a:latin typeface="Times New Roman" panose="02020603050405020304" pitchFamily="18" charset="0"/>
                </a:rPr>
                <a:t>x</a:t>
              </a:r>
              <a:r>
                <a:rPr lang="en-US" altLang="zh-CN" sz="2400" baseline="-25000">
                  <a:latin typeface="Times New Roman" panose="02020603050405020304" pitchFamily="18" charset="0"/>
                </a:rPr>
                <a:t>2</a:t>
              </a:r>
              <a:endParaRPr lang="en-US" altLang="zh-CN" sz="2400" i="1">
                <a:latin typeface="Times New Roman" panose="02020603050405020304" pitchFamily="18" charset="0"/>
              </a:endParaRPr>
            </a:p>
          </p:txBody>
        </p:sp>
        <p:sp>
          <p:nvSpPr>
            <p:cNvPr id="194569" name="文本框 194568"/>
            <p:cNvSpPr txBox="1"/>
            <p:nvPr/>
          </p:nvSpPr>
          <p:spPr>
            <a:xfrm>
              <a:off x="3120" y="2160"/>
              <a:ext cx="480" cy="288"/>
            </a:xfrm>
            <a:prstGeom prst="rect">
              <a:avLst/>
            </a:prstGeom>
            <a:noFill/>
            <a:ln w="9525">
              <a:noFill/>
            </a:ln>
          </p:spPr>
          <p:txBody>
            <a:bodyPr>
              <a:spAutoFit/>
            </a:bodyPr>
            <a:p>
              <a:pPr algn="l">
                <a:spcBef>
                  <a:spcPct val="50000"/>
                </a:spcBef>
                <a:buClr>
                  <a:schemeClr val="bg1"/>
                </a:buClr>
              </a:pPr>
              <a:r>
                <a:rPr lang="en-US" altLang="zh-CN" sz="2400">
                  <a:latin typeface="Times New Roman" panose="02020603050405020304" pitchFamily="18" charset="0"/>
                </a:rPr>
                <a:t>0</a:t>
              </a:r>
              <a:endParaRPr lang="en-US" altLang="zh-CN" sz="2400">
                <a:latin typeface="Times New Roman" panose="02020603050405020304" pitchFamily="18" charset="0"/>
              </a:endParaRPr>
            </a:p>
          </p:txBody>
        </p:sp>
      </p:grpSp>
      <p:grpSp>
        <p:nvGrpSpPr>
          <p:cNvPr id="194570" name="组合 194569"/>
          <p:cNvGrpSpPr/>
          <p:nvPr/>
        </p:nvGrpSpPr>
        <p:grpSpPr>
          <a:xfrm>
            <a:off x="6400800" y="762000"/>
            <a:ext cx="2133600" cy="2971800"/>
            <a:chOff x="4128" y="720"/>
            <a:chExt cx="1344" cy="1872"/>
          </a:xfrm>
        </p:grpSpPr>
        <p:sp>
          <p:nvSpPr>
            <p:cNvPr id="194571" name="文本框 194570"/>
            <p:cNvSpPr txBox="1"/>
            <p:nvPr/>
          </p:nvSpPr>
          <p:spPr>
            <a:xfrm>
              <a:off x="4128" y="720"/>
              <a:ext cx="480" cy="288"/>
            </a:xfrm>
            <a:prstGeom prst="rect">
              <a:avLst/>
            </a:prstGeom>
            <a:noFill/>
            <a:ln w="9525">
              <a:noFill/>
            </a:ln>
          </p:spPr>
          <p:txBody>
            <a:bodyPr>
              <a:spAutoFit/>
            </a:bodyPr>
            <a:p>
              <a:pPr algn="l">
                <a:spcBef>
                  <a:spcPct val="50000"/>
                </a:spcBef>
                <a:buClr>
                  <a:schemeClr val="bg1"/>
                </a:buClr>
              </a:pPr>
              <a:r>
                <a:rPr lang="en-US" altLang="zh-CN" sz="2400" i="1">
                  <a:latin typeface="Times New Roman" panose="02020603050405020304" pitchFamily="18" charset="0"/>
                </a:rPr>
                <a:t>A</a:t>
              </a:r>
              <a:endParaRPr lang="en-US" altLang="zh-CN" sz="2400" i="1">
                <a:latin typeface="Times New Roman" panose="02020603050405020304" pitchFamily="18" charset="0"/>
              </a:endParaRPr>
            </a:p>
          </p:txBody>
        </p:sp>
        <p:sp>
          <p:nvSpPr>
            <p:cNvPr id="194572" name="文本框 194571"/>
            <p:cNvSpPr txBox="1"/>
            <p:nvPr/>
          </p:nvSpPr>
          <p:spPr>
            <a:xfrm>
              <a:off x="4704" y="1248"/>
              <a:ext cx="480" cy="288"/>
            </a:xfrm>
            <a:prstGeom prst="rect">
              <a:avLst/>
            </a:prstGeom>
            <a:noFill/>
            <a:ln w="9525">
              <a:noFill/>
            </a:ln>
          </p:spPr>
          <p:txBody>
            <a:bodyPr>
              <a:spAutoFit/>
            </a:bodyPr>
            <a:p>
              <a:pPr algn="l">
                <a:spcBef>
                  <a:spcPct val="50000"/>
                </a:spcBef>
                <a:buClr>
                  <a:schemeClr val="bg1"/>
                </a:buClr>
              </a:pPr>
              <a:r>
                <a:rPr lang="en-US" altLang="zh-CN" sz="2400" i="1">
                  <a:latin typeface="Times New Roman" panose="02020603050405020304" pitchFamily="18" charset="0"/>
                </a:rPr>
                <a:t>B</a:t>
              </a:r>
              <a:endParaRPr lang="en-US" altLang="zh-CN" sz="2400" i="1">
                <a:latin typeface="Times New Roman" panose="02020603050405020304" pitchFamily="18" charset="0"/>
              </a:endParaRPr>
            </a:p>
          </p:txBody>
        </p:sp>
        <p:sp>
          <p:nvSpPr>
            <p:cNvPr id="194573" name="文本框 194572"/>
            <p:cNvSpPr txBox="1"/>
            <p:nvPr/>
          </p:nvSpPr>
          <p:spPr>
            <a:xfrm>
              <a:off x="4992" y="1776"/>
              <a:ext cx="480" cy="288"/>
            </a:xfrm>
            <a:prstGeom prst="rect">
              <a:avLst/>
            </a:prstGeom>
            <a:noFill/>
            <a:ln w="9525">
              <a:noFill/>
            </a:ln>
          </p:spPr>
          <p:txBody>
            <a:bodyPr>
              <a:spAutoFit/>
            </a:bodyPr>
            <a:p>
              <a:pPr algn="l">
                <a:spcBef>
                  <a:spcPct val="50000"/>
                </a:spcBef>
                <a:buClr>
                  <a:schemeClr val="bg1"/>
                </a:buClr>
              </a:pPr>
              <a:r>
                <a:rPr lang="en-US" altLang="zh-CN" sz="2400" i="1">
                  <a:latin typeface="Times New Roman" panose="02020603050405020304" pitchFamily="18" charset="0"/>
                </a:rPr>
                <a:t>C</a:t>
              </a:r>
              <a:endParaRPr lang="en-US" altLang="zh-CN" sz="2400" i="1">
                <a:latin typeface="Times New Roman" panose="02020603050405020304" pitchFamily="18" charset="0"/>
              </a:endParaRPr>
            </a:p>
          </p:txBody>
        </p:sp>
        <p:sp>
          <p:nvSpPr>
            <p:cNvPr id="194574" name="文本框 194573"/>
            <p:cNvSpPr txBox="1"/>
            <p:nvPr/>
          </p:nvSpPr>
          <p:spPr>
            <a:xfrm>
              <a:off x="4896" y="2304"/>
              <a:ext cx="480" cy="288"/>
            </a:xfrm>
            <a:prstGeom prst="rect">
              <a:avLst/>
            </a:prstGeom>
            <a:noFill/>
            <a:ln w="9525">
              <a:noFill/>
            </a:ln>
          </p:spPr>
          <p:txBody>
            <a:bodyPr>
              <a:spAutoFit/>
            </a:bodyPr>
            <a:p>
              <a:pPr algn="l">
                <a:spcBef>
                  <a:spcPct val="50000"/>
                </a:spcBef>
                <a:buClr>
                  <a:schemeClr val="bg1"/>
                </a:buClr>
              </a:pPr>
              <a:r>
                <a:rPr lang="en-US" altLang="zh-CN" sz="2400" i="1">
                  <a:latin typeface="Times New Roman" panose="02020603050405020304" pitchFamily="18" charset="0"/>
                </a:rPr>
                <a:t>D</a:t>
              </a:r>
              <a:endParaRPr lang="en-US" altLang="zh-CN" sz="2400" i="1">
                <a:latin typeface="Times New Roman" panose="02020603050405020304" pitchFamily="18" charset="0"/>
              </a:endParaRPr>
            </a:p>
          </p:txBody>
        </p:sp>
      </p:grpSp>
      <p:grpSp>
        <p:nvGrpSpPr>
          <p:cNvPr id="194575" name="组合 194574"/>
          <p:cNvGrpSpPr/>
          <p:nvPr/>
        </p:nvGrpSpPr>
        <p:grpSpPr>
          <a:xfrm>
            <a:off x="6019800" y="1143000"/>
            <a:ext cx="2590800" cy="2514600"/>
            <a:chOff x="3888" y="960"/>
            <a:chExt cx="1632" cy="1584"/>
          </a:xfrm>
        </p:grpSpPr>
        <p:sp>
          <p:nvSpPr>
            <p:cNvPr id="194576" name="直接连接符 194575"/>
            <p:cNvSpPr/>
            <p:nvPr/>
          </p:nvSpPr>
          <p:spPr>
            <a:xfrm>
              <a:off x="4128" y="960"/>
              <a:ext cx="624" cy="528"/>
            </a:xfrm>
            <a:prstGeom prst="line">
              <a:avLst/>
            </a:prstGeom>
            <a:ln w="38100" cap="flat" cmpd="sng">
              <a:solidFill>
                <a:schemeClr val="tx1"/>
              </a:solidFill>
              <a:prstDash val="solid"/>
              <a:headEnd type="none" w="med" len="med"/>
              <a:tailEnd type="none" w="med" len="med"/>
            </a:ln>
          </p:spPr>
        </p:sp>
        <p:sp>
          <p:nvSpPr>
            <p:cNvPr id="194577" name="直接连接符 194576"/>
            <p:cNvSpPr/>
            <p:nvPr/>
          </p:nvSpPr>
          <p:spPr>
            <a:xfrm>
              <a:off x="4752" y="1488"/>
              <a:ext cx="288" cy="480"/>
            </a:xfrm>
            <a:prstGeom prst="line">
              <a:avLst/>
            </a:prstGeom>
            <a:ln w="38100" cap="flat" cmpd="sng">
              <a:solidFill>
                <a:schemeClr val="tx1"/>
              </a:solidFill>
              <a:prstDash val="solid"/>
              <a:headEnd type="none" w="med" len="med"/>
              <a:tailEnd type="none" w="med" len="med"/>
            </a:ln>
          </p:spPr>
        </p:sp>
        <p:sp>
          <p:nvSpPr>
            <p:cNvPr id="194578" name="直接连接符 194577"/>
            <p:cNvSpPr/>
            <p:nvPr/>
          </p:nvSpPr>
          <p:spPr>
            <a:xfrm>
              <a:off x="5040" y="1968"/>
              <a:ext cx="0" cy="336"/>
            </a:xfrm>
            <a:prstGeom prst="line">
              <a:avLst/>
            </a:prstGeom>
            <a:ln w="38100" cap="flat" cmpd="sng">
              <a:solidFill>
                <a:schemeClr val="tx1"/>
              </a:solidFill>
              <a:prstDash val="solid"/>
              <a:headEnd type="none" w="med" len="med"/>
              <a:tailEnd type="none" w="med" len="med"/>
            </a:ln>
          </p:spPr>
        </p:sp>
        <p:sp>
          <p:nvSpPr>
            <p:cNvPr id="194579" name="直接连接符 194578"/>
            <p:cNvSpPr/>
            <p:nvPr/>
          </p:nvSpPr>
          <p:spPr>
            <a:xfrm>
              <a:off x="4128" y="960"/>
              <a:ext cx="0" cy="1344"/>
            </a:xfrm>
            <a:prstGeom prst="line">
              <a:avLst/>
            </a:prstGeom>
            <a:ln w="38100" cap="flat" cmpd="sng">
              <a:solidFill>
                <a:schemeClr val="tx1"/>
              </a:solidFill>
              <a:prstDash val="solid"/>
              <a:headEnd type="none" w="med" len="med"/>
              <a:tailEnd type="none" w="med" len="med"/>
            </a:ln>
          </p:spPr>
        </p:sp>
        <p:sp>
          <p:nvSpPr>
            <p:cNvPr id="194580" name="直接连接符 194579"/>
            <p:cNvSpPr/>
            <p:nvPr/>
          </p:nvSpPr>
          <p:spPr>
            <a:xfrm>
              <a:off x="4128" y="2304"/>
              <a:ext cx="912" cy="0"/>
            </a:xfrm>
            <a:prstGeom prst="line">
              <a:avLst/>
            </a:prstGeom>
            <a:ln w="38100" cap="flat" cmpd="sng">
              <a:solidFill>
                <a:schemeClr val="tx1"/>
              </a:solidFill>
              <a:prstDash val="solid"/>
              <a:headEnd type="none" w="med" len="med"/>
              <a:tailEnd type="none" w="med" len="med"/>
            </a:ln>
          </p:spPr>
        </p:sp>
        <p:sp>
          <p:nvSpPr>
            <p:cNvPr id="194581" name="文本框 194580"/>
            <p:cNvSpPr txBox="1"/>
            <p:nvPr/>
          </p:nvSpPr>
          <p:spPr>
            <a:xfrm>
              <a:off x="4368" y="960"/>
              <a:ext cx="480" cy="288"/>
            </a:xfrm>
            <a:prstGeom prst="rect">
              <a:avLst/>
            </a:prstGeom>
            <a:noFill/>
            <a:ln w="9525">
              <a:noFill/>
            </a:ln>
          </p:spPr>
          <p:txBody>
            <a:bodyPr>
              <a:spAutoFit/>
            </a:bodyPr>
            <a:p>
              <a:pPr algn="l">
                <a:spcBef>
                  <a:spcPct val="50000"/>
                </a:spcBef>
                <a:buClr>
                  <a:schemeClr val="bg1"/>
                </a:buClr>
              </a:pPr>
              <a:r>
                <a:rPr lang="en-US" altLang="zh-CN" sz="2400" i="1">
                  <a:latin typeface="Times New Roman" panose="02020603050405020304" pitchFamily="18" charset="0"/>
                </a:rPr>
                <a:t>l</a:t>
              </a:r>
              <a:r>
                <a:rPr lang="en-US" altLang="zh-CN" sz="2400" baseline="-25000">
                  <a:latin typeface="Times New Roman" panose="02020603050405020304" pitchFamily="18" charset="0"/>
                </a:rPr>
                <a:t>1</a:t>
              </a:r>
              <a:endParaRPr lang="en-US" altLang="zh-CN" sz="2400" i="1">
                <a:latin typeface="Times New Roman" panose="02020603050405020304" pitchFamily="18" charset="0"/>
              </a:endParaRPr>
            </a:p>
          </p:txBody>
        </p:sp>
        <p:sp>
          <p:nvSpPr>
            <p:cNvPr id="194582" name="文本框 194581"/>
            <p:cNvSpPr txBox="1"/>
            <p:nvPr/>
          </p:nvSpPr>
          <p:spPr>
            <a:xfrm>
              <a:off x="4848" y="1488"/>
              <a:ext cx="480" cy="288"/>
            </a:xfrm>
            <a:prstGeom prst="rect">
              <a:avLst/>
            </a:prstGeom>
            <a:noFill/>
            <a:ln w="9525">
              <a:noFill/>
            </a:ln>
          </p:spPr>
          <p:txBody>
            <a:bodyPr>
              <a:spAutoFit/>
            </a:bodyPr>
            <a:p>
              <a:pPr algn="l">
                <a:spcBef>
                  <a:spcPct val="50000"/>
                </a:spcBef>
                <a:buClr>
                  <a:schemeClr val="bg1"/>
                </a:buClr>
              </a:pPr>
              <a:r>
                <a:rPr lang="en-US" altLang="zh-CN" sz="2400" i="1">
                  <a:latin typeface="Times New Roman" panose="02020603050405020304" pitchFamily="18" charset="0"/>
                </a:rPr>
                <a:t>l</a:t>
              </a:r>
              <a:r>
                <a:rPr lang="en-US" altLang="zh-CN" sz="2400" baseline="-25000">
                  <a:latin typeface="Times New Roman" panose="02020603050405020304" pitchFamily="18" charset="0"/>
                </a:rPr>
                <a:t>2</a:t>
              </a:r>
              <a:endParaRPr lang="en-US" altLang="zh-CN" sz="2400" i="1">
                <a:latin typeface="Times New Roman" panose="02020603050405020304" pitchFamily="18" charset="0"/>
              </a:endParaRPr>
            </a:p>
          </p:txBody>
        </p:sp>
        <p:sp>
          <p:nvSpPr>
            <p:cNvPr id="194583" name="文本框 194582"/>
            <p:cNvSpPr txBox="1"/>
            <p:nvPr/>
          </p:nvSpPr>
          <p:spPr>
            <a:xfrm>
              <a:off x="5040" y="1968"/>
              <a:ext cx="480" cy="288"/>
            </a:xfrm>
            <a:prstGeom prst="rect">
              <a:avLst/>
            </a:prstGeom>
            <a:noFill/>
            <a:ln w="9525">
              <a:noFill/>
            </a:ln>
          </p:spPr>
          <p:txBody>
            <a:bodyPr>
              <a:spAutoFit/>
            </a:bodyPr>
            <a:p>
              <a:pPr algn="l">
                <a:spcBef>
                  <a:spcPct val="50000"/>
                </a:spcBef>
                <a:buClr>
                  <a:schemeClr val="bg1"/>
                </a:buClr>
              </a:pPr>
              <a:r>
                <a:rPr lang="en-US" altLang="zh-CN" sz="2400" i="1">
                  <a:latin typeface="Times New Roman" panose="02020603050405020304" pitchFamily="18" charset="0"/>
                </a:rPr>
                <a:t>l</a:t>
              </a:r>
              <a:r>
                <a:rPr lang="en-US" altLang="zh-CN" sz="2400" baseline="-25000">
                  <a:latin typeface="Times New Roman" panose="02020603050405020304" pitchFamily="18" charset="0"/>
                </a:rPr>
                <a:t>3</a:t>
              </a:r>
              <a:endParaRPr lang="en-US" altLang="zh-CN" sz="2400" i="1">
                <a:latin typeface="Times New Roman" panose="02020603050405020304" pitchFamily="18" charset="0"/>
              </a:endParaRPr>
            </a:p>
          </p:txBody>
        </p:sp>
        <p:sp>
          <p:nvSpPr>
            <p:cNvPr id="194584" name="文本框 194583"/>
            <p:cNvSpPr txBox="1"/>
            <p:nvPr/>
          </p:nvSpPr>
          <p:spPr>
            <a:xfrm>
              <a:off x="3888" y="1488"/>
              <a:ext cx="480" cy="288"/>
            </a:xfrm>
            <a:prstGeom prst="rect">
              <a:avLst/>
            </a:prstGeom>
            <a:noFill/>
            <a:ln w="9525">
              <a:noFill/>
            </a:ln>
          </p:spPr>
          <p:txBody>
            <a:bodyPr>
              <a:spAutoFit/>
            </a:bodyPr>
            <a:p>
              <a:pPr algn="l">
                <a:spcBef>
                  <a:spcPct val="50000"/>
                </a:spcBef>
                <a:buClr>
                  <a:schemeClr val="bg1"/>
                </a:buClr>
              </a:pPr>
              <a:r>
                <a:rPr lang="en-US" altLang="zh-CN" sz="2400" i="1">
                  <a:latin typeface="Times New Roman" panose="02020603050405020304" pitchFamily="18" charset="0"/>
                </a:rPr>
                <a:t>l</a:t>
              </a:r>
              <a:r>
                <a:rPr lang="en-US" altLang="zh-CN" sz="2400" baseline="-25000">
                  <a:latin typeface="Times New Roman" panose="02020603050405020304" pitchFamily="18" charset="0"/>
                </a:rPr>
                <a:t>4</a:t>
              </a:r>
              <a:endParaRPr lang="en-US" altLang="zh-CN" sz="2400" i="1">
                <a:latin typeface="Times New Roman" panose="02020603050405020304" pitchFamily="18" charset="0"/>
              </a:endParaRPr>
            </a:p>
          </p:txBody>
        </p:sp>
        <p:sp>
          <p:nvSpPr>
            <p:cNvPr id="194585" name="文本框 194584"/>
            <p:cNvSpPr txBox="1"/>
            <p:nvPr/>
          </p:nvSpPr>
          <p:spPr>
            <a:xfrm>
              <a:off x="4416" y="2256"/>
              <a:ext cx="480" cy="288"/>
            </a:xfrm>
            <a:prstGeom prst="rect">
              <a:avLst/>
            </a:prstGeom>
            <a:noFill/>
            <a:ln w="9525">
              <a:noFill/>
            </a:ln>
          </p:spPr>
          <p:txBody>
            <a:bodyPr>
              <a:spAutoFit/>
            </a:bodyPr>
            <a:p>
              <a:pPr algn="l">
                <a:spcBef>
                  <a:spcPct val="50000"/>
                </a:spcBef>
                <a:buClr>
                  <a:schemeClr val="bg1"/>
                </a:buClr>
              </a:pPr>
              <a:r>
                <a:rPr lang="en-US" altLang="zh-CN" sz="2400" i="1">
                  <a:latin typeface="Times New Roman" panose="02020603050405020304" pitchFamily="18" charset="0"/>
                </a:rPr>
                <a:t>l</a:t>
              </a:r>
              <a:r>
                <a:rPr lang="en-US" altLang="zh-CN" sz="2400" baseline="-25000">
                  <a:latin typeface="Times New Roman" panose="02020603050405020304" pitchFamily="18" charset="0"/>
                </a:rPr>
                <a:t>5</a:t>
              </a:r>
              <a:endParaRPr lang="en-US" altLang="zh-CN" sz="2400" i="1">
                <a:latin typeface="Times New Roman" panose="02020603050405020304" pitchFamily="18" charset="0"/>
              </a:endParaRPr>
            </a:p>
          </p:txBody>
        </p:sp>
      </p:grpSp>
      <p:grpSp>
        <p:nvGrpSpPr>
          <p:cNvPr id="194586" name="组合 194585"/>
          <p:cNvGrpSpPr/>
          <p:nvPr/>
        </p:nvGrpSpPr>
        <p:grpSpPr>
          <a:xfrm>
            <a:off x="228600" y="1106488"/>
            <a:ext cx="2819400" cy="2233612"/>
            <a:chOff x="144" y="697"/>
            <a:chExt cx="1776" cy="1407"/>
          </a:xfrm>
        </p:grpSpPr>
        <p:graphicFrame>
          <p:nvGraphicFramePr>
            <p:cNvPr id="194587" name="对象 194586"/>
            <p:cNvGraphicFramePr/>
            <p:nvPr/>
          </p:nvGraphicFramePr>
          <p:xfrm>
            <a:off x="528" y="697"/>
            <a:ext cx="1152" cy="328"/>
          </p:xfrm>
          <a:graphic>
            <a:graphicData uri="http://schemas.openxmlformats.org/presentationml/2006/ole">
              <mc:AlternateContent xmlns:mc="http://schemas.openxmlformats.org/markup-compatibility/2006">
                <mc:Choice xmlns:v="urn:schemas-microsoft-com:vml" Requires="v">
                  <p:oleObj spid="_x0000_s3082" name="" r:id="rId1" imgW="774065" imgH="215900" progId="Equation.3">
                    <p:embed/>
                  </p:oleObj>
                </mc:Choice>
                <mc:Fallback>
                  <p:oleObj name="" r:id="rId1" imgW="774065" imgH="215900" progId="Equation.3">
                    <p:embed/>
                    <p:pic>
                      <p:nvPicPr>
                        <p:cNvPr id="0" name="图片 3081"/>
                        <p:cNvPicPr/>
                        <p:nvPr/>
                      </p:nvPicPr>
                      <p:blipFill>
                        <a:blip r:embed="rId2"/>
                        <a:stretch>
                          <a:fillRect/>
                        </a:stretch>
                      </p:blipFill>
                      <p:spPr>
                        <a:xfrm>
                          <a:off x="528" y="697"/>
                          <a:ext cx="1152" cy="328"/>
                        </a:xfrm>
                        <a:prstGeom prst="rect">
                          <a:avLst/>
                        </a:prstGeom>
                        <a:noFill/>
                        <a:ln w="38100">
                          <a:noFill/>
                          <a:miter/>
                        </a:ln>
                      </p:spPr>
                    </p:pic>
                  </p:oleObj>
                </mc:Fallback>
              </mc:AlternateContent>
            </a:graphicData>
          </a:graphic>
        </p:graphicFrame>
        <p:graphicFrame>
          <p:nvGraphicFramePr>
            <p:cNvPr id="194588" name="对象 194587"/>
            <p:cNvGraphicFramePr/>
            <p:nvPr/>
          </p:nvGraphicFramePr>
          <p:xfrm>
            <a:off x="528" y="1081"/>
            <a:ext cx="1392" cy="286"/>
          </p:xfrm>
          <a:graphic>
            <a:graphicData uri="http://schemas.openxmlformats.org/presentationml/2006/ole">
              <mc:AlternateContent xmlns:mc="http://schemas.openxmlformats.org/markup-compatibility/2006">
                <mc:Choice xmlns:v="urn:schemas-microsoft-com:vml" Requires="v">
                  <p:oleObj spid="_x0000_s3089" name="" r:id="rId3" imgW="1066165" imgH="215900" progId="Equation.3">
                    <p:embed/>
                  </p:oleObj>
                </mc:Choice>
                <mc:Fallback>
                  <p:oleObj name="" r:id="rId3" imgW="1066165" imgH="215900" progId="Equation.3">
                    <p:embed/>
                    <p:pic>
                      <p:nvPicPr>
                        <p:cNvPr id="0" name="图片 3088"/>
                        <p:cNvPicPr/>
                        <p:nvPr/>
                      </p:nvPicPr>
                      <p:blipFill>
                        <a:blip r:embed="rId4"/>
                        <a:stretch>
                          <a:fillRect/>
                        </a:stretch>
                      </p:blipFill>
                      <p:spPr>
                        <a:xfrm>
                          <a:off x="528" y="1081"/>
                          <a:ext cx="1392" cy="286"/>
                        </a:xfrm>
                        <a:prstGeom prst="rect">
                          <a:avLst/>
                        </a:prstGeom>
                        <a:noFill/>
                        <a:ln w="38100">
                          <a:noFill/>
                          <a:miter/>
                        </a:ln>
                      </p:spPr>
                    </p:pic>
                  </p:oleObj>
                </mc:Fallback>
              </mc:AlternateContent>
            </a:graphicData>
          </a:graphic>
        </p:graphicFrame>
        <p:graphicFrame>
          <p:nvGraphicFramePr>
            <p:cNvPr id="194589" name="对象 194588"/>
            <p:cNvGraphicFramePr/>
            <p:nvPr/>
          </p:nvGraphicFramePr>
          <p:xfrm>
            <a:off x="576" y="1417"/>
            <a:ext cx="960" cy="340"/>
          </p:xfrm>
          <a:graphic>
            <a:graphicData uri="http://schemas.openxmlformats.org/presentationml/2006/ole">
              <mc:AlternateContent xmlns:mc="http://schemas.openxmlformats.org/markup-compatibility/2006">
                <mc:Choice xmlns:v="urn:schemas-microsoft-com:vml" Requires="v">
                  <p:oleObj spid="_x0000_s3083" name="" r:id="rId5" imgW="622300" imgH="215900" progId="Equation.3">
                    <p:embed/>
                  </p:oleObj>
                </mc:Choice>
                <mc:Fallback>
                  <p:oleObj name="" r:id="rId5" imgW="622300" imgH="215900" progId="Equation.3">
                    <p:embed/>
                    <p:pic>
                      <p:nvPicPr>
                        <p:cNvPr id="0" name="图片 3082"/>
                        <p:cNvPicPr/>
                        <p:nvPr/>
                      </p:nvPicPr>
                      <p:blipFill>
                        <a:blip r:embed="rId6"/>
                        <a:stretch>
                          <a:fillRect/>
                        </a:stretch>
                      </p:blipFill>
                      <p:spPr>
                        <a:xfrm>
                          <a:off x="576" y="1417"/>
                          <a:ext cx="960" cy="340"/>
                        </a:xfrm>
                        <a:prstGeom prst="rect">
                          <a:avLst/>
                        </a:prstGeom>
                        <a:noFill/>
                        <a:ln w="38100">
                          <a:noFill/>
                          <a:miter/>
                        </a:ln>
                      </p:spPr>
                    </p:pic>
                  </p:oleObj>
                </mc:Fallback>
              </mc:AlternateContent>
            </a:graphicData>
          </a:graphic>
        </p:graphicFrame>
        <p:graphicFrame>
          <p:nvGraphicFramePr>
            <p:cNvPr id="194590" name="对象 194589"/>
            <p:cNvGraphicFramePr/>
            <p:nvPr/>
          </p:nvGraphicFramePr>
          <p:xfrm>
            <a:off x="576" y="1776"/>
            <a:ext cx="912" cy="328"/>
          </p:xfrm>
          <a:graphic>
            <a:graphicData uri="http://schemas.openxmlformats.org/presentationml/2006/ole">
              <mc:AlternateContent xmlns:mc="http://schemas.openxmlformats.org/markup-compatibility/2006">
                <mc:Choice xmlns:v="urn:schemas-microsoft-com:vml" Requires="v">
                  <p:oleObj spid="_x0000_s3084" name="" r:id="rId7" imgW="609600" imgH="215900" progId="Equation.3">
                    <p:embed/>
                  </p:oleObj>
                </mc:Choice>
                <mc:Fallback>
                  <p:oleObj name="" r:id="rId7" imgW="609600" imgH="215900" progId="Equation.3">
                    <p:embed/>
                    <p:pic>
                      <p:nvPicPr>
                        <p:cNvPr id="0" name="图片 3083"/>
                        <p:cNvPicPr/>
                        <p:nvPr/>
                      </p:nvPicPr>
                      <p:blipFill>
                        <a:blip r:embed="rId8"/>
                        <a:stretch>
                          <a:fillRect/>
                        </a:stretch>
                      </p:blipFill>
                      <p:spPr>
                        <a:xfrm>
                          <a:off x="576" y="1776"/>
                          <a:ext cx="912" cy="328"/>
                        </a:xfrm>
                        <a:prstGeom prst="rect">
                          <a:avLst/>
                        </a:prstGeom>
                        <a:noFill/>
                        <a:ln w="38100">
                          <a:noFill/>
                          <a:miter/>
                        </a:ln>
                      </p:spPr>
                    </p:pic>
                  </p:oleObj>
                </mc:Fallback>
              </mc:AlternateContent>
            </a:graphicData>
          </a:graphic>
        </p:graphicFrame>
        <p:sp>
          <p:nvSpPr>
            <p:cNvPr id="194591" name="文本框 194590"/>
            <p:cNvSpPr txBox="1"/>
            <p:nvPr/>
          </p:nvSpPr>
          <p:spPr>
            <a:xfrm>
              <a:off x="144" y="816"/>
              <a:ext cx="336" cy="1134"/>
            </a:xfrm>
            <a:prstGeom prst="rect">
              <a:avLst/>
            </a:prstGeom>
            <a:solidFill>
              <a:srgbClr val="FFCCFF"/>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约束条件</a:t>
              </a:r>
              <a:endParaRPr lang="zh-CN" altLang="en-US" sz="2800">
                <a:latin typeface="Times New Roman" panose="02020603050405020304" pitchFamily="18" charset="0"/>
              </a:endParaRPr>
            </a:p>
          </p:txBody>
        </p:sp>
      </p:grpSp>
      <p:grpSp>
        <p:nvGrpSpPr>
          <p:cNvPr id="194592" name="组合 194591"/>
          <p:cNvGrpSpPr/>
          <p:nvPr/>
        </p:nvGrpSpPr>
        <p:grpSpPr>
          <a:xfrm>
            <a:off x="3200400" y="1066800"/>
            <a:ext cx="2603500" cy="561975"/>
            <a:chOff x="2016" y="672"/>
            <a:chExt cx="1640" cy="354"/>
          </a:xfrm>
        </p:grpSpPr>
        <p:graphicFrame>
          <p:nvGraphicFramePr>
            <p:cNvPr id="194593" name="对象 194592"/>
            <p:cNvGraphicFramePr/>
            <p:nvPr/>
          </p:nvGraphicFramePr>
          <p:xfrm>
            <a:off x="2296" y="672"/>
            <a:ext cx="1360" cy="328"/>
          </p:xfrm>
          <a:graphic>
            <a:graphicData uri="http://schemas.openxmlformats.org/presentationml/2006/ole">
              <mc:AlternateContent xmlns:mc="http://schemas.openxmlformats.org/markup-compatibility/2006">
                <mc:Choice xmlns:v="urn:schemas-microsoft-com:vml" Requires="v">
                  <p:oleObj spid="_x0000_s3088" name="" r:id="rId9" imgW="913130" imgH="215900" progId="Equation.3">
                    <p:embed/>
                  </p:oleObj>
                </mc:Choice>
                <mc:Fallback>
                  <p:oleObj name="" r:id="rId9" imgW="913130" imgH="215900" progId="Equation.3">
                    <p:embed/>
                    <p:pic>
                      <p:nvPicPr>
                        <p:cNvPr id="0" name="图片 3087"/>
                        <p:cNvPicPr/>
                        <p:nvPr/>
                      </p:nvPicPr>
                      <p:blipFill>
                        <a:blip r:embed="rId10"/>
                        <a:stretch>
                          <a:fillRect/>
                        </a:stretch>
                      </p:blipFill>
                      <p:spPr>
                        <a:xfrm>
                          <a:off x="2296" y="672"/>
                          <a:ext cx="1360" cy="328"/>
                        </a:xfrm>
                        <a:prstGeom prst="rect">
                          <a:avLst/>
                        </a:prstGeom>
                        <a:noFill/>
                        <a:ln w="38100">
                          <a:noFill/>
                          <a:miter/>
                        </a:ln>
                      </p:spPr>
                    </p:pic>
                  </p:oleObj>
                </mc:Fallback>
              </mc:AlternateContent>
            </a:graphicData>
          </a:graphic>
        </p:graphicFrame>
        <p:sp>
          <p:nvSpPr>
            <p:cNvPr id="194594" name="右箭头 194593"/>
            <p:cNvSpPr/>
            <p:nvPr/>
          </p:nvSpPr>
          <p:spPr>
            <a:xfrm>
              <a:off x="2016" y="720"/>
              <a:ext cx="144"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a:p>
              <a:endParaRPr lang="zh-CN" altLang="en-US"/>
            </a:p>
          </p:txBody>
        </p:sp>
      </p:grpSp>
      <p:grpSp>
        <p:nvGrpSpPr>
          <p:cNvPr id="194595" name="组合 194594"/>
          <p:cNvGrpSpPr/>
          <p:nvPr/>
        </p:nvGrpSpPr>
        <p:grpSpPr>
          <a:xfrm>
            <a:off x="3200400" y="1676400"/>
            <a:ext cx="2978150" cy="485775"/>
            <a:chOff x="2016" y="1056"/>
            <a:chExt cx="1876" cy="306"/>
          </a:xfrm>
        </p:grpSpPr>
        <p:graphicFrame>
          <p:nvGraphicFramePr>
            <p:cNvPr id="194596" name="对象 194595"/>
            <p:cNvGraphicFramePr/>
            <p:nvPr/>
          </p:nvGraphicFramePr>
          <p:xfrm>
            <a:off x="2301" y="1056"/>
            <a:ext cx="1591" cy="286"/>
          </p:xfrm>
          <a:graphic>
            <a:graphicData uri="http://schemas.openxmlformats.org/presentationml/2006/ole">
              <mc:AlternateContent xmlns:mc="http://schemas.openxmlformats.org/markup-compatibility/2006">
                <mc:Choice xmlns:v="urn:schemas-microsoft-com:vml" Requires="v">
                  <p:oleObj spid="_x0000_s3086" name="" r:id="rId11" imgW="1217930" imgH="215900" progId="Equation.3">
                    <p:embed/>
                  </p:oleObj>
                </mc:Choice>
                <mc:Fallback>
                  <p:oleObj name="" r:id="rId11" imgW="1217930" imgH="215900" progId="Equation.3">
                    <p:embed/>
                    <p:pic>
                      <p:nvPicPr>
                        <p:cNvPr id="0" name="图片 3085"/>
                        <p:cNvPicPr/>
                        <p:nvPr/>
                      </p:nvPicPr>
                      <p:blipFill>
                        <a:blip r:embed="rId12"/>
                        <a:stretch>
                          <a:fillRect/>
                        </a:stretch>
                      </p:blipFill>
                      <p:spPr>
                        <a:xfrm>
                          <a:off x="2301" y="1056"/>
                          <a:ext cx="1591" cy="286"/>
                        </a:xfrm>
                        <a:prstGeom prst="rect">
                          <a:avLst/>
                        </a:prstGeom>
                        <a:noFill/>
                        <a:ln w="38100">
                          <a:noFill/>
                          <a:miter/>
                        </a:ln>
                      </p:spPr>
                    </p:pic>
                  </p:oleObj>
                </mc:Fallback>
              </mc:AlternateContent>
            </a:graphicData>
          </a:graphic>
        </p:graphicFrame>
        <p:sp>
          <p:nvSpPr>
            <p:cNvPr id="194597" name="右箭头 194596"/>
            <p:cNvSpPr/>
            <p:nvPr/>
          </p:nvSpPr>
          <p:spPr>
            <a:xfrm>
              <a:off x="2016" y="1056"/>
              <a:ext cx="144"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a:p>
              <a:endParaRPr lang="zh-CN" altLang="en-US"/>
            </a:p>
          </p:txBody>
        </p:sp>
      </p:grpSp>
      <p:grpSp>
        <p:nvGrpSpPr>
          <p:cNvPr id="194598" name="组合 194597"/>
          <p:cNvGrpSpPr/>
          <p:nvPr/>
        </p:nvGrpSpPr>
        <p:grpSpPr>
          <a:xfrm>
            <a:off x="2819400" y="2193925"/>
            <a:ext cx="2794000" cy="571500"/>
            <a:chOff x="1776" y="1382"/>
            <a:chExt cx="1760" cy="360"/>
          </a:xfrm>
        </p:grpSpPr>
        <p:graphicFrame>
          <p:nvGraphicFramePr>
            <p:cNvPr id="194599" name="对象 194598"/>
            <p:cNvGraphicFramePr/>
            <p:nvPr/>
          </p:nvGraphicFramePr>
          <p:xfrm>
            <a:off x="2321" y="1382"/>
            <a:ext cx="1215" cy="360"/>
          </p:xfrm>
          <a:graphic>
            <a:graphicData uri="http://schemas.openxmlformats.org/presentationml/2006/ole">
              <mc:AlternateContent xmlns:mc="http://schemas.openxmlformats.org/markup-compatibility/2006">
                <mc:Choice xmlns:v="urn:schemas-microsoft-com:vml" Requires="v">
                  <p:oleObj spid="_x0000_s3085" name="" r:id="rId13" imgW="787400" imgH="228600" progId="Equation.3">
                    <p:embed/>
                  </p:oleObj>
                </mc:Choice>
                <mc:Fallback>
                  <p:oleObj name="" r:id="rId13" imgW="787400" imgH="228600" progId="Equation.3">
                    <p:embed/>
                    <p:pic>
                      <p:nvPicPr>
                        <p:cNvPr id="0" name="图片 3084"/>
                        <p:cNvPicPr/>
                        <p:nvPr/>
                      </p:nvPicPr>
                      <p:blipFill>
                        <a:blip r:embed="rId14"/>
                        <a:stretch>
                          <a:fillRect/>
                        </a:stretch>
                      </p:blipFill>
                      <p:spPr>
                        <a:xfrm>
                          <a:off x="2321" y="1382"/>
                          <a:ext cx="1215" cy="360"/>
                        </a:xfrm>
                        <a:prstGeom prst="rect">
                          <a:avLst/>
                        </a:prstGeom>
                        <a:noFill/>
                        <a:ln w="38100">
                          <a:noFill/>
                          <a:miter/>
                        </a:ln>
                      </p:spPr>
                    </p:pic>
                  </p:oleObj>
                </mc:Fallback>
              </mc:AlternateContent>
            </a:graphicData>
          </a:graphic>
        </p:graphicFrame>
        <p:sp>
          <p:nvSpPr>
            <p:cNvPr id="194600" name="右箭头 194599"/>
            <p:cNvSpPr/>
            <p:nvPr/>
          </p:nvSpPr>
          <p:spPr>
            <a:xfrm>
              <a:off x="1776" y="1392"/>
              <a:ext cx="144"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a:p>
              <a:endParaRPr lang="zh-CN" altLang="en-US"/>
            </a:p>
          </p:txBody>
        </p:sp>
      </p:grpSp>
      <p:grpSp>
        <p:nvGrpSpPr>
          <p:cNvPr id="194601" name="组合 194600"/>
          <p:cNvGrpSpPr/>
          <p:nvPr/>
        </p:nvGrpSpPr>
        <p:grpSpPr>
          <a:xfrm>
            <a:off x="2743200" y="2765425"/>
            <a:ext cx="3300413" cy="550863"/>
            <a:chOff x="1728" y="1742"/>
            <a:chExt cx="2079" cy="347"/>
          </a:xfrm>
        </p:grpSpPr>
        <p:graphicFrame>
          <p:nvGraphicFramePr>
            <p:cNvPr id="194602" name="对象 194601"/>
            <p:cNvGraphicFramePr/>
            <p:nvPr/>
          </p:nvGraphicFramePr>
          <p:xfrm>
            <a:off x="2002" y="1742"/>
            <a:ext cx="1805" cy="347"/>
          </p:xfrm>
          <a:graphic>
            <a:graphicData uri="http://schemas.openxmlformats.org/presentationml/2006/ole">
              <mc:AlternateContent xmlns:mc="http://schemas.openxmlformats.org/markup-compatibility/2006">
                <mc:Choice xmlns:v="urn:schemas-microsoft-com:vml" Requires="v">
                  <p:oleObj spid="_x0000_s3081" name="" r:id="rId15" imgW="1206500" imgH="228600" progId="Equation.3">
                    <p:embed/>
                  </p:oleObj>
                </mc:Choice>
                <mc:Fallback>
                  <p:oleObj name="" r:id="rId15" imgW="1206500" imgH="228600" progId="Equation.3">
                    <p:embed/>
                    <p:pic>
                      <p:nvPicPr>
                        <p:cNvPr id="0" name="图片 3080"/>
                        <p:cNvPicPr/>
                        <p:nvPr/>
                      </p:nvPicPr>
                      <p:blipFill>
                        <a:blip r:embed="rId16"/>
                        <a:stretch>
                          <a:fillRect/>
                        </a:stretch>
                      </p:blipFill>
                      <p:spPr>
                        <a:xfrm>
                          <a:off x="2002" y="1742"/>
                          <a:ext cx="1805" cy="347"/>
                        </a:xfrm>
                        <a:prstGeom prst="rect">
                          <a:avLst/>
                        </a:prstGeom>
                        <a:noFill/>
                        <a:ln w="38100">
                          <a:noFill/>
                          <a:miter/>
                        </a:ln>
                      </p:spPr>
                    </p:pic>
                  </p:oleObj>
                </mc:Fallback>
              </mc:AlternateContent>
            </a:graphicData>
          </a:graphic>
        </p:graphicFrame>
        <p:sp>
          <p:nvSpPr>
            <p:cNvPr id="194603" name="右箭头 194602"/>
            <p:cNvSpPr/>
            <p:nvPr/>
          </p:nvSpPr>
          <p:spPr>
            <a:xfrm>
              <a:off x="1728" y="1776"/>
              <a:ext cx="144" cy="306"/>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a:p>
              <a:endParaRPr lang="zh-CN" altLang="en-US"/>
            </a:p>
          </p:txBody>
        </p:sp>
      </p:grpSp>
      <p:graphicFrame>
        <p:nvGraphicFramePr>
          <p:cNvPr id="194604" name="对象 194603"/>
          <p:cNvGraphicFramePr/>
          <p:nvPr/>
        </p:nvGraphicFramePr>
        <p:xfrm>
          <a:off x="1447800" y="3429000"/>
          <a:ext cx="3200400" cy="534988"/>
        </p:xfrm>
        <a:graphic>
          <a:graphicData uri="http://schemas.openxmlformats.org/presentationml/2006/ole">
            <mc:AlternateContent xmlns:mc="http://schemas.openxmlformats.org/markup-compatibility/2006">
              <mc:Choice xmlns:v="urn:schemas-microsoft-com:vml" Requires="v">
                <p:oleObj spid="_x0000_s3087" name="" r:id="rId17" imgW="1306195" imgH="215900" progId="Equation.3">
                  <p:embed/>
                </p:oleObj>
              </mc:Choice>
              <mc:Fallback>
                <p:oleObj name="" r:id="rId17" imgW="1306195" imgH="215900" progId="Equation.3">
                  <p:embed/>
                  <p:pic>
                    <p:nvPicPr>
                      <p:cNvPr id="0" name="图片 3086"/>
                      <p:cNvPicPr/>
                      <p:nvPr/>
                    </p:nvPicPr>
                    <p:blipFill>
                      <a:blip r:embed="rId18"/>
                      <a:stretch>
                        <a:fillRect/>
                      </a:stretch>
                    </p:blipFill>
                    <p:spPr>
                      <a:xfrm>
                        <a:off x="1447800" y="3429000"/>
                        <a:ext cx="3200400" cy="534988"/>
                      </a:xfrm>
                      <a:prstGeom prst="rect">
                        <a:avLst/>
                      </a:prstGeom>
                      <a:noFill/>
                      <a:ln w="38100">
                        <a:noFill/>
                        <a:miter/>
                      </a:ln>
                    </p:spPr>
                  </p:pic>
                </p:oleObj>
              </mc:Fallback>
            </mc:AlternateContent>
          </a:graphicData>
        </a:graphic>
      </p:graphicFrame>
      <p:sp>
        <p:nvSpPr>
          <p:cNvPr id="194605" name="文本框 194604"/>
          <p:cNvSpPr txBox="1"/>
          <p:nvPr/>
        </p:nvSpPr>
        <p:spPr>
          <a:xfrm>
            <a:off x="228600" y="3581400"/>
            <a:ext cx="1066800" cy="946150"/>
          </a:xfrm>
          <a:prstGeom prst="rect">
            <a:avLst/>
          </a:prstGeom>
          <a:solidFill>
            <a:srgbClr val="FFCCFF"/>
          </a:solidFill>
          <a:ln w="9525">
            <a:noFill/>
          </a:ln>
        </p:spPr>
        <p:txBody>
          <a:bodyPr>
            <a:spAutoFit/>
          </a:bodyPr>
          <a:p>
            <a:pPr algn="l">
              <a:spcBef>
                <a:spcPct val="50000"/>
              </a:spcBef>
              <a:buClr>
                <a:schemeClr val="bg1"/>
              </a:buClr>
            </a:pPr>
            <a:r>
              <a:rPr lang="zh-CN" altLang="en-US" sz="2800" dirty="0">
                <a:latin typeface="宋体" panose="02010600030101010101" pitchFamily="2" charset="-122"/>
              </a:rPr>
              <a:t>目标函数</a:t>
            </a:r>
            <a:r>
              <a:rPr lang="zh-CN" altLang="en-US" sz="2800" b="0" dirty="0">
                <a:latin typeface="宋体" panose="02010600030101010101" pitchFamily="2" charset="-122"/>
              </a:rPr>
              <a:t> </a:t>
            </a:r>
            <a:endParaRPr lang="zh-CN" altLang="en-US" sz="2800" b="0">
              <a:latin typeface="宋体" panose="02010600030101010101" pitchFamily="2" charset="-122"/>
            </a:endParaRPr>
          </a:p>
        </p:txBody>
      </p:sp>
      <p:grpSp>
        <p:nvGrpSpPr>
          <p:cNvPr id="194606" name="组合 194605"/>
          <p:cNvGrpSpPr/>
          <p:nvPr/>
        </p:nvGrpSpPr>
        <p:grpSpPr>
          <a:xfrm>
            <a:off x="6096000" y="2895600"/>
            <a:ext cx="1447800" cy="1447800"/>
            <a:chOff x="3792" y="2064"/>
            <a:chExt cx="912" cy="912"/>
          </a:xfrm>
        </p:grpSpPr>
        <p:sp>
          <p:nvSpPr>
            <p:cNvPr id="194607" name="直接连接符 194606"/>
            <p:cNvSpPr/>
            <p:nvPr/>
          </p:nvSpPr>
          <p:spPr>
            <a:xfrm>
              <a:off x="3792" y="2064"/>
              <a:ext cx="624" cy="672"/>
            </a:xfrm>
            <a:prstGeom prst="line">
              <a:avLst/>
            </a:prstGeom>
            <a:ln w="9525" cap="flat" cmpd="sng">
              <a:solidFill>
                <a:srgbClr val="FF3300"/>
              </a:solidFill>
              <a:prstDash val="solid"/>
              <a:headEnd type="none" w="med" len="med"/>
              <a:tailEnd type="none" w="med" len="med"/>
            </a:ln>
          </p:spPr>
        </p:sp>
        <p:sp>
          <p:nvSpPr>
            <p:cNvPr id="194608" name="文本框 194607"/>
            <p:cNvSpPr txBox="1"/>
            <p:nvPr/>
          </p:nvSpPr>
          <p:spPr>
            <a:xfrm>
              <a:off x="4176" y="2688"/>
              <a:ext cx="528" cy="288"/>
            </a:xfrm>
            <a:prstGeom prst="rect">
              <a:avLst/>
            </a:prstGeom>
            <a:noFill/>
            <a:ln w="9525">
              <a:noFill/>
            </a:ln>
          </p:spPr>
          <p:txBody>
            <a:bodyPr>
              <a:spAutoFit/>
            </a:bodyPr>
            <a:p>
              <a:pPr algn="l">
                <a:spcBef>
                  <a:spcPct val="50000"/>
                </a:spcBef>
                <a:buClr>
                  <a:schemeClr val="bg1"/>
                </a:buClr>
              </a:pPr>
              <a:r>
                <a:rPr lang="en-US" altLang="zh-CN" sz="2400" b="0" i="1">
                  <a:solidFill>
                    <a:srgbClr val="FF3300"/>
                  </a:solidFill>
                  <a:latin typeface="Times New Roman" panose="02020603050405020304" pitchFamily="18" charset="0"/>
                </a:rPr>
                <a:t>Z</a:t>
              </a:r>
              <a:r>
                <a:rPr lang="en-US" altLang="zh-CN" sz="2400" b="0">
                  <a:solidFill>
                    <a:srgbClr val="FF3300"/>
                  </a:solidFill>
                  <a:latin typeface="Times New Roman" panose="02020603050405020304" pitchFamily="18" charset="0"/>
                </a:rPr>
                <a:t>=0</a:t>
              </a:r>
              <a:endParaRPr lang="en-US" altLang="zh-CN" sz="2400" b="0">
                <a:solidFill>
                  <a:srgbClr val="FF3300"/>
                </a:solidFill>
                <a:latin typeface="Times New Roman" panose="02020603050405020304" pitchFamily="18" charset="0"/>
              </a:endParaRPr>
            </a:p>
          </p:txBody>
        </p:sp>
      </p:grpSp>
      <p:grpSp>
        <p:nvGrpSpPr>
          <p:cNvPr id="194609" name="组合 194608"/>
          <p:cNvGrpSpPr/>
          <p:nvPr/>
        </p:nvGrpSpPr>
        <p:grpSpPr>
          <a:xfrm>
            <a:off x="6477000" y="1905000"/>
            <a:ext cx="2514600" cy="2286000"/>
            <a:chOff x="4032" y="1440"/>
            <a:chExt cx="1584" cy="1440"/>
          </a:xfrm>
        </p:grpSpPr>
        <p:sp>
          <p:nvSpPr>
            <p:cNvPr id="194610" name="直接连接符 194609"/>
            <p:cNvSpPr/>
            <p:nvPr/>
          </p:nvSpPr>
          <p:spPr>
            <a:xfrm>
              <a:off x="4032" y="1440"/>
              <a:ext cx="1152" cy="1152"/>
            </a:xfrm>
            <a:prstGeom prst="line">
              <a:avLst/>
            </a:prstGeom>
            <a:ln w="9525" cap="flat" cmpd="sng">
              <a:solidFill>
                <a:srgbClr val="FF3300"/>
              </a:solidFill>
              <a:prstDash val="solid"/>
              <a:headEnd type="none" w="med" len="med"/>
              <a:tailEnd type="none" w="med" len="med"/>
            </a:ln>
          </p:spPr>
        </p:sp>
        <p:sp>
          <p:nvSpPr>
            <p:cNvPr id="194611" name="文本框 194610"/>
            <p:cNvSpPr txBox="1"/>
            <p:nvPr/>
          </p:nvSpPr>
          <p:spPr>
            <a:xfrm>
              <a:off x="4848" y="2592"/>
              <a:ext cx="768" cy="288"/>
            </a:xfrm>
            <a:prstGeom prst="rect">
              <a:avLst/>
            </a:prstGeom>
            <a:noFill/>
            <a:ln w="9525">
              <a:noFill/>
            </a:ln>
          </p:spPr>
          <p:txBody>
            <a:bodyPr>
              <a:spAutoFit/>
            </a:bodyPr>
            <a:p>
              <a:pPr algn="l">
                <a:spcBef>
                  <a:spcPct val="50000"/>
                </a:spcBef>
                <a:buClr>
                  <a:schemeClr val="bg1"/>
                </a:buClr>
              </a:pPr>
              <a:r>
                <a:rPr lang="en-US" altLang="zh-CN" sz="2400" b="0" i="1">
                  <a:solidFill>
                    <a:srgbClr val="FF3300"/>
                  </a:solidFill>
                  <a:latin typeface="Times New Roman" panose="02020603050405020304" pitchFamily="18" charset="0"/>
                </a:rPr>
                <a:t>Z</a:t>
              </a:r>
              <a:r>
                <a:rPr lang="en-US" altLang="zh-CN" sz="2400" b="0">
                  <a:solidFill>
                    <a:srgbClr val="FF3300"/>
                  </a:solidFill>
                  <a:latin typeface="Times New Roman" panose="02020603050405020304" pitchFamily="18" charset="0"/>
                </a:rPr>
                <a:t>=2400</a:t>
              </a:r>
              <a:endParaRPr lang="en-US" altLang="zh-CN" sz="2400" b="0">
                <a:solidFill>
                  <a:srgbClr val="FF3300"/>
                </a:solidFill>
                <a:latin typeface="Times New Roman" panose="02020603050405020304" pitchFamily="18" charset="0"/>
              </a:endParaRPr>
            </a:p>
          </p:txBody>
        </p:sp>
      </p:grpSp>
      <p:grpSp>
        <p:nvGrpSpPr>
          <p:cNvPr id="194612" name="组合 194611"/>
          <p:cNvGrpSpPr/>
          <p:nvPr/>
        </p:nvGrpSpPr>
        <p:grpSpPr>
          <a:xfrm>
            <a:off x="6705600" y="1219200"/>
            <a:ext cx="2590800" cy="1828800"/>
            <a:chOff x="4176" y="1008"/>
            <a:chExt cx="1632" cy="1152"/>
          </a:xfrm>
        </p:grpSpPr>
        <p:sp>
          <p:nvSpPr>
            <p:cNvPr id="194613" name="直接连接符 194612"/>
            <p:cNvSpPr/>
            <p:nvPr/>
          </p:nvSpPr>
          <p:spPr>
            <a:xfrm>
              <a:off x="4176" y="1008"/>
              <a:ext cx="1104" cy="1152"/>
            </a:xfrm>
            <a:prstGeom prst="line">
              <a:avLst/>
            </a:prstGeom>
            <a:ln w="28575" cap="flat" cmpd="sng">
              <a:solidFill>
                <a:srgbClr val="FF3300"/>
              </a:solidFill>
              <a:prstDash val="solid"/>
              <a:headEnd type="none" w="med" len="med"/>
              <a:tailEnd type="none" w="med" len="med"/>
            </a:ln>
          </p:spPr>
        </p:sp>
        <p:sp>
          <p:nvSpPr>
            <p:cNvPr id="194614" name="文本框 194613"/>
            <p:cNvSpPr txBox="1"/>
            <p:nvPr/>
          </p:nvSpPr>
          <p:spPr>
            <a:xfrm>
              <a:off x="5040" y="1728"/>
              <a:ext cx="768" cy="288"/>
            </a:xfrm>
            <a:prstGeom prst="rect">
              <a:avLst/>
            </a:prstGeom>
            <a:noFill/>
            <a:ln w="9525">
              <a:noFill/>
            </a:ln>
          </p:spPr>
          <p:txBody>
            <a:bodyPr>
              <a:spAutoFit/>
            </a:bodyPr>
            <a:p>
              <a:pPr algn="l">
                <a:spcBef>
                  <a:spcPct val="50000"/>
                </a:spcBef>
                <a:buClr>
                  <a:schemeClr val="bg1"/>
                </a:buClr>
              </a:pPr>
              <a:r>
                <a:rPr lang="en-US" altLang="zh-CN" sz="2400" i="1">
                  <a:solidFill>
                    <a:srgbClr val="FF3300"/>
                  </a:solidFill>
                  <a:latin typeface="Times New Roman" panose="02020603050405020304" pitchFamily="18" charset="0"/>
                </a:rPr>
                <a:t>Z</a:t>
              </a:r>
              <a:r>
                <a:rPr lang="en-US" altLang="zh-CN" sz="2400">
                  <a:solidFill>
                    <a:srgbClr val="FF3300"/>
                  </a:solidFill>
                  <a:latin typeface="Times New Roman" panose="02020603050405020304" pitchFamily="18" charset="0"/>
                </a:rPr>
                <a:t>=3600</a:t>
              </a:r>
              <a:endParaRPr lang="en-US" altLang="zh-CN" sz="2400">
                <a:solidFill>
                  <a:srgbClr val="FF3300"/>
                </a:solidFill>
                <a:latin typeface="Times New Roman" panose="02020603050405020304" pitchFamily="18" charset="0"/>
              </a:endParaRPr>
            </a:p>
          </p:txBody>
        </p:sp>
      </p:grpSp>
      <p:sp>
        <p:nvSpPr>
          <p:cNvPr id="194615" name="文本框 194614"/>
          <p:cNvSpPr txBox="1"/>
          <p:nvPr/>
        </p:nvSpPr>
        <p:spPr>
          <a:xfrm>
            <a:off x="1447800" y="4191000"/>
            <a:ext cx="3200400" cy="519113"/>
          </a:xfrm>
          <a:prstGeom prst="rect">
            <a:avLst/>
          </a:prstGeom>
          <a:noFill/>
          <a:ln w="9525">
            <a:noFill/>
          </a:ln>
        </p:spPr>
        <p:txBody>
          <a:bodyPr>
            <a:spAutoFit/>
          </a:bodyPr>
          <a:p>
            <a:pPr algn="l">
              <a:spcBef>
                <a:spcPct val="50000"/>
              </a:spcBef>
              <a:buClr>
                <a:schemeClr val="bg1"/>
              </a:buClr>
            </a:pPr>
            <a:r>
              <a:rPr lang="en-US" altLang="zh-CN" sz="2800" i="1">
                <a:latin typeface="Times New Roman" panose="02020603050405020304" pitchFamily="18" charset="0"/>
              </a:rPr>
              <a:t>z</a:t>
            </a:r>
            <a:r>
              <a:rPr lang="en-US" altLang="zh-CN" sz="2800">
                <a:latin typeface="Times New Roman" panose="02020603050405020304" pitchFamily="18" charset="0"/>
              </a:rPr>
              <a:t>=</a:t>
            </a:r>
            <a:r>
              <a:rPr lang="en-US" altLang="zh-CN" sz="2800" i="1">
                <a:latin typeface="Times New Roman" panose="02020603050405020304" pitchFamily="18" charset="0"/>
              </a:rPr>
              <a:t>c </a:t>
            </a:r>
            <a:r>
              <a:rPr lang="en-US" altLang="zh-CN" sz="2800" dirty="0">
                <a:latin typeface="Times New Roman" panose="02020603050405020304" pitchFamily="18" charset="0"/>
              </a:rPr>
              <a:t>(</a:t>
            </a:r>
            <a:r>
              <a:rPr lang="zh-CN" altLang="en-US" sz="2800" dirty="0">
                <a:latin typeface="Times New Roman" panose="02020603050405020304" pitchFamily="18" charset="0"/>
              </a:rPr>
              <a:t>常数</a:t>
            </a:r>
            <a:r>
              <a:rPr lang="en-US" altLang="zh-CN" sz="2800" dirty="0">
                <a:latin typeface="Times New Roman" panose="02020603050405020304" pitchFamily="18" charset="0"/>
              </a:rPr>
              <a:t>) ~</a:t>
            </a:r>
            <a:r>
              <a:rPr lang="zh-CN" altLang="en-US" sz="2800" dirty="0">
                <a:latin typeface="Times New Roman" panose="02020603050405020304" pitchFamily="18" charset="0"/>
              </a:rPr>
              <a:t>等值线</a:t>
            </a:r>
            <a:endParaRPr lang="zh-CN" altLang="en-US" sz="2800" i="1" dirty="0">
              <a:latin typeface="Times New Roman" panose="02020603050405020304" pitchFamily="18" charset="0"/>
            </a:endParaRPr>
          </a:p>
        </p:txBody>
      </p:sp>
      <p:grpSp>
        <p:nvGrpSpPr>
          <p:cNvPr id="194616" name="组合 194615"/>
          <p:cNvGrpSpPr/>
          <p:nvPr/>
        </p:nvGrpSpPr>
        <p:grpSpPr>
          <a:xfrm>
            <a:off x="6248400" y="2667000"/>
            <a:ext cx="685800" cy="838200"/>
            <a:chOff x="3888" y="1920"/>
            <a:chExt cx="432" cy="528"/>
          </a:xfrm>
        </p:grpSpPr>
        <p:sp>
          <p:nvSpPr>
            <p:cNvPr id="194617" name="直接连接符 194616"/>
            <p:cNvSpPr/>
            <p:nvPr/>
          </p:nvSpPr>
          <p:spPr>
            <a:xfrm flipV="1">
              <a:off x="3888" y="2112"/>
              <a:ext cx="432" cy="336"/>
            </a:xfrm>
            <a:prstGeom prst="line">
              <a:avLst/>
            </a:prstGeom>
            <a:ln w="28575" cap="flat" cmpd="sng">
              <a:solidFill>
                <a:srgbClr val="FF3300"/>
              </a:solidFill>
              <a:prstDash val="solid"/>
              <a:headEnd type="none" w="med" len="med"/>
              <a:tailEnd type="stealth" w="lg" len="lg"/>
            </a:ln>
          </p:spPr>
        </p:sp>
        <p:sp>
          <p:nvSpPr>
            <p:cNvPr id="194618" name="文本框 194617"/>
            <p:cNvSpPr txBox="1"/>
            <p:nvPr/>
          </p:nvSpPr>
          <p:spPr>
            <a:xfrm>
              <a:off x="4080" y="1920"/>
              <a:ext cx="240" cy="288"/>
            </a:xfrm>
            <a:prstGeom prst="rect">
              <a:avLst/>
            </a:prstGeom>
            <a:noFill/>
            <a:ln w="9525">
              <a:noFill/>
            </a:ln>
          </p:spPr>
          <p:txBody>
            <a:bodyPr>
              <a:spAutoFit/>
            </a:bodyPr>
            <a:p>
              <a:pPr algn="l">
                <a:spcBef>
                  <a:spcPct val="50000"/>
                </a:spcBef>
                <a:buClr>
                  <a:schemeClr val="bg1"/>
                </a:buClr>
              </a:pPr>
              <a:r>
                <a:rPr lang="en-US" altLang="zh-CN" sz="2400" i="1">
                  <a:solidFill>
                    <a:srgbClr val="FF3300"/>
                  </a:solidFill>
                  <a:latin typeface="Times New Roman" panose="02020603050405020304" pitchFamily="18" charset="0"/>
                </a:rPr>
                <a:t>c</a:t>
              </a:r>
              <a:endParaRPr lang="en-US" altLang="zh-CN" sz="2400" i="1">
                <a:solidFill>
                  <a:srgbClr val="FF3300"/>
                </a:solidFill>
                <a:latin typeface="Times New Roman" panose="02020603050405020304" pitchFamily="18" charset="0"/>
              </a:endParaRPr>
            </a:p>
          </p:txBody>
        </p:sp>
      </p:grpSp>
      <p:sp>
        <p:nvSpPr>
          <p:cNvPr id="194619" name="文本框 194618"/>
          <p:cNvSpPr txBox="1"/>
          <p:nvPr/>
        </p:nvSpPr>
        <p:spPr>
          <a:xfrm>
            <a:off x="4876800" y="4267200"/>
            <a:ext cx="4114800" cy="519113"/>
          </a:xfrm>
          <a:prstGeom prst="rect">
            <a:avLst/>
          </a:prstGeom>
          <a:solidFill>
            <a:srgbClr val="FFFF99"/>
          </a:solidFill>
          <a:ln w="9525">
            <a:noFill/>
          </a:ln>
        </p:spPr>
        <p:txBody>
          <a:bodyPr>
            <a:spAutoFit/>
          </a:bodyPr>
          <a:p>
            <a:pPr algn="ctr">
              <a:spcBef>
                <a:spcPct val="50000"/>
              </a:spcBef>
              <a:buClr>
                <a:schemeClr val="bg1"/>
              </a:buClr>
            </a:pPr>
            <a:r>
              <a:rPr lang="zh-CN" altLang="en-US" sz="2800">
                <a:latin typeface="Times New Roman" panose="02020603050405020304" pitchFamily="18" charset="0"/>
              </a:rPr>
              <a:t>在</a:t>
            </a:r>
            <a:r>
              <a:rPr lang="en-US" altLang="zh-CN" sz="2800" i="1">
                <a:latin typeface="Times New Roman" panose="02020603050405020304" pitchFamily="18" charset="0"/>
              </a:rPr>
              <a:t>B</a:t>
            </a:r>
            <a:r>
              <a:rPr lang="en-US" altLang="zh-CN" sz="2800" dirty="0">
                <a:latin typeface="Times New Roman" panose="02020603050405020304" pitchFamily="18" charset="0"/>
              </a:rPr>
              <a:t>(20,30)</a:t>
            </a:r>
            <a:r>
              <a:rPr lang="zh-CN" altLang="en-US" sz="2800" dirty="0">
                <a:latin typeface="Times New Roman" panose="02020603050405020304" pitchFamily="18" charset="0"/>
              </a:rPr>
              <a:t>点得到最优解</a:t>
            </a:r>
            <a:endParaRPr lang="zh-CN" altLang="en-US" sz="2800" dirty="0">
              <a:latin typeface="Times New Roman" panose="02020603050405020304" pitchFamily="18" charset="0"/>
            </a:endParaRPr>
          </a:p>
        </p:txBody>
      </p:sp>
      <p:sp>
        <p:nvSpPr>
          <p:cNvPr id="194620" name="文本框 194619"/>
          <p:cNvSpPr txBox="1"/>
          <p:nvPr/>
        </p:nvSpPr>
        <p:spPr>
          <a:xfrm>
            <a:off x="304800" y="4953000"/>
            <a:ext cx="5334000" cy="457200"/>
          </a:xfrm>
          <a:prstGeom prst="rect">
            <a:avLst/>
          </a:prstGeom>
          <a:noFill/>
          <a:ln w="9525">
            <a:noFill/>
          </a:ln>
        </p:spPr>
        <p:txBody>
          <a:bodyPr>
            <a:spAutoFit/>
          </a:bodyPr>
          <a:p>
            <a:pPr algn="l">
              <a:spcBef>
                <a:spcPct val="50000"/>
              </a:spcBef>
              <a:buClr>
                <a:schemeClr val="bg1"/>
              </a:buClr>
            </a:pPr>
            <a:r>
              <a:rPr lang="zh-CN" altLang="en-US" sz="2400" dirty="0">
                <a:latin typeface="Times New Roman" panose="02020603050405020304" pitchFamily="18" charset="0"/>
              </a:rPr>
              <a:t>目标函数和约束条件是线性函数 </a:t>
            </a:r>
            <a:endParaRPr lang="zh-CN" altLang="en-US" sz="2400">
              <a:latin typeface="Times New Roman" panose="02020603050405020304" pitchFamily="18" charset="0"/>
            </a:endParaRPr>
          </a:p>
        </p:txBody>
      </p:sp>
      <p:sp>
        <p:nvSpPr>
          <p:cNvPr id="194621" name="文本框 194620"/>
          <p:cNvSpPr txBox="1"/>
          <p:nvPr/>
        </p:nvSpPr>
        <p:spPr>
          <a:xfrm>
            <a:off x="304800" y="5500688"/>
            <a:ext cx="5334000" cy="457200"/>
          </a:xfrm>
          <a:prstGeom prst="rect">
            <a:avLst/>
          </a:prstGeom>
          <a:noFill/>
          <a:ln w="9525">
            <a:noFill/>
          </a:ln>
        </p:spPr>
        <p:txBody>
          <a:bodyPr>
            <a:spAutoFit/>
          </a:bodyPr>
          <a:p>
            <a:pPr algn="l">
              <a:spcBef>
                <a:spcPct val="50000"/>
              </a:spcBef>
              <a:buClr>
                <a:schemeClr val="bg1"/>
              </a:buClr>
            </a:pPr>
            <a:r>
              <a:rPr lang="zh-CN" altLang="en-US" sz="2400" dirty="0">
                <a:latin typeface="Times New Roman" panose="02020603050405020304" pitchFamily="18" charset="0"/>
              </a:rPr>
              <a:t>可行域为直线段围成的凸多边形 </a:t>
            </a:r>
            <a:endParaRPr lang="zh-CN" altLang="en-US" sz="2400">
              <a:latin typeface="Times New Roman" panose="02020603050405020304" pitchFamily="18" charset="0"/>
            </a:endParaRPr>
          </a:p>
        </p:txBody>
      </p:sp>
      <p:sp>
        <p:nvSpPr>
          <p:cNvPr id="194622" name="文本框 194621"/>
          <p:cNvSpPr txBox="1"/>
          <p:nvPr/>
        </p:nvSpPr>
        <p:spPr>
          <a:xfrm>
            <a:off x="304800" y="6019800"/>
            <a:ext cx="4267200" cy="457200"/>
          </a:xfrm>
          <a:prstGeom prst="rect">
            <a:avLst/>
          </a:prstGeom>
          <a:noFill/>
          <a:ln w="9525">
            <a:noFill/>
          </a:ln>
        </p:spPr>
        <p:txBody>
          <a:bodyPr>
            <a:spAutoFit/>
          </a:bodyPr>
          <a:p>
            <a:pPr algn="l">
              <a:spcBef>
                <a:spcPct val="50000"/>
              </a:spcBef>
              <a:buClr>
                <a:schemeClr val="bg1"/>
              </a:buClr>
            </a:pPr>
            <a:r>
              <a:rPr lang="zh-CN" altLang="en-US" sz="2400" dirty="0">
                <a:latin typeface="Times New Roman" panose="02020603050405020304" pitchFamily="18" charset="0"/>
              </a:rPr>
              <a:t>目标函数的等值线为直线 </a:t>
            </a:r>
            <a:endParaRPr lang="zh-CN" altLang="en-US" sz="2400">
              <a:latin typeface="Times New Roman" panose="02020603050405020304" pitchFamily="18" charset="0"/>
            </a:endParaRPr>
          </a:p>
        </p:txBody>
      </p:sp>
      <p:sp>
        <p:nvSpPr>
          <p:cNvPr id="194623" name="文本框 194622"/>
          <p:cNvSpPr txBox="1"/>
          <p:nvPr/>
        </p:nvSpPr>
        <p:spPr>
          <a:xfrm>
            <a:off x="5486400" y="5084763"/>
            <a:ext cx="3406775" cy="946150"/>
          </a:xfrm>
          <a:prstGeom prst="rect">
            <a:avLst/>
          </a:prstGeom>
          <a:solidFill>
            <a:srgbClr val="FFFF99"/>
          </a:solidFill>
          <a:ln w="9525">
            <a:noFill/>
          </a:ln>
        </p:spPr>
        <p:txBody>
          <a:bodyPr>
            <a:spAutoFit/>
          </a:bodyPr>
          <a:p>
            <a:pPr algn="l">
              <a:spcBef>
                <a:spcPct val="15000"/>
              </a:spcBef>
              <a:buClr>
                <a:schemeClr val="bg1"/>
              </a:buClr>
            </a:pPr>
            <a:r>
              <a:rPr lang="zh-CN" altLang="en-US" sz="2800" dirty="0">
                <a:latin typeface="楷体_GB2312" panose="02010609030101010101" pitchFamily="49" charset="-122"/>
                <a:ea typeface="楷体_GB2312" panose="02010609030101010101" pitchFamily="49" charset="-122"/>
              </a:rPr>
              <a:t>最优解一定在凸多边形的某个顶点取得。 </a:t>
            </a:r>
            <a:endParaRPr lang="zh-CN" altLang="en-US" sz="2800">
              <a:latin typeface="楷体_GB2312" panose="02010609030101010101" pitchFamily="49" charset="-122"/>
              <a:ea typeface="楷体_GB2312" panose="02010609030101010101" pitchFamily="49" charset="-122"/>
            </a:endParaRPr>
          </a:p>
        </p:txBody>
      </p:sp>
      <p:sp>
        <p:nvSpPr>
          <p:cNvPr id="194624" name="右箭头 194623"/>
          <p:cNvSpPr/>
          <p:nvPr/>
        </p:nvSpPr>
        <p:spPr>
          <a:xfrm>
            <a:off x="5029200" y="4876800"/>
            <a:ext cx="304800" cy="1371600"/>
          </a:xfrm>
          <a:prstGeom prst="rightArrow">
            <a:avLst>
              <a:gd name="adj1" fmla="val 50000"/>
              <a:gd name="adj2" fmla="val 25000"/>
            </a:avLst>
          </a:prstGeom>
          <a:solidFill>
            <a:srgbClr val="FFFF99"/>
          </a:solidFill>
          <a:ln w="9525" cap="flat" cmpd="sng">
            <a:solidFill>
              <a:schemeClr val="tx1"/>
            </a:solidFill>
            <a:prstDash val="solid"/>
            <a:miter/>
            <a:headEnd type="none" w="med" len="med"/>
            <a:tailEnd type="none" w="med" len="med"/>
          </a:ln>
        </p:spPr>
        <p:txBody>
          <a:bodyPr/>
          <a:p>
            <a:endParaRPr lang="zh-CN" altLang="en-US"/>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45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945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945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94592"/>
                                        </p:tgtEl>
                                        <p:attrNameLst>
                                          <p:attrName>style.visibility</p:attrName>
                                        </p:attrNameLst>
                                      </p:cBhvr>
                                      <p:to>
                                        <p:strVal val="visible"/>
                                      </p:to>
                                    </p:set>
                                    <p:animEffect transition="in" filter="blinds(horizontal)">
                                      <p:cBhvr>
                                        <p:cTn id="19" dur="500"/>
                                        <p:tgtEl>
                                          <p:spTgt spid="194592"/>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94595"/>
                                        </p:tgtEl>
                                        <p:attrNameLst>
                                          <p:attrName>style.visibility</p:attrName>
                                        </p:attrNameLst>
                                      </p:cBhvr>
                                      <p:to>
                                        <p:strVal val="visible"/>
                                      </p:to>
                                    </p:set>
                                    <p:animEffect transition="in" filter="blinds(horizontal)">
                                      <p:cBhvr>
                                        <p:cTn id="24" dur="500"/>
                                        <p:tgtEl>
                                          <p:spTgt spid="194595"/>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94598"/>
                                        </p:tgtEl>
                                        <p:attrNameLst>
                                          <p:attrName>style.visibility</p:attrName>
                                        </p:attrNameLst>
                                      </p:cBhvr>
                                      <p:to>
                                        <p:strVal val="visible"/>
                                      </p:to>
                                    </p:set>
                                    <p:animEffect transition="in" filter="blinds(horizontal)">
                                      <p:cBhvr>
                                        <p:cTn id="29" dur="500"/>
                                        <p:tgtEl>
                                          <p:spTgt spid="194598"/>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94601"/>
                                        </p:tgtEl>
                                        <p:attrNameLst>
                                          <p:attrName>style.visibility</p:attrName>
                                        </p:attrNameLst>
                                      </p:cBhvr>
                                      <p:to>
                                        <p:strVal val="visible"/>
                                      </p:to>
                                    </p:set>
                                    <p:animEffect transition="in" filter="blinds(horizontal)">
                                      <p:cBhvr>
                                        <p:cTn id="34" dur="500"/>
                                        <p:tgtEl>
                                          <p:spTgt spid="194601"/>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nodeType="clickEffect">
                                  <p:stCondLst>
                                    <p:cond delay="0"/>
                                  </p:stCondLst>
                                  <p:childTnLst>
                                    <p:set>
                                      <p:cBhvr>
                                        <p:cTn id="38" dur="1" fill="hold">
                                          <p:stCondLst>
                                            <p:cond delay="0"/>
                                          </p:stCondLst>
                                        </p:cTn>
                                        <p:tgtEl>
                                          <p:spTgt spid="194575"/>
                                        </p:tgtEl>
                                        <p:attrNameLst>
                                          <p:attrName>style.visibility</p:attrName>
                                        </p:attrNameLst>
                                      </p:cBhvr>
                                      <p:to>
                                        <p:strVal val="visible"/>
                                      </p:to>
                                    </p:set>
                                    <p:animEffect transition="in" filter="checkerboard(across)">
                                      <p:cBhvr>
                                        <p:cTn id="39" dur="500"/>
                                        <p:tgtEl>
                                          <p:spTgt spid="194575"/>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194570"/>
                                        </p:tgtEl>
                                        <p:attrNameLst>
                                          <p:attrName>style.visibility</p:attrName>
                                        </p:attrNameLst>
                                      </p:cBhvr>
                                      <p:to>
                                        <p:strVal val="visible"/>
                                      </p:to>
                                    </p:set>
                                    <p:animEffect transition="in" filter="dissolve">
                                      <p:cBhvr>
                                        <p:cTn id="44" dur="500"/>
                                        <p:tgtEl>
                                          <p:spTgt spid="194570"/>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19460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5" presetClass="entr" presetSubtype="10" fill="hold" nodeType="clickEffect">
                                  <p:stCondLst>
                                    <p:cond delay="0"/>
                                  </p:stCondLst>
                                  <p:childTnLst>
                                    <p:set>
                                      <p:cBhvr>
                                        <p:cTn id="52" dur="1" fill="hold">
                                          <p:stCondLst>
                                            <p:cond delay="0"/>
                                          </p:stCondLst>
                                        </p:cTn>
                                        <p:tgtEl>
                                          <p:spTgt spid="194604"/>
                                        </p:tgtEl>
                                        <p:attrNameLst>
                                          <p:attrName>style.visibility</p:attrName>
                                        </p:attrNameLst>
                                      </p:cBhvr>
                                      <p:to>
                                        <p:strVal val="visible"/>
                                      </p:to>
                                    </p:set>
                                    <p:animEffect transition="in" filter="checkerboard(across)">
                                      <p:cBhvr>
                                        <p:cTn id="53" dur="500"/>
                                        <p:tgtEl>
                                          <p:spTgt spid="194604"/>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94615"/>
                                        </p:tgtEl>
                                        <p:attrNameLst>
                                          <p:attrName>style.visibility</p:attrName>
                                        </p:attrNameLst>
                                      </p:cBhvr>
                                      <p:to>
                                        <p:strVal val="visible"/>
                                      </p:to>
                                    </p:set>
                                    <p:animEffect transition="in" filter="dissolve">
                                      <p:cBhvr>
                                        <p:cTn id="58" dur="500"/>
                                        <p:tgtEl>
                                          <p:spTgt spid="194615"/>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194606"/>
                                        </p:tgtEl>
                                        <p:attrNameLst>
                                          <p:attrName>style.visibility</p:attrName>
                                        </p:attrNameLst>
                                      </p:cBhvr>
                                      <p:to>
                                        <p:strVal val="visible"/>
                                      </p:to>
                                    </p:set>
                                    <p:animEffect transition="in" filter="blinds(horizontal)">
                                      <p:cBhvr>
                                        <p:cTn id="63" dur="500"/>
                                        <p:tgtEl>
                                          <p:spTgt spid="194606"/>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194616"/>
                                        </p:tgtEl>
                                        <p:attrNameLst>
                                          <p:attrName>style.visibility</p:attrName>
                                        </p:attrNameLst>
                                      </p:cBhvr>
                                      <p:to>
                                        <p:strVal val="visible"/>
                                      </p:to>
                                    </p:set>
                                    <p:animEffect transition="in" filter="dissolve">
                                      <p:cBhvr>
                                        <p:cTn id="68" dur="500"/>
                                        <p:tgtEl>
                                          <p:spTgt spid="194616"/>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194609"/>
                                        </p:tgtEl>
                                        <p:attrNameLst>
                                          <p:attrName>style.visibility</p:attrName>
                                        </p:attrNameLst>
                                      </p:cBhvr>
                                      <p:to>
                                        <p:strVal val="visible"/>
                                      </p:to>
                                    </p:set>
                                    <p:animEffect transition="in" filter="blinds(horizontal)">
                                      <p:cBhvr>
                                        <p:cTn id="73" dur="500"/>
                                        <p:tgtEl>
                                          <p:spTgt spid="194609"/>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194612"/>
                                        </p:tgtEl>
                                        <p:attrNameLst>
                                          <p:attrName>style.visibility</p:attrName>
                                        </p:attrNameLst>
                                      </p:cBhvr>
                                      <p:to>
                                        <p:strVal val="visible"/>
                                      </p:to>
                                    </p:set>
                                    <p:animEffect transition="in" filter="blinds(horizontal)">
                                      <p:cBhvr>
                                        <p:cTn id="78" dur="500"/>
                                        <p:tgtEl>
                                          <p:spTgt spid="194612"/>
                                        </p:tgtEl>
                                      </p:cBhvr>
                                    </p:animEffect>
                                  </p:childTnLst>
                                </p:cTn>
                              </p:par>
                            </p:childTnLst>
                          </p:cTn>
                        </p:par>
                      </p:childTnLst>
                    </p:cTn>
                  </p:par>
                  <p:par>
                    <p:cTn id="79" fill="hold">
                      <p:stCondLst>
                        <p:cond delay="indefinite"/>
                      </p:stCondLst>
                      <p:childTnLst>
                        <p:par>
                          <p:cTn id="80" fill="hold">
                            <p:stCondLst>
                              <p:cond delay="0"/>
                            </p:stCondLst>
                            <p:childTnLst>
                              <p:par>
                                <p:cTn id="81" presetID="4" presetClass="entr" presetSubtype="16" fill="hold" grpId="0" nodeType="clickEffect">
                                  <p:stCondLst>
                                    <p:cond delay="0"/>
                                  </p:stCondLst>
                                  <p:childTnLst>
                                    <p:set>
                                      <p:cBhvr>
                                        <p:cTn id="82" dur="1" fill="hold">
                                          <p:stCondLst>
                                            <p:cond delay="0"/>
                                          </p:stCondLst>
                                        </p:cTn>
                                        <p:tgtEl>
                                          <p:spTgt spid="194619"/>
                                        </p:tgtEl>
                                        <p:attrNameLst>
                                          <p:attrName>style.visibility</p:attrName>
                                        </p:attrNameLst>
                                      </p:cBhvr>
                                      <p:to>
                                        <p:strVal val="visible"/>
                                      </p:to>
                                    </p:set>
                                    <p:animEffect transition="in" filter="box(in)">
                                      <p:cBhvr>
                                        <p:cTn id="83" dur="500"/>
                                        <p:tgtEl>
                                          <p:spTgt spid="194619"/>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194620"/>
                                        </p:tgtEl>
                                        <p:attrNameLst>
                                          <p:attrName>style.visibility</p:attrName>
                                        </p:attrNameLst>
                                      </p:cBhvr>
                                      <p:to>
                                        <p:strVal val="visible"/>
                                      </p:to>
                                    </p:set>
                                    <p:animEffect transition="in" filter="blinds(horizontal)">
                                      <p:cBhvr>
                                        <p:cTn id="88" dur="500"/>
                                        <p:tgtEl>
                                          <p:spTgt spid="194620"/>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194621"/>
                                        </p:tgtEl>
                                        <p:attrNameLst>
                                          <p:attrName>style.visibility</p:attrName>
                                        </p:attrNameLst>
                                      </p:cBhvr>
                                      <p:to>
                                        <p:strVal val="visible"/>
                                      </p:to>
                                    </p:set>
                                    <p:animEffect transition="in" filter="blinds(horizontal)">
                                      <p:cBhvr>
                                        <p:cTn id="93" dur="500"/>
                                        <p:tgtEl>
                                          <p:spTgt spid="194621"/>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194622"/>
                                        </p:tgtEl>
                                        <p:attrNameLst>
                                          <p:attrName>style.visibility</p:attrName>
                                        </p:attrNameLst>
                                      </p:cBhvr>
                                      <p:to>
                                        <p:strVal val="visible"/>
                                      </p:to>
                                    </p:set>
                                    <p:animEffect transition="in" filter="blinds(horizontal)">
                                      <p:cBhvr>
                                        <p:cTn id="98" dur="500"/>
                                        <p:tgtEl>
                                          <p:spTgt spid="194622"/>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499"/>
                                          </p:stCondLst>
                                        </p:cTn>
                                        <p:tgtEl>
                                          <p:spTgt spid="19462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7" presetClass="entr" presetSubtype="8" fill="hold" grpId="0" nodeType="clickEffect">
                                  <p:stCondLst>
                                    <p:cond delay="0"/>
                                  </p:stCondLst>
                                  <p:childTnLst>
                                    <p:set>
                                      <p:cBhvr>
                                        <p:cTn id="106" dur="1" fill="hold">
                                          <p:stCondLst>
                                            <p:cond delay="0"/>
                                          </p:stCondLst>
                                        </p:cTn>
                                        <p:tgtEl>
                                          <p:spTgt spid="194623"/>
                                        </p:tgtEl>
                                        <p:attrNameLst>
                                          <p:attrName>style.visibility</p:attrName>
                                        </p:attrNameLst>
                                      </p:cBhvr>
                                      <p:to>
                                        <p:strVal val="visible"/>
                                      </p:to>
                                    </p:set>
                                    <p:anim calcmode="lin" valueType="num">
                                      <p:cBhvr>
                                        <p:cTn id="107" dur="500" fill="hold"/>
                                        <p:tgtEl>
                                          <p:spTgt spid="194623"/>
                                        </p:tgtEl>
                                        <p:attrNameLst>
                                          <p:attrName>ppt_x</p:attrName>
                                        </p:attrNameLst>
                                      </p:cBhvr>
                                      <p:tavLst>
                                        <p:tav tm="0">
                                          <p:val>
                                            <p:strVal val="#ppt_x-#ppt_w/2"/>
                                          </p:val>
                                        </p:tav>
                                        <p:tav tm="100000">
                                          <p:val>
                                            <p:strVal val="#ppt_x"/>
                                          </p:val>
                                        </p:tav>
                                      </p:tavLst>
                                    </p:anim>
                                    <p:anim calcmode="lin" valueType="num">
                                      <p:cBhvr>
                                        <p:cTn id="108" dur="500" fill="hold"/>
                                        <p:tgtEl>
                                          <p:spTgt spid="194623"/>
                                        </p:tgtEl>
                                        <p:attrNameLst>
                                          <p:attrName>ppt_y</p:attrName>
                                        </p:attrNameLst>
                                      </p:cBhvr>
                                      <p:tavLst>
                                        <p:tav tm="0">
                                          <p:val>
                                            <p:strVal val="#ppt_y"/>
                                          </p:val>
                                        </p:tav>
                                        <p:tav tm="100000">
                                          <p:val>
                                            <p:strVal val="#ppt_y"/>
                                          </p:val>
                                        </p:tav>
                                      </p:tavLst>
                                    </p:anim>
                                    <p:anim calcmode="lin" valueType="num">
                                      <p:cBhvr>
                                        <p:cTn id="109" dur="500" fill="hold"/>
                                        <p:tgtEl>
                                          <p:spTgt spid="194623"/>
                                        </p:tgtEl>
                                        <p:attrNameLst>
                                          <p:attrName>ppt_w</p:attrName>
                                        </p:attrNameLst>
                                      </p:cBhvr>
                                      <p:tavLst>
                                        <p:tav tm="0">
                                          <p:val>
                                            <p:fltVal val="0.000000"/>
                                          </p:val>
                                        </p:tav>
                                        <p:tav tm="100000">
                                          <p:val>
                                            <p:strVal val="#ppt_w"/>
                                          </p:val>
                                        </p:tav>
                                      </p:tavLst>
                                    </p:anim>
                                    <p:anim calcmode="lin" valueType="num">
                                      <p:cBhvr>
                                        <p:cTn id="110" dur="500" fill="hold"/>
                                        <p:tgtEl>
                                          <p:spTgt spid="19462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animBg="1"/>
      <p:bldP spid="194605" grpId="0" animBg="1"/>
      <p:bldP spid="194615" grpId="0"/>
      <p:bldP spid="194619" grpId="0" animBg="1"/>
      <p:bldP spid="194620" grpId="0"/>
      <p:bldP spid="194621" grpId="0"/>
      <p:bldP spid="194622" grpId="0"/>
      <p:bldP spid="1946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标题 185345"/>
          <p:cNvSpPr>
            <a:spLocks noGrp="1"/>
          </p:cNvSpPr>
          <p:nvPr>
            <p:ph type="title"/>
          </p:nvPr>
        </p:nvSpPr>
        <p:spPr>
          <a:xfrm>
            <a:off x="539750" y="476250"/>
            <a:ext cx="6851650" cy="955675"/>
          </a:xfrm>
        </p:spPr>
        <p:txBody>
          <a:bodyPr anchor="ctr"/>
          <a:p>
            <a:r>
              <a:rPr lang="zh-CN" altLang="en-US" dirty="0"/>
              <a:t>模型求解（软件求解）</a:t>
            </a:r>
            <a:endParaRPr lang="zh-CN" altLang="en-US" dirty="0"/>
          </a:p>
        </p:txBody>
      </p:sp>
      <p:graphicFrame>
        <p:nvGraphicFramePr>
          <p:cNvPr id="185356" name="内容占位符 185355"/>
          <p:cNvGraphicFramePr/>
          <p:nvPr>
            <p:ph sz="half" idx="2"/>
          </p:nvPr>
        </p:nvGraphicFramePr>
        <p:xfrm>
          <a:off x="4572000" y="1700213"/>
          <a:ext cx="3600450" cy="4105275"/>
        </p:xfrm>
        <a:graphic>
          <a:graphicData uri="http://schemas.openxmlformats.org/presentationml/2006/ole">
            <mc:AlternateContent xmlns:mc="http://schemas.openxmlformats.org/markup-compatibility/2006">
              <mc:Choice xmlns:v="urn:schemas-microsoft-com:vml" Requires="v">
                <p:oleObj spid="_x0000_s3090" name="" r:id="rId1" imgW="2000250" imgH="2286000" progId="PBrush">
                  <p:embed/>
                </p:oleObj>
              </mc:Choice>
              <mc:Fallback>
                <p:oleObj name="" r:id="rId1" imgW="2000250" imgH="2286000" progId="PBrush">
                  <p:embed/>
                  <p:pic>
                    <p:nvPicPr>
                      <p:cNvPr id="0" name="图片 3089"/>
                      <p:cNvPicPr/>
                      <p:nvPr/>
                    </p:nvPicPr>
                    <p:blipFill>
                      <a:blip r:embed="rId2"/>
                      <a:stretch>
                        <a:fillRect/>
                      </a:stretch>
                    </p:blipFill>
                    <p:spPr>
                      <a:xfrm>
                        <a:off x="4572000" y="1700213"/>
                        <a:ext cx="3600450" cy="4105275"/>
                      </a:xfrm>
                      <a:prstGeom prst="rect">
                        <a:avLst/>
                      </a:prstGeom>
                      <a:noFill/>
                      <a:ln w="38100">
                        <a:miter/>
                      </a:ln>
                    </p:spPr>
                  </p:pic>
                </p:oleObj>
              </mc:Fallback>
            </mc:AlternateContent>
          </a:graphicData>
        </a:graphic>
      </p:graphicFrame>
      <p:sp>
        <p:nvSpPr>
          <p:cNvPr id="185359" name="矩形 185358"/>
          <p:cNvSpPr/>
          <p:nvPr/>
        </p:nvSpPr>
        <p:spPr>
          <a:xfrm>
            <a:off x="395288" y="1844675"/>
            <a:ext cx="3889375" cy="3378200"/>
          </a:xfrm>
          <a:prstGeom prst="rect">
            <a:avLst/>
          </a:prstGeom>
          <a:noFill/>
          <a:ln w="9525">
            <a:noFill/>
          </a:ln>
        </p:spPr>
        <p:txBody>
          <a:bodyPr anchor="b">
            <a:spAutoFit/>
          </a:bodyPr>
          <a:p>
            <a:pPr algn="l"/>
            <a:r>
              <a:rPr lang="en-US" altLang="zh-CN" sz="2400" b="0">
                <a:latin typeface="Times New Roman" panose="02020603050405020304" pitchFamily="18" charset="0"/>
              </a:rPr>
              <a:t>model:</a:t>
            </a:r>
            <a:endParaRPr lang="en-US" altLang="zh-CN" sz="2400" b="0">
              <a:latin typeface="Times New Roman" panose="02020603050405020304" pitchFamily="18" charset="0"/>
            </a:endParaRPr>
          </a:p>
          <a:p>
            <a:pPr algn="l"/>
            <a:r>
              <a:rPr lang="en-US" altLang="zh-CN" sz="2400" b="0">
                <a:latin typeface="Times New Roman" panose="02020603050405020304" pitchFamily="18" charset="0"/>
              </a:rPr>
              <a:t>sets:</a:t>
            </a:r>
            <a:endParaRPr lang="en-US" altLang="zh-CN" sz="2400" b="0">
              <a:latin typeface="Times New Roman" panose="02020603050405020304" pitchFamily="18" charset="0"/>
            </a:endParaRPr>
          </a:p>
          <a:p>
            <a:pPr algn="l"/>
            <a:r>
              <a:rPr lang="en-US" altLang="zh-CN" sz="2400" b="0">
                <a:latin typeface="Times New Roman" panose="02020603050405020304" pitchFamily="18" charset="0"/>
              </a:rPr>
              <a:t>    var/1..2/:x;</a:t>
            </a:r>
            <a:endParaRPr lang="en-US" altLang="zh-CN" sz="2400" b="0">
              <a:latin typeface="Times New Roman" panose="02020603050405020304" pitchFamily="18" charset="0"/>
            </a:endParaRPr>
          </a:p>
          <a:p>
            <a:pPr algn="l"/>
            <a:r>
              <a:rPr lang="en-US" altLang="zh-CN" sz="2400" b="0" dirty="0" err="1">
                <a:latin typeface="Times New Roman" panose="02020603050405020304" pitchFamily="18" charset="0"/>
              </a:rPr>
              <a:t>endsets</a:t>
            </a:r>
            <a:endParaRPr lang="en-US" altLang="zh-CN" sz="2400" b="0">
              <a:latin typeface="Times New Roman" panose="02020603050405020304" pitchFamily="18" charset="0"/>
            </a:endParaRPr>
          </a:p>
          <a:p>
            <a:pPr algn="l"/>
            <a:r>
              <a:rPr lang="en-US" altLang="zh-CN" sz="2400" b="0">
                <a:latin typeface="Times New Roman" panose="02020603050405020304" pitchFamily="18" charset="0"/>
              </a:rPr>
              <a:t>max=72*x(1)+64*x(2);</a:t>
            </a:r>
            <a:endParaRPr lang="en-US" altLang="zh-CN" sz="2400" b="0">
              <a:latin typeface="Times New Roman" panose="02020603050405020304" pitchFamily="18" charset="0"/>
            </a:endParaRPr>
          </a:p>
          <a:p>
            <a:pPr algn="l"/>
            <a:r>
              <a:rPr lang="en-US" altLang="zh-CN" sz="2400" b="0">
                <a:latin typeface="Times New Roman" panose="02020603050405020304" pitchFamily="18" charset="0"/>
              </a:rPr>
              <a:t>x(1)+x(2)&lt;=50;</a:t>
            </a:r>
            <a:endParaRPr lang="en-US" altLang="zh-CN" sz="2400" b="0">
              <a:latin typeface="Times New Roman" panose="02020603050405020304" pitchFamily="18" charset="0"/>
            </a:endParaRPr>
          </a:p>
          <a:p>
            <a:pPr algn="l"/>
            <a:r>
              <a:rPr lang="en-US" altLang="zh-CN" sz="2400" b="0">
                <a:latin typeface="Times New Roman" panose="02020603050405020304" pitchFamily="18" charset="0"/>
              </a:rPr>
              <a:t>12*x(1)+8*x(2)&lt;=480;</a:t>
            </a:r>
            <a:endParaRPr lang="en-US" altLang="zh-CN" sz="2400" b="0">
              <a:latin typeface="Times New Roman" panose="02020603050405020304" pitchFamily="18" charset="0"/>
            </a:endParaRPr>
          </a:p>
          <a:p>
            <a:pPr algn="l"/>
            <a:r>
              <a:rPr lang="en-US" altLang="zh-CN" sz="2400" b="0">
                <a:latin typeface="Times New Roman" panose="02020603050405020304" pitchFamily="18" charset="0"/>
              </a:rPr>
              <a:t>3*x(1)&lt;=100;</a:t>
            </a:r>
            <a:endParaRPr lang="en-US" altLang="zh-CN" sz="2400" b="0">
              <a:latin typeface="Times New Roman" panose="02020603050405020304" pitchFamily="18" charset="0"/>
            </a:endParaRPr>
          </a:p>
          <a:p>
            <a:pPr algn="l"/>
            <a:r>
              <a:rPr lang="en-US" altLang="zh-CN" sz="2400" b="0">
                <a:latin typeface="Times New Roman" panose="02020603050405020304" pitchFamily="18" charset="0"/>
              </a:rPr>
              <a:t>end</a:t>
            </a:r>
            <a:endParaRPr lang="en-US" altLang="zh-CN" sz="2400" b="0">
              <a:latin typeface="Times New Roman" panose="02020603050405020304" pitchFamily="18" charset="0"/>
            </a:endParaRPr>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21" name="标题 188420"/>
          <p:cNvSpPr>
            <a:spLocks noGrp="1"/>
          </p:cNvSpPr>
          <p:nvPr>
            <p:ph type="title"/>
          </p:nvPr>
        </p:nvSpPr>
        <p:spPr>
          <a:xfrm>
            <a:off x="395288" y="260350"/>
            <a:ext cx="5184775" cy="792163"/>
          </a:xfrm>
        </p:spPr>
        <p:txBody>
          <a:bodyPr anchor="ctr"/>
          <a:p>
            <a:r>
              <a:rPr lang="zh-CN" altLang="en-US" sz="4000" dirty="0"/>
              <a:t>求解结果及其解释</a:t>
            </a:r>
            <a:endParaRPr lang="zh-CN" altLang="en-US" sz="4000" dirty="0"/>
          </a:p>
        </p:txBody>
      </p:sp>
      <p:graphicFrame>
        <p:nvGraphicFramePr>
          <p:cNvPr id="188420" name="内容占位符 188419"/>
          <p:cNvGraphicFramePr/>
          <p:nvPr>
            <p:ph idx="1"/>
          </p:nvPr>
        </p:nvGraphicFramePr>
        <p:xfrm>
          <a:off x="1584325" y="1125538"/>
          <a:ext cx="7559675" cy="3887787"/>
        </p:xfrm>
        <a:graphic>
          <a:graphicData uri="http://schemas.openxmlformats.org/presentationml/2006/ole">
            <mc:AlternateContent xmlns:mc="http://schemas.openxmlformats.org/markup-compatibility/2006">
              <mc:Choice xmlns:v="urn:schemas-microsoft-com:vml" Requires="v">
                <p:oleObj spid="_x0000_s3091" name="" r:id="rId1" imgW="6353175" imgH="2933700" progId="PBrush">
                  <p:embed/>
                </p:oleObj>
              </mc:Choice>
              <mc:Fallback>
                <p:oleObj name="" r:id="rId1" imgW="6353175" imgH="2933700" progId="PBrush">
                  <p:embed/>
                  <p:pic>
                    <p:nvPicPr>
                      <p:cNvPr id="0" name="图片 3090"/>
                      <p:cNvPicPr/>
                      <p:nvPr/>
                    </p:nvPicPr>
                    <p:blipFill>
                      <a:blip r:embed="rId2"/>
                      <a:stretch>
                        <a:fillRect/>
                      </a:stretch>
                    </p:blipFill>
                    <p:spPr>
                      <a:xfrm>
                        <a:off x="1584325" y="1125538"/>
                        <a:ext cx="7559675" cy="3887787"/>
                      </a:xfrm>
                      <a:prstGeom prst="rect">
                        <a:avLst/>
                      </a:prstGeom>
                      <a:noFill/>
                      <a:ln w="38100">
                        <a:miter/>
                      </a:ln>
                    </p:spPr>
                  </p:pic>
                </p:oleObj>
              </mc:Fallback>
            </mc:AlternateContent>
          </a:graphicData>
        </a:graphic>
      </p:graphicFrame>
      <p:sp>
        <p:nvSpPr>
          <p:cNvPr id="188423" name="文本框 188422"/>
          <p:cNvSpPr txBox="1"/>
          <p:nvPr/>
        </p:nvSpPr>
        <p:spPr>
          <a:xfrm>
            <a:off x="179388" y="2133600"/>
            <a:ext cx="3313112" cy="2381250"/>
          </a:xfrm>
          <a:prstGeom prst="rect">
            <a:avLst/>
          </a:prstGeom>
          <a:solidFill>
            <a:srgbClr val="99FFCC"/>
          </a:solidFill>
          <a:ln w="9525">
            <a:noFill/>
          </a:ln>
        </p:spPr>
        <p:txBody>
          <a:bodyPr>
            <a:spAutoFit/>
          </a:bodyPr>
          <a:p>
            <a:pPr algn="just">
              <a:spcBef>
                <a:spcPct val="30000"/>
              </a:spcBef>
              <a:buClr>
                <a:schemeClr val="bg1"/>
              </a:buClr>
            </a:pPr>
            <a:r>
              <a:rPr lang="en-US" altLang="zh-CN" sz="2000">
                <a:latin typeface="Times New Roman" panose="02020603050405020304" pitchFamily="18" charset="0"/>
              </a:rPr>
              <a:t>max 72x1+64x2</a:t>
            </a:r>
            <a:endParaRPr lang="en-US" altLang="zh-CN" sz="2000">
              <a:latin typeface="Times New Roman" panose="02020603050405020304" pitchFamily="18" charset="0"/>
            </a:endParaRPr>
          </a:p>
          <a:p>
            <a:pPr algn="just">
              <a:spcBef>
                <a:spcPct val="30000"/>
              </a:spcBef>
              <a:buClr>
                <a:schemeClr val="bg1"/>
              </a:buClr>
            </a:pPr>
            <a:r>
              <a:rPr lang="en-US" altLang="zh-CN" sz="2000" dirty="0" err="1">
                <a:latin typeface="Times New Roman" panose="02020603050405020304" pitchFamily="18" charset="0"/>
              </a:rPr>
              <a:t>st</a:t>
            </a:r>
            <a:endParaRPr lang="en-US" altLang="zh-CN" sz="2000">
              <a:latin typeface="Times New Roman" panose="02020603050405020304" pitchFamily="18" charset="0"/>
            </a:endParaRPr>
          </a:p>
          <a:p>
            <a:pPr algn="just">
              <a:spcBef>
                <a:spcPct val="30000"/>
              </a:spcBef>
              <a:buClr>
                <a:schemeClr val="bg1"/>
              </a:buClr>
            </a:pPr>
            <a:r>
              <a:rPr lang="en-US" altLang="zh-CN" sz="2000" dirty="0">
                <a:latin typeface="Times New Roman" panose="02020603050405020304" pitchFamily="18" charset="0"/>
              </a:rPr>
              <a:t>2</a:t>
            </a:r>
            <a:r>
              <a:rPr lang="zh-CN" altLang="en-US" sz="2000" dirty="0">
                <a:latin typeface="Times New Roman" panose="02020603050405020304" pitchFamily="18" charset="0"/>
              </a:rPr>
              <a:t>）</a:t>
            </a:r>
            <a:r>
              <a:rPr lang="en-US" altLang="zh-CN" sz="2000" dirty="0">
                <a:latin typeface="Times New Roman" panose="02020603050405020304" pitchFamily="18" charset="0"/>
              </a:rPr>
              <a:t>x1+x2&lt;50     </a:t>
            </a:r>
            <a:r>
              <a:rPr lang="zh-CN" altLang="en-US" sz="2000" dirty="0">
                <a:latin typeface="Times New Roman" panose="02020603050405020304" pitchFamily="18" charset="0"/>
              </a:rPr>
              <a:t>牛奶原料</a:t>
            </a:r>
            <a:endParaRPr lang="zh-CN" altLang="en-US" sz="2000" dirty="0">
              <a:latin typeface="Times New Roman" panose="02020603050405020304" pitchFamily="18" charset="0"/>
            </a:endParaRPr>
          </a:p>
          <a:p>
            <a:pPr algn="just">
              <a:spcBef>
                <a:spcPct val="30000"/>
              </a:spcBef>
              <a:buClr>
                <a:schemeClr val="bg1"/>
              </a:buClr>
            </a:pPr>
            <a:r>
              <a:rPr lang="en-US" altLang="zh-CN" sz="2000" dirty="0">
                <a:latin typeface="Times New Roman" panose="02020603050405020304" pitchFamily="18" charset="0"/>
              </a:rPr>
              <a:t>3</a:t>
            </a:r>
            <a:r>
              <a:rPr lang="zh-CN" altLang="en-US" sz="2000" dirty="0">
                <a:latin typeface="Times New Roman" panose="02020603050405020304" pitchFamily="18" charset="0"/>
              </a:rPr>
              <a:t>）</a:t>
            </a:r>
            <a:r>
              <a:rPr lang="en-US" altLang="zh-CN" sz="2000" dirty="0">
                <a:latin typeface="Times New Roman" panose="02020603050405020304" pitchFamily="18" charset="0"/>
              </a:rPr>
              <a:t>12x1+8x2&lt;480 </a:t>
            </a:r>
            <a:r>
              <a:rPr lang="zh-CN" altLang="en-US" sz="2000" dirty="0">
                <a:latin typeface="Times New Roman" panose="02020603050405020304" pitchFamily="18" charset="0"/>
              </a:rPr>
              <a:t>劳动时间</a:t>
            </a:r>
            <a:endParaRPr lang="zh-CN" altLang="en-US" sz="2000" dirty="0">
              <a:latin typeface="Times New Roman" panose="02020603050405020304" pitchFamily="18" charset="0"/>
            </a:endParaRPr>
          </a:p>
          <a:p>
            <a:pPr algn="just">
              <a:spcBef>
                <a:spcPct val="30000"/>
              </a:spcBef>
              <a:buClr>
                <a:schemeClr val="bg1"/>
              </a:buClr>
            </a:pPr>
            <a:r>
              <a:rPr lang="en-US" altLang="zh-CN" sz="2000" dirty="0">
                <a:latin typeface="Times New Roman" panose="02020603050405020304" pitchFamily="18" charset="0"/>
              </a:rPr>
              <a:t>4</a:t>
            </a:r>
            <a:r>
              <a:rPr lang="zh-CN" altLang="en-US" sz="2000" dirty="0">
                <a:latin typeface="Times New Roman" panose="02020603050405020304" pitchFamily="18" charset="0"/>
              </a:rPr>
              <a:t>）</a:t>
            </a:r>
            <a:r>
              <a:rPr lang="en-US" altLang="zh-CN" sz="2000" dirty="0">
                <a:latin typeface="Times New Roman" panose="02020603050405020304" pitchFamily="18" charset="0"/>
              </a:rPr>
              <a:t>3x1&lt;100  </a:t>
            </a:r>
            <a:r>
              <a:rPr lang="zh-CN" altLang="en-US" sz="2000" dirty="0">
                <a:latin typeface="Times New Roman" panose="02020603050405020304" pitchFamily="18" charset="0"/>
              </a:rPr>
              <a:t>加工能力</a:t>
            </a:r>
            <a:endParaRPr lang="zh-CN" altLang="en-US" sz="2000" dirty="0">
              <a:latin typeface="Times New Roman" panose="02020603050405020304" pitchFamily="18" charset="0"/>
            </a:endParaRPr>
          </a:p>
          <a:p>
            <a:pPr algn="just">
              <a:spcBef>
                <a:spcPct val="30000"/>
              </a:spcBef>
              <a:buClr>
                <a:schemeClr val="bg1"/>
              </a:buClr>
            </a:pPr>
            <a:r>
              <a:rPr lang="en-US" altLang="zh-CN" sz="2000">
                <a:latin typeface="Times New Roman" panose="02020603050405020304" pitchFamily="18" charset="0"/>
              </a:rPr>
              <a:t>end</a:t>
            </a:r>
            <a:endParaRPr lang="en-US" altLang="zh-CN" sz="2000">
              <a:latin typeface="Times New Roman" panose="02020603050405020304" pitchFamily="18" charset="0"/>
            </a:endParaRPr>
          </a:p>
        </p:txBody>
      </p:sp>
      <p:sp>
        <p:nvSpPr>
          <p:cNvPr id="188424" name="文本框 188423"/>
          <p:cNvSpPr txBox="1"/>
          <p:nvPr/>
        </p:nvSpPr>
        <p:spPr>
          <a:xfrm>
            <a:off x="250825" y="4652963"/>
            <a:ext cx="533400" cy="1552575"/>
          </a:xfrm>
          <a:prstGeom prst="rect">
            <a:avLst/>
          </a:prstGeom>
          <a:solidFill>
            <a:srgbClr val="66FFFF"/>
          </a:solidFill>
          <a:ln w="9525">
            <a:noFill/>
          </a:ln>
        </p:spPr>
        <p:txBody>
          <a:bodyPr>
            <a:spAutoFit/>
          </a:bodyPr>
          <a:p>
            <a:pPr algn="l">
              <a:spcBef>
                <a:spcPct val="50000"/>
              </a:spcBef>
              <a:buClr>
                <a:schemeClr val="bg1"/>
              </a:buClr>
            </a:pPr>
            <a:r>
              <a:rPr lang="zh-CN" altLang="en-US" sz="2400" dirty="0">
                <a:latin typeface="Times New Roman" panose="02020603050405020304" pitchFamily="18" charset="0"/>
              </a:rPr>
              <a:t>三种资源</a:t>
            </a:r>
            <a:endParaRPr lang="zh-CN" altLang="en-US" sz="2400">
              <a:latin typeface="Times New Roman" panose="02020603050405020304" pitchFamily="18" charset="0"/>
            </a:endParaRPr>
          </a:p>
        </p:txBody>
      </p:sp>
      <p:sp>
        <p:nvSpPr>
          <p:cNvPr id="188425" name="文本框 188424"/>
          <p:cNvSpPr txBox="1"/>
          <p:nvPr/>
        </p:nvSpPr>
        <p:spPr>
          <a:xfrm>
            <a:off x="1042988" y="4652963"/>
            <a:ext cx="3311525" cy="1552575"/>
          </a:xfrm>
          <a:prstGeom prst="rect">
            <a:avLst/>
          </a:prstGeom>
          <a:solidFill>
            <a:srgbClr val="FFFF99"/>
          </a:solidFill>
          <a:ln w="9525">
            <a:noFill/>
          </a:ln>
        </p:spPr>
        <p:txBody>
          <a:bodyPr>
            <a:spAutoFit/>
          </a:bodyPr>
          <a:p>
            <a:pPr algn="l">
              <a:spcBef>
                <a:spcPct val="50000"/>
              </a:spcBef>
              <a:buClr>
                <a:schemeClr val="bg1"/>
              </a:buClr>
            </a:pPr>
            <a:r>
              <a:rPr lang="zh-CN" altLang="en-US" sz="2400" dirty="0">
                <a:latin typeface="Times New Roman" panose="02020603050405020304" pitchFamily="18" charset="0"/>
              </a:rPr>
              <a:t>原料无剩余</a:t>
            </a:r>
            <a:endParaRPr lang="zh-CN" altLang="en-US" sz="2400" dirty="0">
              <a:latin typeface="Times New Roman" panose="02020603050405020304" pitchFamily="18" charset="0"/>
            </a:endParaRPr>
          </a:p>
          <a:p>
            <a:pPr algn="l">
              <a:spcBef>
                <a:spcPct val="50000"/>
              </a:spcBef>
              <a:buClr>
                <a:schemeClr val="bg1"/>
              </a:buClr>
            </a:pPr>
            <a:r>
              <a:rPr lang="zh-CN" altLang="en-US" sz="2400" dirty="0">
                <a:latin typeface="Times New Roman" panose="02020603050405020304" pitchFamily="18" charset="0"/>
              </a:rPr>
              <a:t>时间无剩余</a:t>
            </a:r>
            <a:endParaRPr lang="zh-CN" altLang="en-US" sz="2400" dirty="0">
              <a:latin typeface="Times New Roman" panose="02020603050405020304" pitchFamily="18" charset="0"/>
            </a:endParaRPr>
          </a:p>
          <a:p>
            <a:pPr algn="l">
              <a:spcBef>
                <a:spcPct val="50000"/>
              </a:spcBef>
              <a:buClr>
                <a:schemeClr val="bg1"/>
              </a:buClr>
            </a:pPr>
            <a:r>
              <a:rPr lang="zh-CN" altLang="en-US" sz="2400" dirty="0">
                <a:latin typeface="Times New Roman" panose="02020603050405020304" pitchFamily="18" charset="0"/>
              </a:rPr>
              <a:t>加工能力剩余</a:t>
            </a:r>
            <a:r>
              <a:rPr lang="en-US" altLang="zh-CN" sz="2400">
                <a:latin typeface="Times New Roman" panose="02020603050405020304" pitchFamily="18" charset="0"/>
              </a:rPr>
              <a:t>40</a:t>
            </a:r>
            <a:endParaRPr lang="en-US" altLang="zh-CN" sz="2400">
              <a:latin typeface="Times New Roman" panose="02020603050405020304" pitchFamily="18" charset="0"/>
            </a:endParaRPr>
          </a:p>
        </p:txBody>
      </p:sp>
      <p:sp>
        <p:nvSpPr>
          <p:cNvPr id="188428" name="文本框 188427"/>
          <p:cNvSpPr txBox="1"/>
          <p:nvPr/>
        </p:nvSpPr>
        <p:spPr>
          <a:xfrm>
            <a:off x="827088" y="6338888"/>
            <a:ext cx="7613650" cy="519112"/>
          </a:xfrm>
          <a:prstGeom prst="rect">
            <a:avLst/>
          </a:prstGeom>
          <a:solidFill>
            <a:srgbClr val="FFFF99"/>
          </a:solidFill>
          <a:ln w="9525">
            <a:noFill/>
          </a:ln>
        </p:spPr>
        <p:txBody>
          <a:bodyPr>
            <a:spAutoFit/>
          </a:bodyPr>
          <a:p>
            <a:pPr algn="l">
              <a:spcBef>
                <a:spcPct val="50000"/>
              </a:spcBef>
              <a:buClr>
                <a:schemeClr val="bg1"/>
              </a:buClr>
            </a:pPr>
            <a:r>
              <a:rPr lang="en-US" altLang="zh-CN" sz="2800" dirty="0">
                <a:latin typeface="Times New Roman" panose="02020603050405020304" pitchFamily="18" charset="0"/>
              </a:rPr>
              <a:t>“</a:t>
            </a:r>
            <a:r>
              <a:rPr lang="zh-CN" altLang="en-US" sz="2800" dirty="0">
                <a:latin typeface="Times New Roman" panose="02020603050405020304" pitchFamily="18" charset="0"/>
              </a:rPr>
              <a:t>资源” 剩余为零的约束为紧约束（有效约束） </a:t>
            </a:r>
            <a:endParaRPr lang="zh-CN" altLang="en-US" sz="2800">
              <a:latin typeface="Times New Roman" panose="02020603050405020304" pitchFamily="18" charset="0"/>
            </a:endParaRPr>
          </a:p>
        </p:txBody>
      </p:sp>
      <p:sp>
        <p:nvSpPr>
          <p:cNvPr id="188429" name="文本框 188428"/>
          <p:cNvSpPr txBox="1"/>
          <p:nvPr/>
        </p:nvSpPr>
        <p:spPr>
          <a:xfrm>
            <a:off x="4859338" y="4724400"/>
            <a:ext cx="3962400" cy="1552575"/>
          </a:xfrm>
          <a:prstGeom prst="rect">
            <a:avLst/>
          </a:prstGeom>
          <a:solidFill>
            <a:srgbClr val="66FFFF"/>
          </a:solidFill>
          <a:ln w="9525">
            <a:noFill/>
          </a:ln>
        </p:spPr>
        <p:txBody>
          <a:bodyPr>
            <a:spAutoFit/>
          </a:bodyPr>
          <a:p>
            <a:pPr algn="l">
              <a:spcBef>
                <a:spcPct val="50000"/>
              </a:spcBef>
              <a:buClr>
                <a:schemeClr val="bg1"/>
              </a:buClr>
            </a:pPr>
            <a:r>
              <a:rPr lang="zh-CN" altLang="en-US" sz="2400" dirty="0">
                <a:latin typeface="Times New Roman" panose="02020603050405020304" pitchFamily="18" charset="0"/>
              </a:rPr>
              <a:t>原料增加</a:t>
            </a:r>
            <a:r>
              <a:rPr lang="en-US" altLang="zh-CN" sz="2400" dirty="0">
                <a:latin typeface="Times New Roman" panose="02020603050405020304" pitchFamily="18" charset="0"/>
              </a:rPr>
              <a:t>1</a:t>
            </a:r>
            <a:r>
              <a:rPr lang="zh-CN" altLang="en-US" sz="2400" dirty="0">
                <a:latin typeface="Times New Roman" panose="02020603050405020304" pitchFamily="18" charset="0"/>
              </a:rPr>
              <a:t>单位</a:t>
            </a:r>
            <a:r>
              <a:rPr lang="en-US" altLang="zh-CN" sz="2400" dirty="0">
                <a:latin typeface="Times New Roman" panose="02020603050405020304" pitchFamily="18" charset="0"/>
              </a:rPr>
              <a:t>, </a:t>
            </a:r>
            <a:r>
              <a:rPr lang="zh-CN" altLang="en-US" sz="2400" dirty="0">
                <a:latin typeface="Times New Roman" panose="02020603050405020304" pitchFamily="18" charset="0"/>
              </a:rPr>
              <a:t>利润增长</a:t>
            </a:r>
            <a:r>
              <a:rPr lang="en-US" altLang="zh-CN" sz="2400">
                <a:latin typeface="Times New Roman" panose="02020603050405020304" pitchFamily="18" charset="0"/>
              </a:rPr>
              <a:t>48</a:t>
            </a:r>
            <a:endParaRPr lang="en-US" altLang="zh-CN" sz="2400">
              <a:latin typeface="Times New Roman" panose="02020603050405020304" pitchFamily="18" charset="0"/>
            </a:endParaRPr>
          </a:p>
          <a:p>
            <a:pPr algn="l">
              <a:spcBef>
                <a:spcPct val="50000"/>
              </a:spcBef>
              <a:buClr>
                <a:schemeClr val="bg1"/>
              </a:buClr>
            </a:pPr>
            <a:r>
              <a:rPr lang="zh-CN" altLang="en-US" sz="2400" dirty="0">
                <a:latin typeface="Times New Roman" panose="02020603050405020304" pitchFamily="18" charset="0"/>
              </a:rPr>
              <a:t>时间增加</a:t>
            </a:r>
            <a:r>
              <a:rPr lang="en-US" altLang="zh-CN" sz="2400" dirty="0">
                <a:latin typeface="Times New Roman" panose="02020603050405020304" pitchFamily="18" charset="0"/>
              </a:rPr>
              <a:t>1</a:t>
            </a:r>
            <a:r>
              <a:rPr lang="zh-CN" altLang="en-US" sz="2400" dirty="0">
                <a:latin typeface="Times New Roman" panose="02020603050405020304" pitchFamily="18" charset="0"/>
              </a:rPr>
              <a:t>单位，利润增长</a:t>
            </a:r>
            <a:r>
              <a:rPr lang="en-US" altLang="zh-CN" sz="2400">
                <a:latin typeface="Times New Roman" panose="02020603050405020304" pitchFamily="18" charset="0"/>
              </a:rPr>
              <a:t>2</a:t>
            </a:r>
            <a:endParaRPr lang="en-US" altLang="zh-CN" sz="2400">
              <a:latin typeface="Times New Roman" panose="02020603050405020304" pitchFamily="18" charset="0"/>
            </a:endParaRPr>
          </a:p>
          <a:p>
            <a:pPr algn="l">
              <a:spcBef>
                <a:spcPct val="50000"/>
              </a:spcBef>
              <a:buClr>
                <a:schemeClr val="bg1"/>
              </a:buClr>
            </a:pPr>
            <a:r>
              <a:rPr lang="en-US" altLang="zh-CN" sz="2400" dirty="0">
                <a:latin typeface="Times New Roman" panose="02020603050405020304" pitchFamily="18" charset="0"/>
              </a:rPr>
              <a:t> </a:t>
            </a:r>
            <a:r>
              <a:rPr lang="zh-CN" altLang="en-US" sz="2400" dirty="0">
                <a:latin typeface="Times New Roman" panose="02020603050405020304" pitchFamily="18" charset="0"/>
              </a:rPr>
              <a:t>加工能力增加，利润不增加</a:t>
            </a:r>
            <a:endParaRPr lang="zh-CN" altLang="en-US" sz="2400" dirty="0">
              <a:latin typeface="Times New Roman" panose="02020603050405020304" pitchFamily="18" charset="0"/>
            </a:endParaRPr>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84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88425"/>
                                        </p:tgtEl>
                                        <p:attrNameLst>
                                          <p:attrName>style.visibility</p:attrName>
                                        </p:attrNameLst>
                                      </p:cBhvr>
                                      <p:to>
                                        <p:strVal val="visible"/>
                                      </p:to>
                                    </p:set>
                                    <p:animEffect transition="in" filter="blinds(horizontal)">
                                      <p:cBhvr>
                                        <p:cTn id="11" dur="500"/>
                                        <p:tgtEl>
                                          <p:spTgt spid="188425"/>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188428"/>
                                        </p:tgtEl>
                                        <p:attrNameLst>
                                          <p:attrName>style.visibility</p:attrName>
                                        </p:attrNameLst>
                                      </p:cBhvr>
                                      <p:to>
                                        <p:strVal val="visible"/>
                                      </p:to>
                                    </p:set>
                                    <p:animEffect transition="in" filter="slide(fromBottom)">
                                      <p:cBhvr>
                                        <p:cTn id="16" dur="500"/>
                                        <p:tgtEl>
                                          <p:spTgt spid="18842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84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4" grpId="0" animBg="1"/>
      <p:bldP spid="188425" grpId="0" animBg="1"/>
      <p:bldP spid="188428" grpId="0" animBg="1"/>
      <p:bldP spid="18842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文本框 196609"/>
          <p:cNvSpPr txBox="1"/>
          <p:nvPr/>
        </p:nvSpPr>
        <p:spPr>
          <a:xfrm>
            <a:off x="1692275" y="0"/>
            <a:ext cx="5184775" cy="701675"/>
          </a:xfrm>
          <a:prstGeom prst="rect">
            <a:avLst/>
          </a:prstGeom>
          <a:solidFill>
            <a:srgbClr val="FFFF99"/>
          </a:solidFill>
          <a:ln w="9525">
            <a:noFill/>
          </a:ln>
        </p:spPr>
        <p:txBody>
          <a:bodyPr>
            <a:spAutoFit/>
          </a:bodyPr>
          <a:p>
            <a:pPr algn="ctr">
              <a:spcBef>
                <a:spcPct val="50000"/>
              </a:spcBef>
              <a:buClr>
                <a:schemeClr val="bg1"/>
              </a:buClr>
            </a:pPr>
            <a:r>
              <a:rPr lang="zh-CN" altLang="en-US" sz="4000" dirty="0">
                <a:latin typeface="楷体_GB2312" panose="02010609030101010101" pitchFamily="49" charset="-122"/>
                <a:ea typeface="楷体_GB2312" panose="02010609030101010101" pitchFamily="49" charset="-122"/>
              </a:rPr>
              <a:t>回答模型中的问题</a:t>
            </a:r>
            <a:r>
              <a:rPr lang="zh-CN" altLang="en-US" sz="3600" b="0" dirty="0">
                <a:latin typeface="楷体_GB2312" panose="02010609030101010101" pitchFamily="49" charset="-122"/>
                <a:ea typeface="楷体_GB2312" panose="02010609030101010101" pitchFamily="49" charset="-122"/>
              </a:rPr>
              <a:t> </a:t>
            </a:r>
            <a:endParaRPr lang="zh-CN" altLang="en-US" sz="3600" b="0" dirty="0">
              <a:latin typeface="楷体_GB2312" panose="02010609030101010101" pitchFamily="49" charset="-122"/>
              <a:ea typeface="楷体_GB2312" panose="02010609030101010101" pitchFamily="49" charset="-122"/>
            </a:endParaRPr>
          </a:p>
        </p:txBody>
      </p:sp>
      <p:sp>
        <p:nvSpPr>
          <p:cNvPr id="196611" name="文本框 196610"/>
          <p:cNvSpPr txBox="1"/>
          <p:nvPr/>
        </p:nvSpPr>
        <p:spPr>
          <a:xfrm>
            <a:off x="0" y="836613"/>
            <a:ext cx="5943600" cy="4054475"/>
          </a:xfrm>
          <a:prstGeom prst="rect">
            <a:avLst/>
          </a:prstGeom>
          <a:solidFill>
            <a:schemeClr val="bg1"/>
          </a:solidFill>
          <a:ln w="9525">
            <a:noFill/>
          </a:ln>
        </p:spPr>
        <p:txBody>
          <a:bodyPr>
            <a:spAutoFit/>
          </a:bodyPr>
          <a:p>
            <a:pPr algn="just">
              <a:spcBef>
                <a:spcPct val="50000"/>
              </a:spcBef>
              <a:buClr>
                <a:schemeClr val="bg1"/>
              </a:buClr>
            </a:pPr>
            <a:r>
              <a:rPr lang="en-US" altLang="zh-CN" sz="2000">
                <a:latin typeface="Times New Roman" panose="02020603050405020304" pitchFamily="18" charset="0"/>
              </a:rPr>
              <a:t>        OBJECTIVE FUNCTION VALUE</a:t>
            </a:r>
            <a:endParaRPr lang="en-US" altLang="zh-CN" sz="2000">
              <a:latin typeface="Times New Roman" panose="02020603050405020304" pitchFamily="18" charset="0"/>
            </a:endParaRPr>
          </a:p>
          <a:p>
            <a:pPr algn="just">
              <a:spcBef>
                <a:spcPct val="50000"/>
              </a:spcBef>
              <a:buClr>
                <a:schemeClr val="bg1"/>
              </a:buClr>
            </a:pPr>
            <a:r>
              <a:rPr lang="en-US" altLang="zh-CN" sz="2000">
                <a:latin typeface="Times New Roman" panose="02020603050405020304" pitchFamily="18" charset="0"/>
              </a:rPr>
              <a:t>        1)      3360.000</a:t>
            </a:r>
            <a:endParaRPr lang="en-US" altLang="zh-CN" sz="2000">
              <a:latin typeface="Times New Roman" panose="02020603050405020304" pitchFamily="18" charset="0"/>
            </a:endParaRPr>
          </a:p>
          <a:p>
            <a:pPr algn="just">
              <a:spcBef>
                <a:spcPct val="50000"/>
              </a:spcBef>
              <a:buClr>
                <a:schemeClr val="bg1"/>
              </a:buClr>
            </a:pPr>
            <a:r>
              <a:rPr lang="en-US" altLang="zh-CN" sz="2000">
                <a:latin typeface="Times New Roman" panose="02020603050405020304" pitchFamily="18" charset="0"/>
              </a:rPr>
              <a:t>  VARIABLE       VALUE          REDUCED COST</a:t>
            </a:r>
            <a:endParaRPr lang="en-US" altLang="zh-CN" sz="2000">
              <a:latin typeface="Times New Roman" panose="02020603050405020304" pitchFamily="18" charset="0"/>
            </a:endParaRPr>
          </a:p>
          <a:p>
            <a:pPr algn="just">
              <a:spcBef>
                <a:spcPct val="50000"/>
              </a:spcBef>
              <a:buClr>
                <a:schemeClr val="bg1"/>
              </a:buClr>
            </a:pPr>
            <a:r>
              <a:rPr lang="en-US" altLang="zh-CN" sz="2000">
                <a:latin typeface="Times New Roman" panose="02020603050405020304" pitchFamily="18" charset="0"/>
              </a:rPr>
              <a:t>        X1           20.000000                0.000000</a:t>
            </a:r>
            <a:endParaRPr lang="en-US" altLang="zh-CN" sz="2000">
              <a:latin typeface="Times New Roman" panose="02020603050405020304" pitchFamily="18" charset="0"/>
            </a:endParaRPr>
          </a:p>
          <a:p>
            <a:pPr algn="just">
              <a:spcBef>
                <a:spcPct val="50000"/>
              </a:spcBef>
              <a:buClr>
                <a:schemeClr val="bg1"/>
              </a:buClr>
            </a:pPr>
            <a:r>
              <a:rPr lang="en-US" altLang="zh-CN" sz="2000">
                <a:latin typeface="Times New Roman" panose="02020603050405020304" pitchFamily="18" charset="0"/>
              </a:rPr>
              <a:t>        X2           30.000000                0.000000</a:t>
            </a:r>
            <a:endParaRPr lang="en-US" altLang="zh-CN" sz="2000">
              <a:latin typeface="Times New Roman" panose="02020603050405020304" pitchFamily="18" charset="0"/>
            </a:endParaRPr>
          </a:p>
          <a:p>
            <a:pPr algn="just">
              <a:spcBef>
                <a:spcPct val="50000"/>
              </a:spcBef>
              <a:buClr>
                <a:schemeClr val="bg1"/>
              </a:buClr>
            </a:pPr>
            <a:r>
              <a:rPr lang="en-US" altLang="zh-CN" sz="2000">
                <a:latin typeface="Times New Roman" panose="02020603050405020304" pitchFamily="18" charset="0"/>
              </a:rPr>
              <a:t> ROW    SLACK OR SURPLUS    </a:t>
            </a:r>
            <a:r>
              <a:rPr lang="en-US" altLang="zh-CN" sz="2000">
                <a:solidFill>
                  <a:srgbClr val="FF3300"/>
                </a:solidFill>
                <a:latin typeface="Times New Roman" panose="02020603050405020304" pitchFamily="18" charset="0"/>
              </a:rPr>
              <a:t>DUAL PRICES</a:t>
            </a:r>
            <a:endParaRPr lang="en-US" altLang="zh-CN" sz="2000">
              <a:solidFill>
                <a:srgbClr val="FF3300"/>
              </a:solidFill>
              <a:latin typeface="Times New Roman" panose="02020603050405020304" pitchFamily="18" charset="0"/>
            </a:endParaRPr>
          </a:p>
          <a:p>
            <a:pPr algn="just">
              <a:spcBef>
                <a:spcPct val="50000"/>
              </a:spcBef>
              <a:buClr>
                <a:schemeClr val="bg1"/>
              </a:buClr>
            </a:pPr>
            <a:r>
              <a:rPr lang="en-US" altLang="zh-CN" sz="2000">
                <a:latin typeface="Times New Roman" panose="02020603050405020304" pitchFamily="18" charset="0"/>
              </a:rPr>
              <a:t>        </a:t>
            </a:r>
            <a:r>
              <a:rPr lang="en-US" altLang="zh-CN" sz="2000">
                <a:solidFill>
                  <a:srgbClr val="FF3300"/>
                </a:solidFill>
                <a:latin typeface="Times New Roman" panose="02020603050405020304" pitchFamily="18" charset="0"/>
              </a:rPr>
              <a:t>2)</a:t>
            </a:r>
            <a:r>
              <a:rPr lang="en-US" altLang="zh-CN" sz="2000">
                <a:latin typeface="Times New Roman" panose="02020603050405020304" pitchFamily="18" charset="0"/>
              </a:rPr>
              <a:t>            0.000000                 </a:t>
            </a:r>
            <a:r>
              <a:rPr lang="en-US" altLang="zh-CN" sz="2000">
                <a:solidFill>
                  <a:srgbClr val="FF3300"/>
                </a:solidFill>
                <a:latin typeface="Times New Roman" panose="02020603050405020304" pitchFamily="18" charset="0"/>
              </a:rPr>
              <a:t>48.000000</a:t>
            </a:r>
            <a:endParaRPr lang="en-US" altLang="zh-CN" sz="2000">
              <a:solidFill>
                <a:srgbClr val="FF3300"/>
              </a:solidFill>
              <a:latin typeface="Times New Roman" panose="02020603050405020304" pitchFamily="18" charset="0"/>
            </a:endParaRPr>
          </a:p>
          <a:p>
            <a:pPr algn="just">
              <a:spcBef>
                <a:spcPct val="50000"/>
              </a:spcBef>
              <a:buClr>
                <a:schemeClr val="bg1"/>
              </a:buClr>
            </a:pPr>
            <a:r>
              <a:rPr lang="en-US" altLang="zh-CN" sz="2000">
                <a:latin typeface="Times New Roman" panose="02020603050405020304" pitchFamily="18" charset="0"/>
              </a:rPr>
              <a:t>        </a:t>
            </a:r>
            <a:r>
              <a:rPr lang="en-US" altLang="zh-CN" sz="2000">
                <a:solidFill>
                  <a:srgbClr val="FF3300"/>
                </a:solidFill>
                <a:latin typeface="Times New Roman" panose="02020603050405020304" pitchFamily="18" charset="0"/>
              </a:rPr>
              <a:t>3)</a:t>
            </a:r>
            <a:r>
              <a:rPr lang="en-US" altLang="zh-CN" sz="2000">
                <a:latin typeface="Times New Roman" panose="02020603050405020304" pitchFamily="18" charset="0"/>
              </a:rPr>
              <a:t>            0.000000                  </a:t>
            </a:r>
            <a:r>
              <a:rPr lang="en-US" altLang="zh-CN" sz="2000">
                <a:solidFill>
                  <a:srgbClr val="FF3300"/>
                </a:solidFill>
                <a:latin typeface="Times New Roman" panose="02020603050405020304" pitchFamily="18" charset="0"/>
              </a:rPr>
              <a:t>2.000000</a:t>
            </a:r>
            <a:endParaRPr lang="en-US" altLang="zh-CN" sz="2000">
              <a:solidFill>
                <a:srgbClr val="FF3300"/>
              </a:solidFill>
              <a:latin typeface="Times New Roman" panose="02020603050405020304" pitchFamily="18" charset="0"/>
            </a:endParaRPr>
          </a:p>
          <a:p>
            <a:pPr algn="just">
              <a:spcBef>
                <a:spcPct val="50000"/>
              </a:spcBef>
              <a:buClr>
                <a:schemeClr val="bg1"/>
              </a:buClr>
            </a:pPr>
            <a:r>
              <a:rPr lang="en-US" altLang="zh-CN" sz="2000">
                <a:latin typeface="Times New Roman" panose="02020603050405020304" pitchFamily="18" charset="0"/>
              </a:rPr>
              <a:t>        </a:t>
            </a:r>
            <a:r>
              <a:rPr lang="en-US" altLang="zh-CN" sz="2000">
                <a:solidFill>
                  <a:srgbClr val="FF3300"/>
                </a:solidFill>
                <a:latin typeface="Times New Roman" panose="02020603050405020304" pitchFamily="18" charset="0"/>
              </a:rPr>
              <a:t>4)</a:t>
            </a:r>
            <a:r>
              <a:rPr lang="en-US" altLang="zh-CN" sz="2000">
                <a:latin typeface="Times New Roman" panose="02020603050405020304" pitchFamily="18" charset="0"/>
              </a:rPr>
              <a:t>           40.000000                 </a:t>
            </a:r>
            <a:r>
              <a:rPr lang="en-US" altLang="zh-CN" sz="2000">
                <a:solidFill>
                  <a:srgbClr val="FF3300"/>
                </a:solidFill>
                <a:latin typeface="Times New Roman" panose="02020603050405020304" pitchFamily="18" charset="0"/>
              </a:rPr>
              <a:t>0.000000</a:t>
            </a:r>
            <a:endParaRPr lang="en-US" altLang="zh-CN" sz="2000">
              <a:solidFill>
                <a:srgbClr val="FF3300"/>
              </a:solidFill>
              <a:latin typeface="Times New Roman" panose="02020603050405020304" pitchFamily="18" charset="0"/>
            </a:endParaRPr>
          </a:p>
        </p:txBody>
      </p:sp>
      <p:sp>
        <p:nvSpPr>
          <p:cNvPr id="196613" name="文本框 196612"/>
          <p:cNvSpPr txBox="1"/>
          <p:nvPr/>
        </p:nvSpPr>
        <p:spPr>
          <a:xfrm>
            <a:off x="5181600" y="3500438"/>
            <a:ext cx="3962400" cy="457200"/>
          </a:xfrm>
          <a:prstGeom prst="rect">
            <a:avLst/>
          </a:prstGeom>
          <a:solidFill>
            <a:srgbClr val="66FFFF"/>
          </a:solidFill>
          <a:ln w="9525">
            <a:noFill/>
          </a:ln>
        </p:spPr>
        <p:txBody>
          <a:bodyPr>
            <a:spAutoFit/>
          </a:bodyPr>
          <a:p>
            <a:pPr algn="l">
              <a:spcBef>
                <a:spcPct val="50000"/>
              </a:spcBef>
              <a:buClr>
                <a:schemeClr val="bg1"/>
              </a:buClr>
            </a:pPr>
            <a:r>
              <a:rPr lang="zh-CN" altLang="en-US" sz="2400" dirty="0">
                <a:latin typeface="Times New Roman" panose="02020603050405020304" pitchFamily="18" charset="0"/>
              </a:rPr>
              <a:t>原料增加</a:t>
            </a:r>
            <a:r>
              <a:rPr lang="en-US" altLang="zh-CN" sz="2400" dirty="0">
                <a:latin typeface="Times New Roman" panose="02020603050405020304" pitchFamily="18" charset="0"/>
              </a:rPr>
              <a:t>1</a:t>
            </a:r>
            <a:r>
              <a:rPr lang="zh-CN" altLang="en-US" sz="2400" dirty="0">
                <a:latin typeface="Times New Roman" panose="02020603050405020304" pitchFamily="18" charset="0"/>
              </a:rPr>
              <a:t>单位</a:t>
            </a:r>
            <a:r>
              <a:rPr lang="en-US" altLang="zh-CN" sz="2400" dirty="0">
                <a:latin typeface="Times New Roman" panose="02020603050405020304" pitchFamily="18" charset="0"/>
              </a:rPr>
              <a:t>, </a:t>
            </a:r>
            <a:r>
              <a:rPr lang="zh-CN" altLang="en-US" sz="2400" dirty="0">
                <a:latin typeface="Times New Roman" panose="02020603050405020304" pitchFamily="18" charset="0"/>
              </a:rPr>
              <a:t>利润增长</a:t>
            </a:r>
            <a:r>
              <a:rPr lang="en-US" altLang="zh-CN" sz="2400">
                <a:latin typeface="Times New Roman" panose="02020603050405020304" pitchFamily="18" charset="0"/>
              </a:rPr>
              <a:t>48 </a:t>
            </a:r>
            <a:endParaRPr lang="en-US" altLang="zh-CN" sz="2400">
              <a:latin typeface="Times New Roman" panose="02020603050405020304" pitchFamily="18" charset="0"/>
            </a:endParaRPr>
          </a:p>
        </p:txBody>
      </p:sp>
      <p:sp>
        <p:nvSpPr>
          <p:cNvPr id="196614" name="文本框 196613"/>
          <p:cNvSpPr txBox="1"/>
          <p:nvPr/>
        </p:nvSpPr>
        <p:spPr>
          <a:xfrm>
            <a:off x="5148263" y="4005263"/>
            <a:ext cx="3810000" cy="457200"/>
          </a:xfrm>
          <a:prstGeom prst="rect">
            <a:avLst/>
          </a:prstGeom>
          <a:solidFill>
            <a:srgbClr val="66FFFF"/>
          </a:solidFill>
          <a:ln w="9525">
            <a:noFill/>
          </a:ln>
        </p:spPr>
        <p:txBody>
          <a:bodyPr>
            <a:spAutoFit/>
          </a:bodyPr>
          <a:p>
            <a:pPr algn="l">
              <a:spcBef>
                <a:spcPct val="50000"/>
              </a:spcBef>
              <a:buClr>
                <a:schemeClr val="bg1"/>
              </a:buClr>
            </a:pPr>
            <a:r>
              <a:rPr lang="zh-CN" altLang="en-US" sz="2400" dirty="0">
                <a:latin typeface="Times New Roman" panose="02020603050405020304" pitchFamily="18" charset="0"/>
              </a:rPr>
              <a:t>时间增加</a:t>
            </a:r>
            <a:r>
              <a:rPr lang="en-US" altLang="zh-CN" sz="2400" dirty="0">
                <a:latin typeface="Times New Roman" panose="02020603050405020304" pitchFamily="18" charset="0"/>
              </a:rPr>
              <a:t>1</a:t>
            </a:r>
            <a:r>
              <a:rPr lang="zh-CN" altLang="en-US" sz="2400" dirty="0">
                <a:latin typeface="Times New Roman" panose="02020603050405020304" pitchFamily="18" charset="0"/>
              </a:rPr>
              <a:t>单位</a:t>
            </a:r>
            <a:r>
              <a:rPr lang="en-US" altLang="zh-CN" sz="2400" dirty="0">
                <a:latin typeface="Times New Roman" panose="02020603050405020304" pitchFamily="18" charset="0"/>
              </a:rPr>
              <a:t>, </a:t>
            </a:r>
            <a:r>
              <a:rPr lang="zh-CN" altLang="en-US" sz="2400" dirty="0">
                <a:latin typeface="Times New Roman" panose="02020603050405020304" pitchFamily="18" charset="0"/>
              </a:rPr>
              <a:t>利润增长</a:t>
            </a:r>
            <a:r>
              <a:rPr lang="en-US" altLang="zh-CN" sz="2400">
                <a:latin typeface="Times New Roman" panose="02020603050405020304" pitchFamily="18" charset="0"/>
              </a:rPr>
              <a:t>2 </a:t>
            </a:r>
            <a:endParaRPr lang="en-US" altLang="zh-CN" sz="2400">
              <a:latin typeface="Times New Roman" panose="02020603050405020304" pitchFamily="18" charset="0"/>
            </a:endParaRPr>
          </a:p>
        </p:txBody>
      </p:sp>
      <p:sp>
        <p:nvSpPr>
          <p:cNvPr id="196615" name="文本框 196614"/>
          <p:cNvSpPr txBox="1"/>
          <p:nvPr/>
        </p:nvSpPr>
        <p:spPr>
          <a:xfrm>
            <a:off x="5148263" y="4581525"/>
            <a:ext cx="3657600" cy="457200"/>
          </a:xfrm>
          <a:prstGeom prst="rect">
            <a:avLst/>
          </a:prstGeom>
          <a:solidFill>
            <a:srgbClr val="66FFFF"/>
          </a:solidFill>
          <a:ln w="9525">
            <a:noFill/>
          </a:ln>
        </p:spPr>
        <p:txBody>
          <a:bodyPr>
            <a:spAutoFit/>
          </a:bodyPr>
          <a:p>
            <a:pPr algn="l">
              <a:spcBef>
                <a:spcPct val="50000"/>
              </a:spcBef>
              <a:buClr>
                <a:schemeClr val="bg1"/>
              </a:buClr>
            </a:pPr>
            <a:r>
              <a:rPr lang="zh-CN" altLang="en-US" sz="2400" dirty="0">
                <a:latin typeface="Times New Roman" panose="02020603050405020304" pitchFamily="18" charset="0"/>
              </a:rPr>
              <a:t>加工能力增长不影响利润</a:t>
            </a:r>
            <a:endParaRPr lang="zh-CN" altLang="en-US" sz="2400">
              <a:latin typeface="Times New Roman" panose="02020603050405020304" pitchFamily="18" charset="0"/>
            </a:endParaRPr>
          </a:p>
        </p:txBody>
      </p:sp>
      <p:sp>
        <p:nvSpPr>
          <p:cNvPr id="196617" name="文本框 196616"/>
          <p:cNvSpPr txBox="1"/>
          <p:nvPr/>
        </p:nvSpPr>
        <p:spPr>
          <a:xfrm>
            <a:off x="179388" y="5373688"/>
            <a:ext cx="5257800" cy="519112"/>
          </a:xfrm>
          <a:prstGeom prst="rect">
            <a:avLst/>
          </a:prstGeom>
          <a:noFill/>
          <a:ln w="9525">
            <a:noFill/>
          </a:ln>
        </p:spPr>
        <p:txBody>
          <a:bodyPr>
            <a:spAutoFit/>
          </a:bodyPr>
          <a:p>
            <a:pPr algn="l">
              <a:spcBef>
                <a:spcPct val="50000"/>
              </a:spcBef>
              <a:buClr>
                <a:schemeClr val="bg1"/>
              </a:buClr>
              <a:buChar char="•"/>
            </a:pPr>
            <a:r>
              <a:rPr lang="en-US" altLang="zh-CN" sz="2800" dirty="0">
                <a:latin typeface="Times New Roman" panose="02020603050405020304" pitchFamily="18" charset="0"/>
              </a:rPr>
              <a:t> 35</a:t>
            </a:r>
            <a:r>
              <a:rPr lang="zh-CN" altLang="en-US" sz="2800" dirty="0">
                <a:latin typeface="Times New Roman" panose="02020603050405020304" pitchFamily="18" charset="0"/>
              </a:rPr>
              <a:t>元可买到</a:t>
            </a:r>
            <a:r>
              <a:rPr lang="en-US" altLang="zh-CN" sz="2800" dirty="0">
                <a:latin typeface="Times New Roman" panose="02020603050405020304" pitchFamily="18" charset="0"/>
              </a:rPr>
              <a:t>1</a:t>
            </a:r>
            <a:r>
              <a:rPr lang="zh-CN" altLang="en-US" sz="2800" dirty="0">
                <a:latin typeface="Times New Roman" panose="02020603050405020304" pitchFamily="18" charset="0"/>
              </a:rPr>
              <a:t>桶牛奶，要买吗？</a:t>
            </a:r>
            <a:endParaRPr lang="zh-CN" altLang="en-US" sz="2800">
              <a:latin typeface="Times New Roman" panose="02020603050405020304" pitchFamily="18" charset="0"/>
            </a:endParaRPr>
          </a:p>
        </p:txBody>
      </p:sp>
      <p:sp>
        <p:nvSpPr>
          <p:cNvPr id="196618" name="文本框 196617"/>
          <p:cNvSpPr txBox="1"/>
          <p:nvPr/>
        </p:nvSpPr>
        <p:spPr>
          <a:xfrm>
            <a:off x="5795963" y="5373688"/>
            <a:ext cx="3124200" cy="519112"/>
          </a:xfrm>
          <a:prstGeom prst="rect">
            <a:avLst/>
          </a:prstGeom>
          <a:noFill/>
          <a:ln w="9525">
            <a:noFill/>
          </a:ln>
        </p:spPr>
        <p:txBody>
          <a:bodyPr>
            <a:spAutoFit/>
          </a:bodyPr>
          <a:p>
            <a:pPr algn="ctr">
              <a:spcBef>
                <a:spcPct val="50000"/>
              </a:spcBef>
              <a:buClr>
                <a:schemeClr val="bg1"/>
              </a:buClr>
            </a:pPr>
            <a:r>
              <a:rPr lang="en-US" altLang="zh-CN" sz="2800" dirty="0">
                <a:latin typeface="Times New Roman" panose="02020603050405020304" pitchFamily="18" charset="0"/>
              </a:rPr>
              <a:t>35 &lt;48, </a:t>
            </a:r>
            <a:r>
              <a:rPr lang="zh-CN" altLang="en-US" sz="2800" dirty="0">
                <a:latin typeface="Times New Roman" panose="02020603050405020304" pitchFamily="18" charset="0"/>
              </a:rPr>
              <a:t>应该买！</a:t>
            </a:r>
            <a:endParaRPr lang="zh-CN" altLang="en-US" sz="2800">
              <a:latin typeface="Times New Roman" panose="02020603050405020304" pitchFamily="18" charset="0"/>
            </a:endParaRPr>
          </a:p>
        </p:txBody>
      </p:sp>
      <p:sp>
        <p:nvSpPr>
          <p:cNvPr id="196619" name="文本框 196618"/>
          <p:cNvSpPr txBox="1"/>
          <p:nvPr/>
        </p:nvSpPr>
        <p:spPr>
          <a:xfrm>
            <a:off x="179388" y="6092825"/>
            <a:ext cx="8020050" cy="519113"/>
          </a:xfrm>
          <a:prstGeom prst="rect">
            <a:avLst/>
          </a:prstGeom>
          <a:noFill/>
          <a:ln w="9525">
            <a:noFill/>
          </a:ln>
        </p:spPr>
        <p:txBody>
          <a:bodyPr>
            <a:spAutoFit/>
          </a:bodyPr>
          <a:p>
            <a:pPr algn="l">
              <a:spcBef>
                <a:spcPct val="50000"/>
              </a:spcBef>
              <a:buClr>
                <a:schemeClr val="bg1"/>
              </a:buClr>
              <a:buChar char="•"/>
            </a:pPr>
            <a:r>
              <a:rPr lang="en-US" altLang="zh-CN" sz="2800" dirty="0">
                <a:latin typeface="Times New Roman" panose="02020603050405020304" pitchFamily="18" charset="0"/>
              </a:rPr>
              <a:t> </a:t>
            </a:r>
            <a:r>
              <a:rPr lang="zh-CN" altLang="en-US" sz="2800" dirty="0">
                <a:latin typeface="Times New Roman" panose="02020603050405020304" pitchFamily="18" charset="0"/>
              </a:rPr>
              <a:t>聘用临时工人付出的工资最多每小时几元？ </a:t>
            </a:r>
            <a:endParaRPr lang="zh-CN" altLang="en-US" sz="2800">
              <a:latin typeface="Times New Roman" panose="02020603050405020304" pitchFamily="18" charset="0"/>
            </a:endParaRPr>
          </a:p>
        </p:txBody>
      </p:sp>
      <p:sp>
        <p:nvSpPr>
          <p:cNvPr id="196620" name="文本框 196619"/>
          <p:cNvSpPr txBox="1"/>
          <p:nvPr/>
        </p:nvSpPr>
        <p:spPr>
          <a:xfrm>
            <a:off x="7380288" y="6092825"/>
            <a:ext cx="1136650" cy="519113"/>
          </a:xfrm>
          <a:prstGeom prst="rect">
            <a:avLst/>
          </a:prstGeom>
          <a:noFill/>
          <a:ln w="9525">
            <a:noFill/>
          </a:ln>
        </p:spPr>
        <p:txBody>
          <a:bodyPr>
            <a:spAutoFit/>
          </a:bodyPr>
          <a:p>
            <a:pPr algn="l">
              <a:spcBef>
                <a:spcPct val="50000"/>
              </a:spcBef>
              <a:buClr>
                <a:schemeClr val="bg1"/>
              </a:buClr>
            </a:pPr>
            <a:r>
              <a:rPr lang="en-US" altLang="zh-CN" sz="2800" dirty="0">
                <a:latin typeface="Times New Roman" panose="02020603050405020304" pitchFamily="18" charset="0"/>
              </a:rPr>
              <a:t>2</a:t>
            </a:r>
            <a:r>
              <a:rPr lang="zh-CN" altLang="en-US" sz="2800" dirty="0">
                <a:latin typeface="Times New Roman" panose="02020603050405020304" pitchFamily="18" charset="0"/>
              </a:rPr>
              <a:t>元！</a:t>
            </a:r>
            <a:endParaRPr lang="zh-CN" altLang="en-US" sz="2800">
              <a:latin typeface="Times New Roman" panose="02020603050405020304" pitchFamily="18" charset="0"/>
            </a:endParaRPr>
          </a:p>
        </p:txBody>
      </p:sp>
      <p:sp>
        <p:nvSpPr>
          <p:cNvPr id="196621" name="文本框 196620"/>
          <p:cNvSpPr txBox="1"/>
          <p:nvPr/>
        </p:nvSpPr>
        <p:spPr>
          <a:xfrm>
            <a:off x="755650" y="765175"/>
            <a:ext cx="7993063" cy="2227263"/>
          </a:xfrm>
          <a:prstGeom prst="rect">
            <a:avLst/>
          </a:prstGeom>
          <a:solidFill>
            <a:srgbClr val="CCFFFF"/>
          </a:solidFill>
          <a:ln w="9525">
            <a:noFill/>
          </a:ln>
        </p:spPr>
        <p:txBody>
          <a:bodyPr>
            <a:spAutoFit/>
          </a:bodyPr>
          <a:p>
            <a:pPr algn="l">
              <a:spcBef>
                <a:spcPct val="50000"/>
              </a:spcBef>
              <a:buClr>
                <a:schemeClr val="bg1"/>
              </a:buClr>
            </a:pPr>
            <a:r>
              <a:rPr lang="zh-CN" altLang="en-US" sz="2800" dirty="0">
                <a:latin typeface="楷体_GB2312" panose="02010609030101010101" pitchFamily="49" charset="-122"/>
                <a:ea typeface="楷体_GB2312" panose="02010609030101010101" pitchFamily="49" charset="-122"/>
              </a:rPr>
              <a:t>影子价格：资源增加</a:t>
            </a:r>
            <a:r>
              <a:rPr lang="en-US" altLang="zh-CN" sz="2800" dirty="0">
                <a:latin typeface="楷体_GB2312" panose="02010609030101010101" pitchFamily="49" charset="-122"/>
                <a:ea typeface="楷体_GB2312" panose="02010609030101010101" pitchFamily="49" charset="-122"/>
              </a:rPr>
              <a:t>1</a:t>
            </a:r>
            <a:r>
              <a:rPr lang="zh-CN" altLang="en-US" sz="2800" dirty="0">
                <a:latin typeface="楷体_GB2312" panose="02010609030101010101" pitchFamily="49" charset="-122"/>
                <a:ea typeface="楷体_GB2312" panose="02010609030101010101" pitchFamily="49" charset="-122"/>
              </a:rPr>
              <a:t>单位，效益的增量称为影子价格 。</a:t>
            </a:r>
            <a:endParaRPr lang="zh-CN" altLang="en-US" sz="2800" dirty="0">
              <a:latin typeface="楷体_GB2312" panose="02010609030101010101" pitchFamily="49" charset="-122"/>
              <a:ea typeface="楷体_GB2312" panose="02010609030101010101" pitchFamily="49" charset="-122"/>
            </a:endParaRPr>
          </a:p>
          <a:p>
            <a:endParaRPr lang="zh-CN" altLang="en-US" sz="2800" dirty="0">
              <a:latin typeface="楷体_GB2312" panose="02010609030101010101" pitchFamily="49" charset="-122"/>
              <a:ea typeface="楷体_GB2312" panose="02010609030101010101" pitchFamily="49" charset="-122"/>
            </a:endParaRPr>
          </a:p>
          <a:p>
            <a:pPr algn="l"/>
            <a:r>
              <a:rPr lang="zh-CN" altLang="en-US" sz="2800" dirty="0">
                <a:latin typeface="楷体_GB2312" panose="02010609030101010101" pitchFamily="49" charset="-122"/>
                <a:ea typeface="楷体_GB2312" panose="02010609030101010101" pitchFamily="49" charset="-122"/>
              </a:rPr>
              <a:t>对偶价格给出</a:t>
            </a:r>
            <a:r>
              <a:rPr lang="en-US" altLang="zh-CN" sz="2800" dirty="0">
                <a:latin typeface="楷体_GB2312" panose="02010609030101010101" pitchFamily="49" charset="-122"/>
                <a:ea typeface="楷体_GB2312" panose="02010609030101010101" pitchFamily="49" charset="-122"/>
              </a:rPr>
              <a:t>3</a:t>
            </a:r>
            <a:r>
              <a:rPr lang="zh-CN" altLang="en-US" sz="2800" dirty="0">
                <a:latin typeface="楷体_GB2312" panose="02010609030101010101" pitchFamily="49" charset="-122"/>
                <a:ea typeface="楷体_GB2312" panose="02010609030101010101" pitchFamily="49" charset="-122"/>
              </a:rPr>
              <a:t>种资源在最优解下资源</a:t>
            </a:r>
            <a:endParaRPr lang="zh-CN" altLang="en-US" sz="2800" dirty="0">
              <a:latin typeface="楷体_GB2312" panose="02010609030101010101" pitchFamily="49" charset="-122"/>
              <a:ea typeface="楷体_GB2312" panose="02010609030101010101" pitchFamily="49" charset="-122"/>
            </a:endParaRPr>
          </a:p>
          <a:p>
            <a:pPr algn="l"/>
            <a:r>
              <a:rPr lang="zh-CN" altLang="en-US" sz="2800" dirty="0">
                <a:latin typeface="楷体_GB2312" panose="02010609030101010101" pitchFamily="49" charset="-122"/>
                <a:ea typeface="楷体_GB2312" panose="02010609030101010101" pitchFamily="49" charset="-122"/>
              </a:rPr>
              <a:t>增加</a:t>
            </a:r>
            <a:r>
              <a:rPr lang="en-US" altLang="zh-CN" sz="2800" dirty="0">
                <a:latin typeface="楷体_GB2312" panose="02010609030101010101" pitchFamily="49" charset="-122"/>
                <a:ea typeface="楷体_GB2312" panose="02010609030101010101" pitchFamily="49" charset="-122"/>
              </a:rPr>
              <a:t>1</a:t>
            </a:r>
            <a:r>
              <a:rPr lang="zh-CN" altLang="en-US" sz="2800" dirty="0">
                <a:latin typeface="楷体_GB2312" panose="02010609030101010101" pitchFamily="49" charset="-122"/>
                <a:ea typeface="楷体_GB2312" panose="02010609030101010101" pitchFamily="49" charset="-122"/>
              </a:rPr>
              <a:t>单位的效益增量。也就是影子价格</a:t>
            </a:r>
            <a:endParaRPr lang="zh-CN" altLang="en-US" sz="2800" dirty="0">
              <a:latin typeface="楷体_GB2312" panose="02010609030101010101" pitchFamily="49" charset="-122"/>
              <a:ea typeface="楷体_GB2312" panose="02010609030101010101" pitchFamily="49" charset="-122"/>
            </a:endParaRPr>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6611"/>
                                        </p:tgtEl>
                                        <p:attrNameLst>
                                          <p:attrName>style.visibility</p:attrName>
                                        </p:attrNameLst>
                                      </p:cBhvr>
                                      <p:to>
                                        <p:strVal val="visible"/>
                                      </p:to>
                                    </p:set>
                                    <p:animEffect transition="in" filter="dissolve">
                                      <p:cBhvr>
                                        <p:cTn id="7" dur="500"/>
                                        <p:tgtEl>
                                          <p:spTgt spid="1966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6613"/>
                                        </p:tgtEl>
                                        <p:attrNameLst>
                                          <p:attrName>style.visibility</p:attrName>
                                        </p:attrNameLst>
                                      </p:cBhvr>
                                      <p:to>
                                        <p:strVal val="visible"/>
                                      </p:to>
                                    </p:set>
                                    <p:animEffect transition="in" filter="blinds(horizontal)">
                                      <p:cBhvr>
                                        <p:cTn id="12" dur="500"/>
                                        <p:tgtEl>
                                          <p:spTgt spid="1966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6614"/>
                                        </p:tgtEl>
                                        <p:attrNameLst>
                                          <p:attrName>style.visibility</p:attrName>
                                        </p:attrNameLst>
                                      </p:cBhvr>
                                      <p:to>
                                        <p:strVal val="visible"/>
                                      </p:to>
                                    </p:set>
                                    <p:animEffect transition="in" filter="blinds(horizontal)">
                                      <p:cBhvr>
                                        <p:cTn id="17" dur="500"/>
                                        <p:tgtEl>
                                          <p:spTgt spid="19661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96615"/>
                                        </p:tgtEl>
                                        <p:attrNameLst>
                                          <p:attrName>style.visibility</p:attrName>
                                        </p:attrNameLst>
                                      </p:cBhvr>
                                      <p:to>
                                        <p:strVal val="visible"/>
                                      </p:to>
                                    </p:set>
                                    <p:anim calcmode="lin" valueType="num">
                                      <p:cBhvr additive="base">
                                        <p:cTn id="22" dur="500" fill="hold"/>
                                        <p:tgtEl>
                                          <p:spTgt spid="196615"/>
                                        </p:tgtEl>
                                        <p:attrNameLst>
                                          <p:attrName>ppt_x</p:attrName>
                                        </p:attrNameLst>
                                      </p:cBhvr>
                                      <p:tavLst>
                                        <p:tav tm="0">
                                          <p:val>
                                            <p:strVal val="#ppt_x"/>
                                          </p:val>
                                        </p:tav>
                                        <p:tav tm="100000">
                                          <p:val>
                                            <p:strVal val="#ppt_x"/>
                                          </p:val>
                                        </p:tav>
                                      </p:tavLst>
                                    </p:anim>
                                    <p:anim calcmode="lin" valueType="num">
                                      <p:cBhvr additive="base">
                                        <p:cTn id="23" dur="500" fill="hold"/>
                                        <p:tgtEl>
                                          <p:spTgt spid="19661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96617"/>
                                        </p:tgtEl>
                                        <p:attrNameLst>
                                          <p:attrName>style.visibility</p:attrName>
                                        </p:attrNameLst>
                                      </p:cBhvr>
                                      <p:to>
                                        <p:strVal val="visible"/>
                                      </p:to>
                                    </p:set>
                                    <p:animEffect transition="in" filter="box(in)">
                                      <p:cBhvr>
                                        <p:cTn id="28" dur="500"/>
                                        <p:tgtEl>
                                          <p:spTgt spid="196617"/>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2" fill="hold" grpId="0" nodeType="clickEffect">
                                  <p:stCondLst>
                                    <p:cond delay="0"/>
                                  </p:stCondLst>
                                  <p:childTnLst>
                                    <p:set>
                                      <p:cBhvr>
                                        <p:cTn id="32" dur="1" fill="hold">
                                          <p:stCondLst>
                                            <p:cond delay="0"/>
                                          </p:stCondLst>
                                        </p:cTn>
                                        <p:tgtEl>
                                          <p:spTgt spid="196618"/>
                                        </p:tgtEl>
                                        <p:attrNameLst>
                                          <p:attrName>style.visibility</p:attrName>
                                        </p:attrNameLst>
                                      </p:cBhvr>
                                      <p:to>
                                        <p:strVal val="visible"/>
                                      </p:to>
                                    </p:set>
                                    <p:animEffect transition="in" filter="slide(fromRight)">
                                      <p:cBhvr>
                                        <p:cTn id="33" dur="500"/>
                                        <p:tgtEl>
                                          <p:spTgt spid="196618"/>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96619"/>
                                        </p:tgtEl>
                                        <p:attrNameLst>
                                          <p:attrName>style.visibility</p:attrName>
                                        </p:attrNameLst>
                                      </p:cBhvr>
                                      <p:to>
                                        <p:strVal val="visible"/>
                                      </p:to>
                                    </p:set>
                                    <p:animEffect transition="in" filter="box(out)">
                                      <p:cBhvr>
                                        <p:cTn id="38" dur="500"/>
                                        <p:tgtEl>
                                          <p:spTgt spid="196619"/>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196620"/>
                                        </p:tgtEl>
                                        <p:attrNameLst>
                                          <p:attrName>style.visibility</p:attrName>
                                        </p:attrNameLst>
                                      </p:cBhvr>
                                      <p:to>
                                        <p:strVal val="visible"/>
                                      </p:to>
                                    </p:set>
                                    <p:animEffect transition="in" filter="slide(fromBottom)">
                                      <p:cBhvr>
                                        <p:cTn id="43" dur="500"/>
                                        <p:tgtEl>
                                          <p:spTgt spid="196620"/>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96621"/>
                                        </p:tgtEl>
                                        <p:attrNameLst>
                                          <p:attrName>style.visibility</p:attrName>
                                        </p:attrNameLst>
                                      </p:cBhvr>
                                      <p:to>
                                        <p:strVal val="visible"/>
                                      </p:to>
                                    </p:set>
                                    <p:anim calcmode="lin" valueType="num">
                                      <p:cBhvr additive="base">
                                        <p:cTn id="48" dur="500" fill="hold"/>
                                        <p:tgtEl>
                                          <p:spTgt spid="196621"/>
                                        </p:tgtEl>
                                        <p:attrNameLst>
                                          <p:attrName>ppt_x</p:attrName>
                                        </p:attrNameLst>
                                      </p:cBhvr>
                                      <p:tavLst>
                                        <p:tav tm="0">
                                          <p:val>
                                            <p:strVal val="#ppt_x"/>
                                          </p:val>
                                        </p:tav>
                                        <p:tav tm="100000">
                                          <p:val>
                                            <p:strVal val="#ppt_x"/>
                                          </p:val>
                                        </p:tav>
                                      </p:tavLst>
                                    </p:anim>
                                    <p:anim calcmode="lin" valueType="num">
                                      <p:cBhvr additive="base">
                                        <p:cTn id="49" dur="500" fill="hold"/>
                                        <p:tgtEl>
                                          <p:spTgt spid="1966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animBg="1"/>
      <p:bldP spid="196613" grpId="0" animBg="1"/>
      <p:bldP spid="196614" grpId="0" animBg="1"/>
      <p:bldP spid="196615" grpId="0" animBg="1"/>
      <p:bldP spid="196617" grpId="0"/>
      <p:bldP spid="196618" grpId="0"/>
      <p:bldP spid="196619" grpId="0"/>
      <p:bldP spid="196620" grpId="0"/>
      <p:bldP spid="1966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标题 199681"/>
          <p:cNvSpPr>
            <a:spLocks noGrp="1"/>
          </p:cNvSpPr>
          <p:nvPr>
            <p:ph type="title"/>
          </p:nvPr>
        </p:nvSpPr>
        <p:spPr/>
        <p:txBody>
          <a:bodyPr anchor="ctr"/>
          <a:p>
            <a:r>
              <a:rPr lang="zh-CN" altLang="en-US" sz="4000" dirty="0"/>
              <a:t>用程序验证我们的分析结果</a:t>
            </a:r>
            <a:endParaRPr lang="zh-CN" altLang="en-US" sz="4000" dirty="0"/>
          </a:p>
        </p:txBody>
      </p:sp>
      <p:graphicFrame>
        <p:nvGraphicFramePr>
          <p:cNvPr id="199684" name="内容占位符 199683"/>
          <p:cNvGraphicFramePr/>
          <p:nvPr>
            <p:ph sz="half" idx="1"/>
          </p:nvPr>
        </p:nvGraphicFramePr>
        <p:xfrm>
          <a:off x="250825" y="1844675"/>
          <a:ext cx="3425825" cy="3617913"/>
        </p:xfrm>
        <a:graphic>
          <a:graphicData uri="http://schemas.openxmlformats.org/presentationml/2006/ole">
            <mc:AlternateContent xmlns:mc="http://schemas.openxmlformats.org/markup-compatibility/2006">
              <mc:Choice xmlns:v="urn:schemas-microsoft-com:vml" Requires="v">
                <p:oleObj spid="_x0000_s3093" name="" r:id="rId1" imgW="2400300" imgH="3076575" progId="PBrush">
                  <p:embed/>
                </p:oleObj>
              </mc:Choice>
              <mc:Fallback>
                <p:oleObj name="" r:id="rId1" imgW="2400300" imgH="3076575" progId="PBrush">
                  <p:embed/>
                  <p:pic>
                    <p:nvPicPr>
                      <p:cNvPr id="0" name="图片 3092"/>
                      <p:cNvPicPr/>
                      <p:nvPr/>
                    </p:nvPicPr>
                    <p:blipFill>
                      <a:blip r:embed="rId2"/>
                      <a:stretch>
                        <a:fillRect/>
                      </a:stretch>
                    </p:blipFill>
                    <p:spPr>
                      <a:xfrm>
                        <a:off x="250825" y="1844675"/>
                        <a:ext cx="3425825" cy="3617913"/>
                      </a:xfrm>
                      <a:prstGeom prst="rect">
                        <a:avLst/>
                      </a:prstGeom>
                      <a:noFill/>
                      <a:ln w="38100">
                        <a:miter/>
                      </a:ln>
                    </p:spPr>
                  </p:pic>
                </p:oleObj>
              </mc:Fallback>
            </mc:AlternateContent>
          </a:graphicData>
        </a:graphic>
      </p:graphicFrame>
      <p:graphicFrame>
        <p:nvGraphicFramePr>
          <p:cNvPr id="199686" name="内容占位符 199685"/>
          <p:cNvGraphicFramePr/>
          <p:nvPr>
            <p:ph sz="half" idx="2"/>
          </p:nvPr>
        </p:nvGraphicFramePr>
        <p:xfrm>
          <a:off x="3924300" y="1773238"/>
          <a:ext cx="4968875" cy="4176712"/>
        </p:xfrm>
        <a:graphic>
          <a:graphicData uri="http://schemas.openxmlformats.org/presentationml/2006/ole">
            <mc:AlternateContent xmlns:mc="http://schemas.openxmlformats.org/markup-compatibility/2006">
              <mc:Choice xmlns:v="urn:schemas-microsoft-com:vml" Requires="v">
                <p:oleObj spid="_x0000_s3094" name="" r:id="rId3" imgW="5438775" imgH="2533650" progId="PBrush">
                  <p:embed/>
                </p:oleObj>
              </mc:Choice>
              <mc:Fallback>
                <p:oleObj name="" r:id="rId3" imgW="5438775" imgH="2533650" progId="PBrush">
                  <p:embed/>
                  <p:pic>
                    <p:nvPicPr>
                      <p:cNvPr id="0" name="图片 3093"/>
                      <p:cNvPicPr/>
                      <p:nvPr/>
                    </p:nvPicPr>
                    <p:blipFill>
                      <a:blip r:embed="rId4"/>
                      <a:stretch>
                        <a:fillRect/>
                      </a:stretch>
                    </p:blipFill>
                    <p:spPr>
                      <a:xfrm>
                        <a:off x="3924300" y="1773238"/>
                        <a:ext cx="4968875" cy="4176712"/>
                      </a:xfrm>
                      <a:prstGeom prst="rect">
                        <a:avLst/>
                      </a:prstGeom>
                      <a:noFill/>
                      <a:ln w="38100">
                        <a:miter/>
                      </a:ln>
                    </p:spPr>
                  </p:pic>
                </p:oleObj>
              </mc:Fallback>
            </mc:AlternateContent>
          </a:graphicData>
        </a:graphic>
      </p:graphicFrame>
      <p:sp>
        <p:nvSpPr>
          <p:cNvPr id="199688" name="文本框 199687"/>
          <p:cNvSpPr txBox="1"/>
          <p:nvPr/>
        </p:nvSpPr>
        <p:spPr>
          <a:xfrm>
            <a:off x="468313" y="5661025"/>
            <a:ext cx="4824412" cy="822325"/>
          </a:xfrm>
          <a:prstGeom prst="rect">
            <a:avLst/>
          </a:prstGeom>
          <a:noFill/>
          <a:ln w="9525">
            <a:noFill/>
          </a:ln>
        </p:spPr>
        <p:txBody>
          <a:bodyPr anchor="b">
            <a:spAutoFit/>
          </a:bodyPr>
          <a:p>
            <a:pPr algn="l"/>
            <a:r>
              <a:rPr lang="zh-CN" altLang="en-US" sz="2400" dirty="0">
                <a:latin typeface="Arial Black" panose="020B0A04020102020204" pitchFamily="34" charset="0"/>
              </a:rPr>
              <a:t>牛奶：</a:t>
            </a:r>
            <a:r>
              <a:rPr lang="en-US" altLang="zh-CN" sz="2400" dirty="0">
                <a:latin typeface="Arial Black" panose="020B0A04020102020204" pitchFamily="34" charset="0"/>
              </a:rPr>
              <a:t>51</a:t>
            </a:r>
            <a:r>
              <a:rPr lang="zh-CN" altLang="en-US" sz="2400" dirty="0">
                <a:latin typeface="Arial Black" panose="020B0A04020102020204" pitchFamily="34" charset="0"/>
              </a:rPr>
              <a:t>桶</a:t>
            </a:r>
            <a:endParaRPr lang="zh-CN" altLang="en-US" sz="2400" dirty="0">
              <a:latin typeface="Arial Black" panose="020B0A04020102020204" pitchFamily="34" charset="0"/>
            </a:endParaRPr>
          </a:p>
          <a:p>
            <a:pPr algn="l"/>
            <a:r>
              <a:rPr lang="zh-CN" altLang="en-US" sz="2400" dirty="0">
                <a:latin typeface="Arial Black" panose="020B0A04020102020204" pitchFamily="34" charset="0"/>
              </a:rPr>
              <a:t>利润：</a:t>
            </a:r>
            <a:r>
              <a:rPr lang="en-US" altLang="zh-CN" sz="2400">
                <a:latin typeface="Arial Black" panose="020B0A04020102020204" pitchFamily="34" charset="0"/>
              </a:rPr>
              <a:t>3360+48=3408</a:t>
            </a:r>
            <a:endParaRPr lang="en-US" altLang="zh-CN" sz="2400">
              <a:latin typeface="Arial Black" panose="020B0A04020102020204" pitchFamily="34" charset="0"/>
            </a:endParaRPr>
          </a:p>
        </p:txBody>
      </p:sp>
      <p:sp>
        <p:nvSpPr>
          <p:cNvPr id="199689" name="任意多边形 199688"/>
          <p:cNvSpPr/>
          <p:nvPr/>
        </p:nvSpPr>
        <p:spPr>
          <a:xfrm>
            <a:off x="3203575" y="5589588"/>
            <a:ext cx="885825" cy="881062"/>
          </a:xfrm>
          <a:custGeom>
            <a:avLst/>
            <a:gdLst>
              <a:gd name="txL" fmla="*/ 0 w 21600"/>
              <a:gd name="txT" fmla="*/ 8310 h 21600"/>
              <a:gd name="txR" fmla="*/ 6110 w 21600"/>
              <a:gd name="txB" fmla="*/ 21600 h 21600"/>
            </a:gdLst>
            <a:ahLst/>
            <a:cxnLst>
              <a:cxn ang="270">
                <a:pos x="9250" y="0"/>
              </a:cxn>
              <a:cxn ang="90">
                <a:pos x="3055" y="21600"/>
              </a:cxn>
              <a:cxn ang="90">
                <a:pos x="9725" y="8310"/>
              </a:cxn>
              <a:cxn ang="90">
                <a:pos x="15662" y="14285"/>
              </a:cxn>
              <a:cxn ang="0">
                <a:pos x="21600" y="8310"/>
              </a:cxn>
            </a:cxnLst>
            <a:rect l="txL" t="txT" r="txR" b="txB"/>
            <a:pathLst>
              <a:path w="21600" h="21600">
                <a:moveTo>
                  <a:pt x="15662" y="14285"/>
                </a:moveTo>
                <a:lnTo>
                  <a:pt x="21600" y="8310"/>
                </a:lnTo>
                <a:lnTo>
                  <a:pt x="18630" y="8310"/>
                </a:lnTo>
                <a:arcTo wR="9380" hR="8310" stAng="0" swAng="-5400000"/>
                <a:arcTo wR="9250" hR="8485" stAng="-5400000" swAng="-5400000"/>
                <a:lnTo>
                  <a:pt x="0" y="21600"/>
                </a:lnTo>
                <a:lnTo>
                  <a:pt x="6110" y="21600"/>
                </a:lnTo>
                <a:lnTo>
                  <a:pt x="6110" y="8310"/>
                </a:lnTo>
                <a:arcTo wR="2797" hR="2468" stAng="10800000" swAng="5400000"/>
                <a:lnTo>
                  <a:pt x="9725" y="5842"/>
                </a:lnTo>
                <a:arcTo wR="2795" hR="2468" stAng="-5400000" swAng="5400000"/>
                <a:lnTo>
                  <a:pt x="9725" y="8310"/>
                </a:lnTo>
                <a:close/>
              </a:path>
            </a:pathLst>
          </a:custGeom>
          <a:noFill/>
          <a:ln w="9525">
            <a:noFill/>
          </a:ln>
        </p:spPr>
        <p:txBody>
          <a:bodyPr/>
          <a:p>
            <a:endParaRPr lang="zh-CN" altLang="en-US"/>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标题 221185"/>
          <p:cNvSpPr>
            <a:spLocks noGrp="1"/>
          </p:cNvSpPr>
          <p:nvPr>
            <p:ph type="title"/>
          </p:nvPr>
        </p:nvSpPr>
        <p:spPr>
          <a:xfrm>
            <a:off x="395288" y="0"/>
            <a:ext cx="4897437" cy="955675"/>
          </a:xfrm>
        </p:spPr>
        <p:txBody>
          <a:bodyPr anchor="ctr"/>
          <a:p>
            <a:r>
              <a:rPr lang="en-US" altLang="zh-CN" dirty="0"/>
              <a:t>LINGO</a:t>
            </a:r>
            <a:r>
              <a:rPr lang="zh-CN" altLang="en-US" dirty="0"/>
              <a:t>菜单介绍</a:t>
            </a:r>
            <a:endParaRPr lang="zh-CN" altLang="en-US" dirty="0"/>
          </a:p>
        </p:txBody>
      </p:sp>
      <p:sp>
        <p:nvSpPr>
          <p:cNvPr id="221187" name="文本占位符 221186"/>
          <p:cNvSpPr>
            <a:spLocks noGrp="1"/>
          </p:cNvSpPr>
          <p:nvPr>
            <p:ph type="body" sz="half" idx="1"/>
          </p:nvPr>
        </p:nvSpPr>
        <p:spPr>
          <a:xfrm>
            <a:off x="611188" y="1196975"/>
            <a:ext cx="4038600" cy="647700"/>
          </a:xfrm>
        </p:spPr>
        <p:txBody>
          <a:bodyPr/>
          <a:p>
            <a:pPr>
              <a:buNone/>
            </a:pPr>
            <a:r>
              <a:rPr lang="en-US" altLang="zh-CN" sz="2800" dirty="0"/>
              <a:t>1.</a:t>
            </a:r>
            <a:r>
              <a:rPr lang="zh-CN" altLang="en-US" sz="2800" dirty="0"/>
              <a:t>文件（</a:t>
            </a:r>
            <a:r>
              <a:rPr lang="en-US" altLang="zh-CN" sz="2800" dirty="0"/>
              <a:t>File</a:t>
            </a:r>
            <a:r>
              <a:rPr lang="zh-CN" altLang="en-US" sz="2800" dirty="0"/>
              <a:t>）菜单</a:t>
            </a:r>
            <a:endParaRPr lang="zh-CN" altLang="en-US" sz="2800" dirty="0"/>
          </a:p>
        </p:txBody>
      </p:sp>
      <p:graphicFrame>
        <p:nvGraphicFramePr>
          <p:cNvPr id="221188" name="内容占位符 221187"/>
          <p:cNvGraphicFramePr/>
          <p:nvPr>
            <p:ph sz="half" idx="2"/>
          </p:nvPr>
        </p:nvGraphicFramePr>
        <p:xfrm>
          <a:off x="5508625" y="0"/>
          <a:ext cx="3816350" cy="6858000"/>
        </p:xfrm>
        <a:graphic>
          <a:graphicData uri="http://schemas.openxmlformats.org/presentationml/2006/ole">
            <mc:AlternateContent xmlns:mc="http://schemas.openxmlformats.org/markup-compatibility/2006">
              <mc:Choice xmlns:v="urn:schemas-microsoft-com:vml" Requires="v">
                <p:oleObj spid="_x0000_s3111" name="" r:id="rId1" imgW="2619375" imgH="4486275" progId="PBrush">
                  <p:embed/>
                </p:oleObj>
              </mc:Choice>
              <mc:Fallback>
                <p:oleObj name="" r:id="rId1" imgW="2619375" imgH="4486275" progId="PBrush">
                  <p:embed/>
                  <p:pic>
                    <p:nvPicPr>
                      <p:cNvPr id="0" name="图片 3110"/>
                      <p:cNvPicPr/>
                      <p:nvPr/>
                    </p:nvPicPr>
                    <p:blipFill>
                      <a:blip r:embed="rId2"/>
                      <a:stretch>
                        <a:fillRect/>
                      </a:stretch>
                    </p:blipFill>
                    <p:spPr>
                      <a:xfrm>
                        <a:off x="5508625" y="0"/>
                        <a:ext cx="3816350" cy="6858000"/>
                      </a:xfrm>
                      <a:prstGeom prst="rect">
                        <a:avLst/>
                      </a:prstGeom>
                      <a:noFill/>
                      <a:ln w="38100">
                        <a:miter/>
                      </a:ln>
                    </p:spPr>
                  </p:pic>
                </p:oleObj>
              </mc:Fallback>
            </mc:AlternateContent>
          </a:graphicData>
        </a:graphic>
      </p:graphicFrame>
      <p:sp>
        <p:nvSpPr>
          <p:cNvPr id="221190" name="矩形标注 221189"/>
          <p:cNvSpPr/>
          <p:nvPr/>
        </p:nvSpPr>
        <p:spPr>
          <a:xfrm>
            <a:off x="971550" y="2060575"/>
            <a:ext cx="4032250" cy="4464050"/>
          </a:xfrm>
          <a:prstGeom prst="wedgeRectCallout">
            <a:avLst>
              <a:gd name="adj1" fmla="val 65199"/>
              <a:gd name="adj2" fmla="val -69486"/>
            </a:avLst>
          </a:prstGeom>
          <a:noFill/>
          <a:ln w="9525" cap="flat" cmpd="sng">
            <a:solidFill>
              <a:srgbClr val="FF0000"/>
            </a:solidFill>
            <a:prstDash val="solid"/>
            <a:miter/>
            <a:headEnd type="none" w="med" len="med"/>
            <a:tailEnd type="none" w="med" len="med"/>
          </a:ln>
        </p:spPr>
        <p:txBody>
          <a:bodyPr anchor="b"/>
          <a:p>
            <a:pPr algn="ctr"/>
            <a:endParaRPr lang="en-US" altLang="zh-CN" sz="2400" dirty="0">
              <a:latin typeface="Arial Black" panose="020B0A04020102020204" pitchFamily="34" charset="0"/>
            </a:endParaRPr>
          </a:p>
          <a:p>
            <a:pPr algn="ctr"/>
            <a:endParaRPr lang="en-US" altLang="zh-CN" sz="2400" dirty="0">
              <a:latin typeface="Arial Black" panose="020B0A04020102020204" pitchFamily="34" charset="0"/>
            </a:endParaRPr>
          </a:p>
          <a:p>
            <a:pPr algn="ctr"/>
            <a:endParaRPr lang="en-US" altLang="zh-CN" sz="2400" dirty="0">
              <a:latin typeface="Arial Black" panose="020B0A04020102020204" pitchFamily="34"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1</a:t>
            </a:r>
            <a:r>
              <a:rPr lang="zh-CN" altLang="en-US" sz="2000" dirty="0">
                <a:latin typeface="Times New Roman" panose="02020603050405020304" pitchFamily="18" charset="0"/>
              </a:rPr>
              <a:t>）新建</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2</a:t>
            </a:r>
            <a:r>
              <a:rPr lang="zh-CN" altLang="en-US" sz="2000" dirty="0">
                <a:latin typeface="Times New Roman" panose="02020603050405020304" pitchFamily="18" charset="0"/>
              </a:rPr>
              <a:t>）打开</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3</a:t>
            </a:r>
            <a:r>
              <a:rPr lang="zh-CN" altLang="en-US" sz="2000" dirty="0">
                <a:latin typeface="Times New Roman" panose="02020603050405020304" pitchFamily="18" charset="0"/>
              </a:rPr>
              <a:t>）保存</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4</a:t>
            </a:r>
            <a:r>
              <a:rPr lang="zh-CN" altLang="en-US" sz="2000" dirty="0">
                <a:latin typeface="Times New Roman" panose="02020603050405020304" pitchFamily="18" charset="0"/>
              </a:rPr>
              <a:t>）另存为</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5</a:t>
            </a:r>
            <a:r>
              <a:rPr lang="zh-CN" altLang="en-US" sz="2000" dirty="0">
                <a:latin typeface="Times New Roman" panose="02020603050405020304" pitchFamily="18" charset="0"/>
              </a:rPr>
              <a:t>）关闭</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6</a:t>
            </a:r>
            <a:r>
              <a:rPr lang="zh-CN" altLang="en-US" sz="2000" dirty="0">
                <a:latin typeface="Times New Roman" panose="02020603050405020304" pitchFamily="18" charset="0"/>
              </a:rPr>
              <a:t>）打印</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7</a:t>
            </a:r>
            <a:r>
              <a:rPr lang="zh-CN" altLang="en-US" sz="2000" dirty="0">
                <a:latin typeface="Times New Roman" panose="02020603050405020304" pitchFamily="18" charset="0"/>
              </a:rPr>
              <a:t>）打印设置</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8</a:t>
            </a:r>
            <a:r>
              <a:rPr lang="zh-CN" altLang="en-US" sz="2000" dirty="0">
                <a:latin typeface="Times New Roman" panose="02020603050405020304" pitchFamily="18" charset="0"/>
              </a:rPr>
              <a:t>）打印预览</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9</a:t>
            </a:r>
            <a:r>
              <a:rPr lang="zh-CN" altLang="en-US" sz="2000" dirty="0">
                <a:latin typeface="Times New Roman" panose="02020603050405020304" pitchFamily="18" charset="0"/>
              </a:rPr>
              <a:t>）输出到文本文件</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10</a:t>
            </a:r>
            <a:r>
              <a:rPr lang="zh-CN" altLang="en-US" sz="2000" dirty="0">
                <a:latin typeface="Times New Roman" panose="02020603050405020304" pitchFamily="18" charset="0"/>
              </a:rPr>
              <a:t>）批处理文件（命令文件和模型文件打包，以便自动运行）</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11</a:t>
            </a:r>
            <a:r>
              <a:rPr lang="zh-CN" altLang="en-US" sz="2000" dirty="0">
                <a:latin typeface="Times New Roman" panose="02020603050405020304" pitchFamily="18" charset="0"/>
              </a:rPr>
              <a:t>）引入</a:t>
            </a:r>
            <a:r>
              <a:rPr lang="en-US" altLang="zh-CN" sz="2000" b="0">
                <a:latin typeface="Times New Roman" panose="02020603050405020304" pitchFamily="18" charset="0"/>
              </a:rPr>
              <a:t>lingo</a:t>
            </a:r>
            <a:r>
              <a:rPr lang="zh-CN" altLang="en-US" sz="2000" dirty="0">
                <a:latin typeface="Times New Roman" panose="02020603050405020304" pitchFamily="18" charset="0"/>
              </a:rPr>
              <a:t>文件</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12</a:t>
            </a:r>
            <a:r>
              <a:rPr lang="zh-CN" altLang="en-US" sz="2000" dirty="0">
                <a:latin typeface="Times New Roman" panose="02020603050405020304" pitchFamily="18" charset="0"/>
              </a:rPr>
              <a:t>）退出</a:t>
            </a:r>
            <a:endParaRPr lang="zh-CN" altLang="en-US" sz="2000" dirty="0">
              <a:latin typeface="Times New Roman" panose="02020603050405020304" pitchFamily="18" charset="0"/>
            </a:endParaRPr>
          </a:p>
          <a:p>
            <a:pPr algn="ctr"/>
            <a:endParaRPr lang="zh-CN" altLang="en-US" sz="2000" dirty="0">
              <a:latin typeface="Times New Roman" panose="02020603050405020304" pitchFamily="18" charset="0"/>
            </a:endParaRPr>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5" name="文本占位符 223234"/>
          <p:cNvSpPr>
            <a:spLocks noGrp="1"/>
          </p:cNvSpPr>
          <p:nvPr>
            <p:ph type="body" sz="half" idx="1"/>
          </p:nvPr>
        </p:nvSpPr>
        <p:spPr>
          <a:xfrm>
            <a:off x="539750" y="404813"/>
            <a:ext cx="4038600" cy="576262"/>
          </a:xfrm>
        </p:spPr>
        <p:txBody>
          <a:bodyPr/>
          <a:p>
            <a:pPr>
              <a:buNone/>
            </a:pPr>
            <a:r>
              <a:rPr lang="en-US" altLang="zh-CN" sz="2800" dirty="0"/>
              <a:t>2</a:t>
            </a:r>
            <a:r>
              <a:rPr lang="zh-CN" altLang="en-US" sz="2800" dirty="0"/>
              <a:t>、编辑（</a:t>
            </a:r>
            <a:r>
              <a:rPr lang="en-US" altLang="zh-CN" sz="2800" dirty="0"/>
              <a:t>Edit</a:t>
            </a:r>
            <a:r>
              <a:rPr lang="zh-CN" altLang="en-US" sz="2800" dirty="0"/>
              <a:t>）菜单</a:t>
            </a:r>
            <a:endParaRPr lang="zh-CN" altLang="en-US" sz="2800" dirty="0"/>
          </a:p>
          <a:p>
            <a:pPr>
              <a:buNone/>
            </a:pPr>
            <a:endParaRPr lang="zh-CN" altLang="en-US" sz="2800" dirty="0"/>
          </a:p>
        </p:txBody>
      </p:sp>
      <p:graphicFrame>
        <p:nvGraphicFramePr>
          <p:cNvPr id="223236" name="内容占位符 223235"/>
          <p:cNvGraphicFramePr/>
          <p:nvPr>
            <p:ph sz="half" idx="2"/>
          </p:nvPr>
        </p:nvGraphicFramePr>
        <p:xfrm>
          <a:off x="5651500" y="0"/>
          <a:ext cx="3241675" cy="6524625"/>
        </p:xfrm>
        <a:graphic>
          <a:graphicData uri="http://schemas.openxmlformats.org/presentationml/2006/ole">
            <mc:AlternateContent xmlns:mc="http://schemas.openxmlformats.org/markup-compatibility/2006">
              <mc:Choice xmlns:v="urn:schemas-microsoft-com:vml" Requires="v">
                <p:oleObj spid="_x0000_s3109" name="" r:id="rId1" imgW="2524125" imgH="4286250" progId="PBrush">
                  <p:embed/>
                </p:oleObj>
              </mc:Choice>
              <mc:Fallback>
                <p:oleObj name="" r:id="rId1" imgW="2524125" imgH="4286250" progId="PBrush">
                  <p:embed/>
                  <p:pic>
                    <p:nvPicPr>
                      <p:cNvPr id="0" name="图片 3108"/>
                      <p:cNvPicPr/>
                      <p:nvPr/>
                    </p:nvPicPr>
                    <p:blipFill>
                      <a:blip r:embed="rId2"/>
                      <a:stretch>
                        <a:fillRect/>
                      </a:stretch>
                    </p:blipFill>
                    <p:spPr>
                      <a:xfrm>
                        <a:off x="5651500" y="0"/>
                        <a:ext cx="3241675" cy="6524625"/>
                      </a:xfrm>
                      <a:prstGeom prst="rect">
                        <a:avLst/>
                      </a:prstGeom>
                      <a:noFill/>
                      <a:ln w="38100">
                        <a:miter/>
                      </a:ln>
                    </p:spPr>
                  </p:pic>
                </p:oleObj>
              </mc:Fallback>
            </mc:AlternateContent>
          </a:graphicData>
        </a:graphic>
      </p:graphicFrame>
      <p:sp>
        <p:nvSpPr>
          <p:cNvPr id="223239" name="矩形标注 223238"/>
          <p:cNvSpPr/>
          <p:nvPr/>
        </p:nvSpPr>
        <p:spPr>
          <a:xfrm>
            <a:off x="395288" y="1196975"/>
            <a:ext cx="4824412" cy="5400675"/>
          </a:xfrm>
          <a:prstGeom prst="wedgeRectCallout">
            <a:avLst>
              <a:gd name="adj1" fmla="val 69546"/>
              <a:gd name="adj2" fmla="val -51880"/>
            </a:avLst>
          </a:prstGeom>
          <a:noFill/>
          <a:ln w="9525" cap="flat" cmpd="sng">
            <a:solidFill>
              <a:srgbClr val="FF0000"/>
            </a:solidFill>
            <a:prstDash val="solid"/>
            <a:miter/>
            <a:headEnd type="none" w="med" len="med"/>
            <a:tailEnd type="none" w="med" len="med"/>
          </a:ln>
        </p:spPr>
        <p:txBody>
          <a:bodyPr anchor="b"/>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1</a:t>
            </a:r>
            <a:r>
              <a:rPr lang="zh-CN" altLang="en-US" sz="2000" dirty="0">
                <a:latin typeface="Times New Roman" panose="02020603050405020304" pitchFamily="18" charset="0"/>
              </a:rPr>
              <a:t>）恢复（取消上次操作）</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2</a:t>
            </a:r>
            <a:r>
              <a:rPr lang="zh-CN" altLang="en-US" sz="2000" dirty="0">
                <a:latin typeface="Times New Roman" panose="02020603050405020304" pitchFamily="18" charset="0"/>
              </a:rPr>
              <a:t>）再恢复（撤销上次撤销的操作）</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3</a:t>
            </a:r>
            <a:r>
              <a:rPr lang="zh-CN" altLang="en-US" sz="2000" dirty="0">
                <a:latin typeface="Times New Roman" panose="02020603050405020304" pitchFamily="18" charset="0"/>
              </a:rPr>
              <a:t>）剪切</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4</a:t>
            </a:r>
            <a:r>
              <a:rPr lang="zh-CN" altLang="en-US" sz="2000" dirty="0">
                <a:latin typeface="Times New Roman" panose="02020603050405020304" pitchFamily="18" charset="0"/>
              </a:rPr>
              <a:t>）复制</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5</a:t>
            </a:r>
            <a:r>
              <a:rPr lang="zh-CN" altLang="en-US" sz="2000" dirty="0">
                <a:latin typeface="Times New Roman" panose="02020603050405020304" pitchFamily="18" charset="0"/>
              </a:rPr>
              <a:t>）粘贴</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6</a:t>
            </a:r>
            <a:r>
              <a:rPr lang="zh-CN" altLang="en-US" sz="2000" dirty="0">
                <a:latin typeface="Times New Roman" panose="02020603050405020304" pitchFamily="18" charset="0"/>
              </a:rPr>
              <a:t>）全部选定（</a:t>
            </a:r>
            <a:r>
              <a:rPr lang="en-US" altLang="zh-CN" sz="2000" dirty="0">
                <a:latin typeface="Times New Roman" panose="02020603050405020304" pitchFamily="18" charset="0"/>
              </a:rPr>
              <a:t>Select all</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7</a:t>
            </a:r>
            <a:r>
              <a:rPr lang="zh-CN" altLang="en-US" sz="2000" dirty="0">
                <a:latin typeface="Times New Roman" panose="02020603050405020304" pitchFamily="18" charset="0"/>
              </a:rPr>
              <a:t>）查找</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8</a:t>
            </a:r>
            <a:r>
              <a:rPr lang="zh-CN" altLang="en-US" sz="2000" dirty="0">
                <a:latin typeface="Times New Roman" panose="02020603050405020304" pitchFamily="18" charset="0"/>
              </a:rPr>
              <a:t>）再次查找上次查找内容</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9</a:t>
            </a:r>
            <a:r>
              <a:rPr lang="zh-CN" altLang="en-US" sz="2000" dirty="0">
                <a:latin typeface="Times New Roman" panose="02020603050405020304" pitchFamily="18" charset="0"/>
              </a:rPr>
              <a:t>）替换</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10</a:t>
            </a:r>
            <a:r>
              <a:rPr lang="zh-CN" altLang="en-US" sz="2000" dirty="0">
                <a:latin typeface="Times New Roman" panose="02020603050405020304" pitchFamily="18" charset="0"/>
              </a:rPr>
              <a:t>）到指定行：到达当前活动窗口中输入数字的指定行</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11</a:t>
            </a:r>
            <a:r>
              <a:rPr lang="zh-CN" altLang="en-US" sz="2000" dirty="0">
                <a:latin typeface="Times New Roman" panose="02020603050405020304" pitchFamily="18" charset="0"/>
              </a:rPr>
              <a:t>）匹配表示</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12</a:t>
            </a:r>
            <a:r>
              <a:rPr lang="zh-CN" altLang="en-US" sz="2000" dirty="0">
                <a:latin typeface="Times New Roman" panose="02020603050405020304" pitchFamily="18" charset="0"/>
              </a:rPr>
              <a:t>）粘贴函数</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13</a:t>
            </a:r>
            <a:r>
              <a:rPr lang="zh-CN" altLang="en-US" sz="2000" dirty="0">
                <a:latin typeface="Times New Roman" panose="02020603050405020304" pitchFamily="18" charset="0"/>
              </a:rPr>
              <a:t>）选择新的字体</a:t>
            </a:r>
            <a:endParaRPr lang="zh-CN" altLang="en-US" sz="2000" dirty="0">
              <a:latin typeface="Times New Roman" panose="02020603050405020304" pitchFamily="18" charset="0"/>
            </a:endParaRPr>
          </a:p>
          <a:p>
            <a:pPr algn="l"/>
            <a:endParaRPr lang="zh-CN" altLang="en-US" sz="2000" dirty="0">
              <a:latin typeface="Times New Roman" panose="02020603050405020304" pitchFamily="18" charset="0"/>
            </a:endParaRPr>
          </a:p>
          <a:p>
            <a:pPr algn="l"/>
            <a:endParaRPr lang="zh-CN" altLang="en-US" sz="2000" dirty="0">
              <a:latin typeface="Times New Roman" panose="02020603050405020304" pitchFamily="18" charset="0"/>
            </a:endParaRPr>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83" name="文本占位符 225282"/>
          <p:cNvSpPr>
            <a:spLocks noGrp="1"/>
          </p:cNvSpPr>
          <p:nvPr>
            <p:ph type="body" sz="half" idx="1"/>
          </p:nvPr>
        </p:nvSpPr>
        <p:spPr>
          <a:xfrm>
            <a:off x="539750" y="333375"/>
            <a:ext cx="4038600" cy="719138"/>
          </a:xfrm>
        </p:spPr>
        <p:txBody>
          <a:bodyPr/>
          <a:p>
            <a:pPr>
              <a:buNone/>
            </a:pPr>
            <a:r>
              <a:rPr lang="en-US" altLang="zh-CN" sz="2800" dirty="0"/>
              <a:t>3</a:t>
            </a:r>
            <a:r>
              <a:rPr lang="zh-CN" altLang="en-US" sz="2800" dirty="0"/>
              <a:t>、</a:t>
            </a:r>
            <a:r>
              <a:rPr lang="en-US" altLang="zh-CN" sz="2800" dirty="0"/>
              <a:t>lingo</a:t>
            </a:r>
            <a:r>
              <a:rPr lang="zh-CN" altLang="en-US" sz="2800" dirty="0"/>
              <a:t>菜单</a:t>
            </a:r>
            <a:endParaRPr lang="zh-CN" altLang="en-US" sz="2800" dirty="0"/>
          </a:p>
        </p:txBody>
      </p:sp>
      <p:graphicFrame>
        <p:nvGraphicFramePr>
          <p:cNvPr id="225285" name="内容占位符 225284"/>
          <p:cNvGraphicFramePr/>
          <p:nvPr>
            <p:ph sz="half" idx="2"/>
          </p:nvPr>
        </p:nvGraphicFramePr>
        <p:xfrm>
          <a:off x="5191125" y="0"/>
          <a:ext cx="3702050" cy="6453188"/>
        </p:xfrm>
        <a:graphic>
          <a:graphicData uri="http://schemas.openxmlformats.org/presentationml/2006/ole">
            <mc:AlternateContent xmlns:mc="http://schemas.openxmlformats.org/markup-compatibility/2006">
              <mc:Choice xmlns:v="urn:schemas-microsoft-com:vml" Requires="v">
                <p:oleObj spid="_x0000_s3110" name="" r:id="rId1" imgW="2952750" imgH="2990850" progId="PBrush">
                  <p:embed/>
                </p:oleObj>
              </mc:Choice>
              <mc:Fallback>
                <p:oleObj name="" r:id="rId1" imgW="2952750" imgH="2990850" progId="PBrush">
                  <p:embed/>
                  <p:pic>
                    <p:nvPicPr>
                      <p:cNvPr id="0" name="图片 3109"/>
                      <p:cNvPicPr/>
                      <p:nvPr/>
                    </p:nvPicPr>
                    <p:blipFill>
                      <a:blip r:embed="rId2"/>
                      <a:stretch>
                        <a:fillRect/>
                      </a:stretch>
                    </p:blipFill>
                    <p:spPr>
                      <a:xfrm>
                        <a:off x="5191125" y="0"/>
                        <a:ext cx="3702050" cy="6453188"/>
                      </a:xfrm>
                      <a:prstGeom prst="rect">
                        <a:avLst/>
                      </a:prstGeom>
                      <a:noFill/>
                      <a:ln w="38100">
                        <a:miter/>
                      </a:ln>
                    </p:spPr>
                  </p:pic>
                </p:oleObj>
              </mc:Fallback>
            </mc:AlternateContent>
          </a:graphicData>
        </a:graphic>
      </p:graphicFrame>
      <p:sp>
        <p:nvSpPr>
          <p:cNvPr id="225288" name="椭圆形标注 225287"/>
          <p:cNvSpPr/>
          <p:nvPr/>
        </p:nvSpPr>
        <p:spPr>
          <a:xfrm>
            <a:off x="395288" y="908050"/>
            <a:ext cx="4537075" cy="5616575"/>
          </a:xfrm>
          <a:prstGeom prst="wedgeEllipseCallout">
            <a:avLst>
              <a:gd name="adj1" fmla="val 78796"/>
              <a:gd name="adj2" fmla="val -45620"/>
            </a:avLst>
          </a:prstGeom>
          <a:noFill/>
          <a:ln w="9525" cap="flat" cmpd="sng">
            <a:solidFill>
              <a:srgbClr val="FF0000"/>
            </a:solidFill>
            <a:prstDash val="solid"/>
            <a:miter/>
            <a:headEnd type="none" w="med" len="med"/>
            <a:tailEnd type="none" w="med" len="med"/>
          </a:ln>
        </p:spPr>
        <p:txBody>
          <a:bodyPr anchor="b"/>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1</a:t>
            </a:r>
            <a:r>
              <a:rPr lang="zh-CN" altLang="en-US" sz="2000" dirty="0">
                <a:latin typeface="Times New Roman" panose="02020603050405020304" pitchFamily="18" charset="0"/>
              </a:rPr>
              <a:t>）求解模型</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2</a:t>
            </a:r>
            <a:r>
              <a:rPr lang="zh-CN" altLang="en-US" sz="2000" dirty="0">
                <a:latin typeface="Times New Roman" panose="02020603050405020304" pitchFamily="18" charset="0"/>
              </a:rPr>
              <a:t>）求解结果的显示</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3</a:t>
            </a:r>
            <a:r>
              <a:rPr lang="zh-CN" altLang="en-US" sz="2000" dirty="0">
                <a:latin typeface="Times New Roman" panose="02020603050405020304" pitchFamily="18" charset="0"/>
              </a:rPr>
              <a:t>）查看当前模型灵敏度分析结果</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4</a:t>
            </a:r>
            <a:r>
              <a:rPr lang="zh-CN" altLang="en-US" sz="2000" dirty="0">
                <a:latin typeface="Times New Roman" panose="02020603050405020304" pitchFamily="18" charset="0"/>
              </a:rPr>
              <a:t>）选项（改变模型参数</a:t>
            </a:r>
            <a:r>
              <a:rPr lang="en-US" altLang="zh-CN" sz="2000">
                <a:latin typeface="Times New Roman" panose="02020603050405020304" pitchFamily="18" charset="0"/>
              </a:rPr>
              <a:t>)</a:t>
            </a:r>
            <a:endParaRPr lang="en-US" altLang="zh-CN" sz="2000">
              <a:latin typeface="Times New Roman" panose="02020603050405020304" pitchFamily="18" charset="0"/>
            </a:endParaRPr>
          </a:p>
          <a:p>
            <a:pPr algn="l"/>
            <a:r>
              <a:rPr lang="en-US" altLang="zh-CN" sz="2000" dirty="0">
                <a:latin typeface="Times New Roman" panose="02020603050405020304" pitchFamily="18" charset="0"/>
              </a:rPr>
              <a:t> (5)</a:t>
            </a:r>
            <a:r>
              <a:rPr lang="zh-CN" altLang="en-US" sz="2000" dirty="0">
                <a:latin typeface="Times New Roman" panose="02020603050405020304" pitchFamily="18" charset="0"/>
              </a:rPr>
              <a:t>显示模型</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6</a:t>
            </a:r>
            <a:r>
              <a:rPr lang="zh-CN" altLang="en-US" sz="2000" dirty="0">
                <a:latin typeface="Times New Roman" panose="02020603050405020304" pitchFamily="18" charset="0"/>
              </a:rPr>
              <a:t>）模型图片</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7</a:t>
            </a:r>
            <a:r>
              <a:rPr lang="zh-CN" altLang="en-US" sz="2000" dirty="0">
                <a:latin typeface="Times New Roman" panose="02020603050405020304" pitchFamily="18" charset="0"/>
              </a:rPr>
              <a:t>）模型计算结果统计</a:t>
            </a:r>
            <a:endParaRPr lang="zh-CN" altLang="en-US" sz="2000" dirty="0">
              <a:latin typeface="Times New Roman" panose="02020603050405020304" pitchFamily="18" charset="0"/>
            </a:endParaRPr>
          </a:p>
          <a:p>
            <a:pPr algn="l"/>
            <a:r>
              <a:rPr lang="zh-CN" altLang="en-US" sz="2000" dirty="0">
                <a:latin typeface="Times New Roman" panose="02020603050405020304" pitchFamily="18" charset="0"/>
              </a:rPr>
              <a:t>（</a:t>
            </a:r>
            <a:r>
              <a:rPr lang="en-US" altLang="zh-CN" sz="2000" dirty="0">
                <a:latin typeface="Times New Roman" panose="02020603050405020304" pitchFamily="18" charset="0"/>
              </a:rPr>
              <a:t>8</a:t>
            </a:r>
            <a:r>
              <a:rPr lang="zh-CN" altLang="en-US" sz="2000" dirty="0">
                <a:latin typeface="Times New Roman" panose="02020603050405020304" pitchFamily="18" charset="0"/>
              </a:rPr>
              <a:t>）查看（</a:t>
            </a:r>
            <a:r>
              <a:rPr lang="en-US" altLang="zh-CN" sz="2000" dirty="0">
                <a:latin typeface="Times New Roman" panose="02020603050405020304" pitchFamily="18" charset="0"/>
              </a:rPr>
              <a:t>look</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algn="l"/>
            <a:endParaRPr lang="zh-CN" altLang="en-US" sz="2000" dirty="0">
              <a:latin typeface="Times New Roman" panose="02020603050405020304" pitchFamily="18" charset="0"/>
            </a:endParaRPr>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31" name="文本占位符 227330"/>
          <p:cNvSpPr>
            <a:spLocks noGrp="1"/>
          </p:cNvSpPr>
          <p:nvPr>
            <p:ph type="body" sz="half" idx="1"/>
          </p:nvPr>
        </p:nvSpPr>
        <p:spPr>
          <a:xfrm>
            <a:off x="395288" y="549275"/>
            <a:ext cx="4100512" cy="647700"/>
          </a:xfrm>
        </p:spPr>
        <p:txBody>
          <a:bodyPr/>
          <a:p>
            <a:pPr>
              <a:buNone/>
            </a:pPr>
            <a:r>
              <a:rPr lang="en-US" altLang="zh-CN" sz="2800" dirty="0"/>
              <a:t>4</a:t>
            </a:r>
            <a:r>
              <a:rPr lang="zh-CN" altLang="en-US" sz="2800" dirty="0"/>
              <a:t>、窗口（</a:t>
            </a:r>
            <a:r>
              <a:rPr lang="en-US" altLang="zh-CN" sz="2800" dirty="0"/>
              <a:t>window)</a:t>
            </a:r>
            <a:r>
              <a:rPr lang="zh-CN" altLang="en-US" sz="2800" dirty="0"/>
              <a:t>菜单</a:t>
            </a:r>
            <a:endParaRPr lang="zh-CN" altLang="en-US" sz="2800" dirty="0"/>
          </a:p>
        </p:txBody>
      </p:sp>
      <p:graphicFrame>
        <p:nvGraphicFramePr>
          <p:cNvPr id="227332" name="内容占位符 227331"/>
          <p:cNvGraphicFramePr/>
          <p:nvPr>
            <p:ph sz="half" idx="2"/>
          </p:nvPr>
        </p:nvGraphicFramePr>
        <p:xfrm>
          <a:off x="5076825" y="0"/>
          <a:ext cx="3816350" cy="6453188"/>
        </p:xfrm>
        <a:graphic>
          <a:graphicData uri="http://schemas.openxmlformats.org/presentationml/2006/ole">
            <mc:AlternateContent xmlns:mc="http://schemas.openxmlformats.org/markup-compatibility/2006">
              <mc:Choice xmlns:v="urn:schemas-microsoft-com:vml" Requires="v">
                <p:oleObj spid="_x0000_s3112" name="" r:id="rId1" imgW="3257550" imgH="3238500" progId="PBrush">
                  <p:embed/>
                </p:oleObj>
              </mc:Choice>
              <mc:Fallback>
                <p:oleObj name="" r:id="rId1" imgW="3257550" imgH="3238500" progId="PBrush">
                  <p:embed/>
                  <p:pic>
                    <p:nvPicPr>
                      <p:cNvPr id="0" name="图片 3111"/>
                      <p:cNvPicPr/>
                      <p:nvPr/>
                    </p:nvPicPr>
                    <p:blipFill>
                      <a:blip r:embed="rId2"/>
                      <a:stretch>
                        <a:fillRect/>
                      </a:stretch>
                    </p:blipFill>
                    <p:spPr>
                      <a:xfrm>
                        <a:off x="5076825" y="0"/>
                        <a:ext cx="3816350" cy="6453188"/>
                      </a:xfrm>
                      <a:prstGeom prst="rect">
                        <a:avLst/>
                      </a:prstGeom>
                      <a:noFill/>
                      <a:ln w="38100">
                        <a:miter/>
                      </a:ln>
                    </p:spPr>
                  </p:pic>
                </p:oleObj>
              </mc:Fallback>
            </mc:AlternateContent>
          </a:graphicData>
        </a:graphic>
      </p:graphicFrame>
      <p:sp>
        <p:nvSpPr>
          <p:cNvPr id="227335" name="矩形标注 227334"/>
          <p:cNvSpPr/>
          <p:nvPr/>
        </p:nvSpPr>
        <p:spPr>
          <a:xfrm>
            <a:off x="468313" y="1989138"/>
            <a:ext cx="3887787" cy="3887787"/>
          </a:xfrm>
          <a:prstGeom prst="wedgeRectCallout">
            <a:avLst>
              <a:gd name="adj1" fmla="val 107329"/>
              <a:gd name="adj2" fmla="val -73356"/>
            </a:avLst>
          </a:prstGeom>
          <a:noFill/>
          <a:ln w="9525" cap="flat" cmpd="sng">
            <a:solidFill>
              <a:srgbClr val="FF0000"/>
            </a:solidFill>
            <a:prstDash val="solid"/>
            <a:miter/>
            <a:headEnd type="none" w="med" len="med"/>
            <a:tailEnd type="none" w="med" len="med"/>
          </a:ln>
        </p:spPr>
        <p:txBody>
          <a:bodyPr anchor="b"/>
          <a:p>
            <a:pPr marL="342900" indent="-342900" algn="l"/>
            <a:r>
              <a:rPr lang="zh-CN" altLang="en-US" sz="2000" dirty="0">
                <a:latin typeface="Times New Roman" panose="02020603050405020304" pitchFamily="18" charset="0"/>
              </a:rPr>
              <a:t>（</a:t>
            </a:r>
            <a:r>
              <a:rPr lang="en-US" altLang="zh-CN" sz="2000" dirty="0">
                <a:latin typeface="Times New Roman" panose="02020603050405020304" pitchFamily="18" charset="0"/>
              </a:rPr>
              <a:t>1</a:t>
            </a:r>
            <a:r>
              <a:rPr lang="zh-CN" altLang="en-US" sz="2000" dirty="0">
                <a:latin typeface="Times New Roman" panose="02020603050405020304" pitchFamily="18" charset="0"/>
              </a:rPr>
              <a:t>）打开命令窗口</a:t>
            </a:r>
            <a:endParaRPr lang="zh-CN" altLang="en-US" sz="2000" dirty="0">
              <a:latin typeface="Times New Roman" panose="02020603050405020304" pitchFamily="18" charset="0"/>
            </a:endParaRPr>
          </a:p>
          <a:p>
            <a:pPr marL="342900" indent="-342900" algn="l"/>
            <a:r>
              <a:rPr lang="zh-CN" altLang="en-US" sz="2000" dirty="0">
                <a:latin typeface="Times New Roman" panose="02020603050405020304" pitchFamily="18" charset="0"/>
              </a:rPr>
              <a:t>（</a:t>
            </a:r>
            <a:r>
              <a:rPr lang="en-US" altLang="zh-CN" sz="2000" dirty="0">
                <a:latin typeface="Times New Roman" panose="02020603050405020304" pitchFamily="18" charset="0"/>
              </a:rPr>
              <a:t>2</a:t>
            </a:r>
            <a:r>
              <a:rPr lang="zh-CN" altLang="en-US" sz="2000" dirty="0">
                <a:latin typeface="Times New Roman" panose="02020603050405020304" pitchFamily="18" charset="0"/>
              </a:rPr>
              <a:t>）打开状态窗口</a:t>
            </a:r>
            <a:endParaRPr lang="zh-CN" altLang="en-US" sz="2000" dirty="0">
              <a:latin typeface="Times New Roman" panose="02020603050405020304" pitchFamily="18" charset="0"/>
            </a:endParaRPr>
          </a:p>
          <a:p>
            <a:pPr marL="342900" indent="-342900" algn="l"/>
            <a:r>
              <a:rPr lang="zh-CN" altLang="en-US" sz="2000" dirty="0">
                <a:latin typeface="Times New Roman" panose="02020603050405020304" pitchFamily="18" charset="0"/>
              </a:rPr>
              <a:t>（</a:t>
            </a:r>
            <a:r>
              <a:rPr lang="en-US" altLang="zh-CN" sz="2000" dirty="0">
                <a:latin typeface="Times New Roman" panose="02020603050405020304" pitchFamily="18" charset="0"/>
              </a:rPr>
              <a:t>3</a:t>
            </a:r>
            <a:r>
              <a:rPr lang="zh-CN" altLang="en-US" sz="2000" dirty="0">
                <a:latin typeface="Times New Roman" panose="02020603050405020304" pitchFamily="18" charset="0"/>
              </a:rPr>
              <a:t>）窗口切换</a:t>
            </a:r>
            <a:endParaRPr lang="zh-CN" altLang="en-US" sz="2000" dirty="0">
              <a:latin typeface="Times New Roman" panose="02020603050405020304" pitchFamily="18" charset="0"/>
            </a:endParaRPr>
          </a:p>
          <a:p>
            <a:pPr marL="342900" indent="-342900" algn="l"/>
            <a:r>
              <a:rPr lang="zh-CN" altLang="en-US" sz="2000" dirty="0">
                <a:latin typeface="Times New Roman" panose="02020603050405020304" pitchFamily="18" charset="0"/>
              </a:rPr>
              <a:t>（</a:t>
            </a:r>
            <a:r>
              <a:rPr lang="en-US" altLang="zh-CN" sz="2000" dirty="0">
                <a:latin typeface="Times New Roman" panose="02020603050405020304" pitchFamily="18" charset="0"/>
              </a:rPr>
              <a:t>4</a:t>
            </a:r>
            <a:r>
              <a:rPr lang="zh-CN" altLang="en-US" sz="2000" dirty="0">
                <a:latin typeface="Times New Roman" panose="02020603050405020304" pitchFamily="18" charset="0"/>
              </a:rPr>
              <a:t>）关闭全部窗口</a:t>
            </a:r>
            <a:endParaRPr lang="zh-CN" altLang="en-US" sz="2000" dirty="0">
              <a:latin typeface="Times New Roman" panose="02020603050405020304" pitchFamily="18" charset="0"/>
            </a:endParaRPr>
          </a:p>
          <a:p>
            <a:pPr marL="342900" indent="-342900" algn="l"/>
            <a:r>
              <a:rPr lang="zh-CN" altLang="en-US" sz="2000" dirty="0">
                <a:latin typeface="Times New Roman" panose="02020603050405020304" pitchFamily="18" charset="0"/>
              </a:rPr>
              <a:t>（</a:t>
            </a:r>
            <a:r>
              <a:rPr lang="en-US" altLang="zh-CN" sz="2000" dirty="0">
                <a:latin typeface="Times New Roman" panose="02020603050405020304" pitchFamily="18" charset="0"/>
              </a:rPr>
              <a:t>5</a:t>
            </a:r>
            <a:r>
              <a:rPr lang="zh-CN" altLang="en-US" sz="2000" dirty="0">
                <a:latin typeface="Times New Roman" panose="02020603050405020304" pitchFamily="18" charset="0"/>
              </a:rPr>
              <a:t>）窗口平铺（将打开窗口在</a:t>
            </a:r>
            <a:r>
              <a:rPr lang="en-US" altLang="zh-CN" sz="2000" dirty="0">
                <a:latin typeface="Times New Roman" panose="02020603050405020304" pitchFamily="18" charset="0"/>
              </a:rPr>
              <a:t>lingo</a:t>
            </a:r>
            <a:r>
              <a:rPr lang="zh-CN" altLang="en-US" sz="2000" dirty="0">
                <a:latin typeface="Times New Roman" panose="02020603050405020304" pitchFamily="18" charset="0"/>
              </a:rPr>
              <a:t>程序窗口中平铺）</a:t>
            </a:r>
            <a:endParaRPr lang="zh-CN" altLang="en-US" sz="2000" dirty="0">
              <a:latin typeface="Times New Roman" panose="02020603050405020304" pitchFamily="18" charset="0"/>
            </a:endParaRPr>
          </a:p>
          <a:p>
            <a:pPr marL="342900" indent="-342900" algn="l"/>
            <a:r>
              <a:rPr lang="zh-CN" altLang="en-US" sz="2000" dirty="0">
                <a:latin typeface="Times New Roman" panose="02020603050405020304" pitchFamily="18" charset="0"/>
              </a:rPr>
              <a:t>（</a:t>
            </a:r>
            <a:r>
              <a:rPr lang="en-US" altLang="zh-CN" sz="2000" dirty="0">
                <a:latin typeface="Times New Roman" panose="02020603050405020304" pitchFamily="18" charset="0"/>
              </a:rPr>
              <a:t>6</a:t>
            </a:r>
            <a:r>
              <a:rPr lang="zh-CN" altLang="en-US" sz="2000" dirty="0">
                <a:latin typeface="Times New Roman" panose="02020603050405020304" pitchFamily="18" charset="0"/>
              </a:rPr>
              <a:t>）窗口排列</a:t>
            </a:r>
            <a:endParaRPr lang="zh-CN" altLang="en-US" sz="2000" dirty="0">
              <a:latin typeface="Times New Roman" panose="02020603050405020304" pitchFamily="18" charset="0"/>
            </a:endParaRPr>
          </a:p>
          <a:p>
            <a:pPr marL="342900" indent="-342900" algn="l"/>
            <a:endParaRPr lang="zh-CN" altLang="en-US" sz="2000" dirty="0">
              <a:latin typeface="Times New Roman" panose="02020603050405020304" pitchFamily="18" charset="0"/>
            </a:endParaRPr>
          </a:p>
          <a:p>
            <a:pPr marL="342900" indent="-342900" algn="l"/>
            <a:endParaRPr lang="zh-CN" altLang="en-US" sz="2000" dirty="0">
              <a:latin typeface="Times New Roman" panose="02020603050405020304" pitchFamily="18" charset="0"/>
            </a:endParaRPr>
          </a:p>
          <a:p>
            <a:pPr marL="342900" indent="-342900" algn="l"/>
            <a:endParaRPr lang="zh-CN" altLang="en-US" sz="2000" dirty="0">
              <a:latin typeface="Times New Roman" panose="02020603050405020304" pitchFamily="18" charset="0"/>
            </a:endParaRPr>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2738" name="标题 372737"/>
          <p:cNvSpPr>
            <a:spLocks noGrp="1"/>
          </p:cNvSpPr>
          <p:nvPr>
            <p:ph type="title"/>
          </p:nvPr>
        </p:nvSpPr>
        <p:spPr/>
        <p:txBody>
          <a:bodyPr anchor="ctr"/>
          <a:p>
            <a:r>
              <a:rPr lang="en-US" altLang="zh-CN" dirty="0"/>
              <a:t>         </a:t>
            </a:r>
            <a:r>
              <a:rPr lang="zh-CN" altLang="en-US" dirty="0"/>
              <a:t>复习上节内容</a:t>
            </a:r>
            <a:endParaRPr lang="zh-CN" altLang="en-US" dirty="0"/>
          </a:p>
        </p:txBody>
      </p:sp>
      <p:sp>
        <p:nvSpPr>
          <p:cNvPr id="372739" name="文本占位符 372738"/>
          <p:cNvSpPr>
            <a:spLocks noGrp="1"/>
          </p:cNvSpPr>
          <p:nvPr>
            <p:ph type="body" sz="half" idx="1"/>
          </p:nvPr>
        </p:nvSpPr>
        <p:spPr>
          <a:xfrm>
            <a:off x="250825" y="3933825"/>
            <a:ext cx="8326438" cy="2592388"/>
          </a:xfrm>
        </p:spPr>
        <p:txBody>
          <a:bodyPr/>
          <a:p>
            <a:pPr>
              <a:lnSpc>
                <a:spcPct val="80000"/>
              </a:lnSpc>
              <a:buNone/>
            </a:pPr>
            <a:r>
              <a:rPr lang="zh-CN" altLang="en-US" sz="2400" b="1" dirty="0">
                <a:latin typeface="楷体_GB2312" panose="02010609030101010101" pitchFamily="49" charset="-122"/>
                <a:ea typeface="楷体_GB2312" panose="02010609030101010101" pitchFamily="49" charset="-122"/>
              </a:rPr>
              <a:t>利用</a:t>
            </a:r>
            <a:r>
              <a:rPr lang="en-US" altLang="zh-CN" sz="2400" b="1" dirty="0">
                <a:latin typeface="楷体_GB2312" panose="02010609030101010101" pitchFamily="49" charset="-122"/>
                <a:ea typeface="楷体_GB2312" panose="02010609030101010101" pitchFamily="49" charset="-122"/>
              </a:rPr>
              <a:t>lingo</a:t>
            </a:r>
            <a:r>
              <a:rPr lang="zh-CN" altLang="en-US" sz="2400" b="1" dirty="0">
                <a:latin typeface="楷体_GB2312" panose="02010609030101010101" pitchFamily="49" charset="-122"/>
                <a:ea typeface="楷体_GB2312" panose="02010609030101010101" pitchFamily="49" charset="-122"/>
              </a:rPr>
              <a:t>求解可以得到以下结果</a:t>
            </a:r>
            <a:endParaRPr lang="zh-CN" altLang="en-US" sz="2400" b="1" dirty="0">
              <a:latin typeface="楷体_GB2312" panose="02010609030101010101" pitchFamily="49" charset="-122"/>
              <a:ea typeface="楷体_GB2312" panose="02010609030101010101" pitchFamily="49" charset="-122"/>
            </a:endParaRPr>
          </a:p>
          <a:p>
            <a:pPr>
              <a:lnSpc>
                <a:spcPct val="80000"/>
              </a:lnSpc>
              <a:buNone/>
            </a:pP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1</a:t>
            </a:r>
            <a:r>
              <a:rPr lang="zh-CN" altLang="en-US" sz="2400" b="1" dirty="0">
                <a:latin typeface="楷体_GB2312" panose="02010609030101010101" pitchFamily="49" charset="-122"/>
                <a:ea typeface="楷体_GB2312" panose="02010609030101010101" pitchFamily="49" charset="-122"/>
              </a:rPr>
              <a:t>）最优解  （最优生产计划及获得最优效益）</a:t>
            </a:r>
            <a:endParaRPr lang="zh-CN" altLang="en-US" sz="2400" b="1" dirty="0">
              <a:latin typeface="楷体_GB2312" panose="02010609030101010101" pitchFamily="49" charset="-122"/>
              <a:ea typeface="楷体_GB2312" panose="02010609030101010101" pitchFamily="49" charset="-122"/>
            </a:endParaRPr>
          </a:p>
          <a:p>
            <a:pPr>
              <a:lnSpc>
                <a:spcPct val="80000"/>
              </a:lnSpc>
              <a:buNone/>
            </a:pP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2</a:t>
            </a:r>
            <a:r>
              <a:rPr lang="zh-CN" altLang="en-US" sz="2400" b="1" dirty="0">
                <a:latin typeface="楷体_GB2312" panose="02010609030101010101" pitchFamily="49" charset="-122"/>
                <a:ea typeface="楷体_GB2312" panose="02010609030101010101" pitchFamily="49" charset="-122"/>
              </a:rPr>
              <a:t>）影子价格（即</a:t>
            </a:r>
            <a:r>
              <a:rPr lang="en-US" altLang="zh-CN" sz="2400" b="1" dirty="0">
                <a:latin typeface="楷体_GB2312" panose="02010609030101010101" pitchFamily="49" charset="-122"/>
                <a:ea typeface="楷体_GB2312" panose="02010609030101010101" pitchFamily="49" charset="-122"/>
              </a:rPr>
              <a:t>:</a:t>
            </a:r>
            <a:r>
              <a:rPr lang="zh-CN" altLang="en-US" sz="2400" b="1" dirty="0">
                <a:latin typeface="楷体_GB2312" panose="02010609030101010101" pitchFamily="49" charset="-122"/>
                <a:ea typeface="楷体_GB2312" panose="02010609030101010101" pitchFamily="49" charset="-122"/>
              </a:rPr>
              <a:t>资源增加一个单位效益增加量）</a:t>
            </a:r>
            <a:endParaRPr lang="zh-CN" altLang="en-US" sz="2400" b="1" dirty="0">
              <a:latin typeface="楷体_GB2312" panose="02010609030101010101" pitchFamily="49" charset="-122"/>
              <a:ea typeface="楷体_GB2312" panose="02010609030101010101" pitchFamily="49" charset="-122"/>
            </a:endParaRPr>
          </a:p>
          <a:p>
            <a:pPr>
              <a:lnSpc>
                <a:spcPct val="80000"/>
              </a:lnSpc>
              <a:buNone/>
            </a:pPr>
            <a:r>
              <a:rPr lang="zh-CN" altLang="en-US" sz="2400" b="1" dirty="0">
                <a:latin typeface="楷体_GB2312" panose="02010609030101010101" pitchFamily="49" charset="-122"/>
                <a:ea typeface="楷体_GB2312" panose="02010609030101010101" pitchFamily="49" charset="-122"/>
              </a:rPr>
              <a:t>利用</a:t>
            </a:r>
            <a:r>
              <a:rPr lang="en-US" altLang="zh-CN" sz="2400" b="1" dirty="0">
                <a:latin typeface="楷体_GB2312" panose="02010609030101010101" pitchFamily="49" charset="-122"/>
                <a:ea typeface="楷体_GB2312" panose="02010609030101010101" pitchFamily="49" charset="-122"/>
              </a:rPr>
              <a:t>lingo</a:t>
            </a:r>
            <a:r>
              <a:rPr lang="zh-CN" altLang="en-US" sz="2400" b="1" dirty="0">
                <a:latin typeface="楷体_GB2312" panose="02010609030101010101" pitchFamily="49" charset="-122"/>
                <a:ea typeface="楷体_GB2312" panose="02010609030101010101" pitchFamily="49" charset="-122"/>
              </a:rPr>
              <a:t>可以查看灵敏度分析</a:t>
            </a:r>
            <a:endParaRPr lang="zh-CN" altLang="en-US" sz="2400" b="1" dirty="0">
              <a:latin typeface="楷体_GB2312" panose="02010609030101010101" pitchFamily="49" charset="-122"/>
              <a:ea typeface="楷体_GB2312" panose="02010609030101010101" pitchFamily="49" charset="-122"/>
            </a:endParaRPr>
          </a:p>
          <a:p>
            <a:pPr>
              <a:lnSpc>
                <a:spcPct val="80000"/>
              </a:lnSpc>
              <a:buNone/>
            </a:pP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1</a:t>
            </a:r>
            <a:r>
              <a:rPr lang="zh-CN" altLang="en-US" sz="2400" b="1" dirty="0">
                <a:latin typeface="楷体_GB2312" panose="02010609030101010101" pitchFamily="49" charset="-122"/>
                <a:ea typeface="楷体_GB2312" panose="02010609030101010101" pitchFamily="49" charset="-122"/>
              </a:rPr>
              <a:t>）分析最优解不变时（即不改变生产计划），目标函数系数的允许变化范围。</a:t>
            </a:r>
            <a:endParaRPr lang="zh-CN" altLang="en-US" sz="2400" b="1" dirty="0">
              <a:latin typeface="楷体_GB2312" panose="02010609030101010101" pitchFamily="49" charset="-122"/>
              <a:ea typeface="楷体_GB2312" panose="02010609030101010101" pitchFamily="49" charset="-122"/>
            </a:endParaRPr>
          </a:p>
          <a:p>
            <a:pPr>
              <a:lnSpc>
                <a:spcPct val="80000"/>
              </a:lnSpc>
              <a:buNone/>
            </a:pP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2</a:t>
            </a:r>
            <a:r>
              <a:rPr lang="zh-CN" altLang="en-US" sz="2400" b="1" dirty="0">
                <a:latin typeface="楷体_GB2312" panose="02010609030101010101" pitchFamily="49" charset="-122"/>
                <a:ea typeface="楷体_GB2312" panose="02010609030101010101" pitchFamily="49" charset="-122"/>
              </a:rPr>
              <a:t>）原料是否可以无限制的增加</a:t>
            </a:r>
            <a:endParaRPr lang="zh-CN" altLang="en-US" sz="2400" b="1" dirty="0">
              <a:latin typeface="楷体_GB2312" panose="02010609030101010101" pitchFamily="49" charset="-122"/>
              <a:ea typeface="楷体_GB2312" panose="02010609030101010101" pitchFamily="49" charset="-122"/>
            </a:endParaRPr>
          </a:p>
        </p:txBody>
      </p:sp>
      <p:pic>
        <p:nvPicPr>
          <p:cNvPr id="372742" name="图片 372741"/>
          <p:cNvPicPr>
            <a:picLocks noChangeAspect="1"/>
          </p:cNvPicPr>
          <p:nvPr/>
        </p:nvPicPr>
        <p:blipFill>
          <a:blip r:embed="rId1"/>
          <a:stretch>
            <a:fillRect/>
          </a:stretch>
        </p:blipFill>
        <p:spPr>
          <a:xfrm>
            <a:off x="4356100" y="549275"/>
            <a:ext cx="5076825" cy="2520950"/>
          </a:xfrm>
          <a:prstGeom prst="rect">
            <a:avLst/>
          </a:prstGeom>
          <a:noFill/>
          <a:ln w="9525">
            <a:noFill/>
          </a:ln>
        </p:spPr>
      </p:pic>
      <p:graphicFrame>
        <p:nvGraphicFramePr>
          <p:cNvPr id="372743" name="内容占位符 372742"/>
          <p:cNvGraphicFramePr/>
          <p:nvPr>
            <p:ph sz="half" idx="2"/>
          </p:nvPr>
        </p:nvGraphicFramePr>
        <p:xfrm>
          <a:off x="107950" y="333375"/>
          <a:ext cx="6913563" cy="3529013"/>
        </p:xfrm>
        <a:graphic>
          <a:graphicData uri="http://schemas.openxmlformats.org/presentationml/2006/ole">
            <mc:AlternateContent xmlns:mc="http://schemas.openxmlformats.org/markup-compatibility/2006">
              <mc:Choice xmlns:v="urn:schemas-microsoft-com:vml" Requires="v">
                <p:oleObj spid="_x0000_s3113" name="" r:id="rId2" imgW="6267450" imgH="2876550" progId="Paint.Picture">
                  <p:embed/>
                </p:oleObj>
              </mc:Choice>
              <mc:Fallback>
                <p:oleObj name="" r:id="rId2" imgW="6267450" imgH="2876550" progId="Paint.Picture">
                  <p:embed/>
                  <p:pic>
                    <p:nvPicPr>
                      <p:cNvPr id="0" name="图片 3112"/>
                      <p:cNvPicPr/>
                      <p:nvPr/>
                    </p:nvPicPr>
                    <p:blipFill>
                      <a:blip r:embed="rId3"/>
                      <a:stretch>
                        <a:fillRect/>
                      </a:stretch>
                    </p:blipFill>
                    <p:spPr>
                      <a:xfrm>
                        <a:off x="107950" y="333375"/>
                        <a:ext cx="6913563" cy="3529013"/>
                      </a:xfrm>
                      <a:prstGeom prst="rect">
                        <a:avLst/>
                      </a:prstGeom>
                      <a:noFill/>
                      <a:ln w="38100">
                        <a:miter/>
                      </a:ln>
                    </p:spPr>
                  </p:pic>
                </p:oleObj>
              </mc:Fallback>
            </mc:AlternateContent>
          </a:graphicData>
        </a:graphic>
      </p:graphicFrame>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72742"/>
                                        </p:tgtEl>
                                        <p:attrNameLst>
                                          <p:attrName>style.visibility</p:attrName>
                                        </p:attrNameLst>
                                      </p:cBhvr>
                                      <p:to>
                                        <p:strVal val="visible"/>
                                      </p:to>
                                    </p:set>
                                    <p:animEffect transition="in" filter="checkerboard(across)">
                                      <p:cBhvr>
                                        <p:cTn id="7" dur="500"/>
                                        <p:tgtEl>
                                          <p:spTgt spid="37274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72743"/>
                                        </p:tgtEl>
                                        <p:attrNameLst>
                                          <p:attrName>style.visibility</p:attrName>
                                        </p:attrNameLst>
                                      </p:cBhvr>
                                      <p:to>
                                        <p:strVal val="visible"/>
                                      </p:to>
                                    </p:set>
                                    <p:animEffect transition="in" filter="checkerboard(across)">
                                      <p:cBhvr>
                                        <p:cTn id="12" dur="500"/>
                                        <p:tgtEl>
                                          <p:spTgt spid="3727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7570" name="文本框 237569"/>
          <p:cNvSpPr txBox="1"/>
          <p:nvPr/>
        </p:nvSpPr>
        <p:spPr>
          <a:xfrm>
            <a:off x="1676400" y="762000"/>
            <a:ext cx="5410200" cy="579438"/>
          </a:xfrm>
          <a:prstGeom prst="rect">
            <a:avLst/>
          </a:prstGeom>
          <a:solidFill>
            <a:srgbClr val="FFFF66"/>
          </a:solidFill>
          <a:ln w="9525">
            <a:noFill/>
          </a:ln>
        </p:spPr>
        <p:txBody>
          <a:bodyPr>
            <a:spAutoFit/>
          </a:bodyPr>
          <a:p>
            <a:pPr algn="l">
              <a:spcBef>
                <a:spcPct val="50000"/>
              </a:spcBef>
              <a:buClr>
                <a:schemeClr val="bg1"/>
              </a:buClr>
            </a:pPr>
            <a:r>
              <a:rPr lang="en-US" altLang="zh-CN" sz="3200">
                <a:latin typeface="Times New Roman" panose="02020603050405020304" pitchFamily="18" charset="0"/>
                <a:ea typeface="楷体_GB2312" panose="02010609030101010101" pitchFamily="49" charset="-122"/>
              </a:rPr>
              <a:t>4.2</a:t>
            </a:r>
            <a:r>
              <a:rPr lang="en-US" altLang="zh-CN" sz="3200" dirty="0">
                <a:latin typeface="楷体_GB2312" panose="02010609030101010101" pitchFamily="49" charset="-122"/>
                <a:ea typeface="楷体_GB2312" panose="02010609030101010101" pitchFamily="49" charset="-122"/>
              </a:rPr>
              <a:t>  </a:t>
            </a:r>
            <a:r>
              <a:rPr lang="zh-CN" altLang="en-US" sz="3200" dirty="0">
                <a:latin typeface="楷体_GB2312" panose="02010609030101010101" pitchFamily="49" charset="-122"/>
                <a:ea typeface="楷体_GB2312" panose="02010609030101010101" pitchFamily="49" charset="-122"/>
              </a:rPr>
              <a:t>自来水输送与货机装运</a:t>
            </a:r>
            <a:endParaRPr lang="zh-CN" altLang="en-US" sz="3200">
              <a:latin typeface="楷体_GB2312" panose="02010609030101010101" pitchFamily="49" charset="-122"/>
              <a:ea typeface="楷体_GB2312" panose="02010609030101010101" pitchFamily="49" charset="-122"/>
            </a:endParaRPr>
          </a:p>
        </p:txBody>
      </p:sp>
      <p:sp>
        <p:nvSpPr>
          <p:cNvPr id="237571" name="文本框 237570"/>
          <p:cNvSpPr txBox="1"/>
          <p:nvPr/>
        </p:nvSpPr>
        <p:spPr>
          <a:xfrm>
            <a:off x="762000" y="2616200"/>
            <a:ext cx="8058150" cy="1117600"/>
          </a:xfrm>
          <a:prstGeom prst="rect">
            <a:avLst/>
          </a:prstGeom>
          <a:noFill/>
          <a:ln w="9525">
            <a:noFill/>
          </a:ln>
        </p:spPr>
        <p:txBody>
          <a:bodyPr>
            <a:spAutoFit/>
          </a:bodyPr>
          <a:p>
            <a:pPr algn="l">
              <a:lnSpc>
                <a:spcPct val="120000"/>
              </a:lnSpc>
              <a:spcBef>
                <a:spcPct val="50000"/>
              </a:spcBef>
              <a:buClr>
                <a:schemeClr val="bg1"/>
              </a:buClr>
            </a:pPr>
            <a:r>
              <a:rPr lang="zh-CN" altLang="en-US" sz="2800" dirty="0">
                <a:latin typeface="Times New Roman" panose="02020603050405020304" pitchFamily="18" charset="0"/>
              </a:rPr>
              <a:t>生产、生活物资从若干供应点运送到一些需求点，怎样安排输送方案使运费最小，或利润最大；</a:t>
            </a:r>
            <a:endParaRPr lang="zh-CN" altLang="en-US" sz="2800">
              <a:latin typeface="Times New Roman" panose="02020603050405020304" pitchFamily="18" charset="0"/>
            </a:endParaRPr>
          </a:p>
        </p:txBody>
      </p:sp>
      <p:sp>
        <p:nvSpPr>
          <p:cNvPr id="237572" name="文本框 237571"/>
          <p:cNvSpPr txBox="1"/>
          <p:nvPr/>
        </p:nvSpPr>
        <p:spPr>
          <a:xfrm>
            <a:off x="3429000" y="1828800"/>
            <a:ext cx="1828800" cy="519113"/>
          </a:xfrm>
          <a:prstGeom prst="rect">
            <a:avLst/>
          </a:prstGeom>
          <a:solidFill>
            <a:srgbClr val="FFCCFF"/>
          </a:solidFill>
          <a:ln w="9525">
            <a:noFill/>
          </a:ln>
        </p:spPr>
        <p:txBody>
          <a:bodyPr>
            <a:spAutoFit/>
          </a:bodyPr>
          <a:p>
            <a:pPr algn="ctr">
              <a:spcBef>
                <a:spcPct val="50000"/>
              </a:spcBef>
              <a:buClr>
                <a:schemeClr val="bg1"/>
              </a:buClr>
            </a:pPr>
            <a:r>
              <a:rPr lang="zh-CN" altLang="en-US" sz="2800" dirty="0">
                <a:latin typeface="Times New Roman" panose="02020603050405020304" pitchFamily="18" charset="0"/>
              </a:rPr>
              <a:t>运输问题</a:t>
            </a:r>
            <a:endParaRPr lang="zh-CN" altLang="en-US" sz="2800">
              <a:latin typeface="Times New Roman" panose="02020603050405020304" pitchFamily="18" charset="0"/>
            </a:endParaRPr>
          </a:p>
        </p:txBody>
      </p:sp>
      <p:sp>
        <p:nvSpPr>
          <p:cNvPr id="237573" name="文本框 237572"/>
          <p:cNvSpPr txBox="1"/>
          <p:nvPr/>
        </p:nvSpPr>
        <p:spPr>
          <a:xfrm>
            <a:off x="685800" y="4038600"/>
            <a:ext cx="8134350" cy="1117600"/>
          </a:xfrm>
          <a:prstGeom prst="rect">
            <a:avLst/>
          </a:prstGeom>
          <a:noFill/>
          <a:ln w="9525">
            <a:noFill/>
          </a:ln>
        </p:spPr>
        <p:txBody>
          <a:bodyPr>
            <a:spAutoFit/>
          </a:bodyPr>
          <a:p>
            <a:pPr algn="l">
              <a:lnSpc>
                <a:spcPct val="120000"/>
              </a:lnSpc>
              <a:spcBef>
                <a:spcPct val="50000"/>
              </a:spcBef>
              <a:buClr>
                <a:schemeClr val="bg1"/>
              </a:buClr>
            </a:pPr>
            <a:r>
              <a:rPr lang="zh-CN" altLang="en-US" sz="2800" dirty="0">
                <a:latin typeface="Times New Roman" panose="02020603050405020304" pitchFamily="18" charset="0"/>
              </a:rPr>
              <a:t>各种类型的货物装箱，由于受体积、重量等限制，如何搭配装载，使获利最高，或装箱数量最少。</a:t>
            </a:r>
            <a:endParaRPr lang="zh-CN" altLang="en-US" sz="2800">
              <a:latin typeface="Times New Roman" panose="02020603050405020304" pitchFamily="18" charset="0"/>
            </a:endParaRPr>
          </a:p>
        </p:txBody>
      </p:sp>
      <p:graphicFrame>
        <p:nvGraphicFramePr>
          <p:cNvPr id="237574" name="对象 237573"/>
          <p:cNvGraphicFramePr/>
          <p:nvPr/>
        </p:nvGraphicFramePr>
        <p:xfrm>
          <a:off x="7010400" y="381000"/>
          <a:ext cx="1676400" cy="1905000"/>
        </p:xfrm>
        <a:graphic>
          <a:graphicData uri="http://schemas.openxmlformats.org/presentationml/2006/ole">
            <mc:AlternateContent xmlns:mc="http://schemas.openxmlformats.org/markup-compatibility/2006">
              <mc:Choice xmlns:v="urn:schemas-microsoft-com:vml" Requires="v">
                <p:oleObj spid="_x0000_s3134" name="" r:id="rId1" imgW="762000" imgH="762000" progId="MS_ClipArt_Gallery.2">
                  <p:embed/>
                </p:oleObj>
              </mc:Choice>
              <mc:Fallback>
                <p:oleObj name="" r:id="rId1" imgW="762000" imgH="762000" progId="MS_ClipArt_Gallery.2">
                  <p:embed/>
                  <p:pic>
                    <p:nvPicPr>
                      <p:cNvPr id="0" name="图片 3133"/>
                      <p:cNvPicPr/>
                      <p:nvPr/>
                    </p:nvPicPr>
                    <p:blipFill>
                      <a:blip r:embed="rId2"/>
                      <a:stretch>
                        <a:fillRect/>
                      </a:stretch>
                    </p:blipFill>
                    <p:spPr>
                      <a:xfrm>
                        <a:off x="7010400" y="381000"/>
                        <a:ext cx="1676400" cy="1905000"/>
                      </a:xfrm>
                      <a:prstGeom prst="rect">
                        <a:avLst/>
                      </a:prstGeom>
                      <a:noFill/>
                      <a:ln w="38100">
                        <a:noFill/>
                        <a:miter/>
                      </a:ln>
                    </p:spPr>
                  </p:pic>
                </p:oleObj>
              </mc:Fallback>
            </mc:AlternateContent>
          </a:graphicData>
        </a:graphic>
      </p:graphicFrame>
      <p:graphicFrame>
        <p:nvGraphicFramePr>
          <p:cNvPr id="237575" name="对象 237574"/>
          <p:cNvGraphicFramePr/>
          <p:nvPr/>
        </p:nvGraphicFramePr>
        <p:xfrm>
          <a:off x="381000" y="762000"/>
          <a:ext cx="1066800" cy="1036638"/>
        </p:xfrm>
        <a:graphic>
          <a:graphicData uri="http://schemas.openxmlformats.org/presentationml/2006/ole">
            <mc:AlternateContent xmlns:mc="http://schemas.openxmlformats.org/markup-compatibility/2006">
              <mc:Choice xmlns:v="urn:schemas-microsoft-com:vml" Requires="v">
                <p:oleObj spid="_x0000_s3135" name="" r:id="rId3" imgW="769620" imgH="746760" progId="MS_ClipArt_Gallery.2">
                  <p:embed/>
                </p:oleObj>
              </mc:Choice>
              <mc:Fallback>
                <p:oleObj name="" r:id="rId3" imgW="769620" imgH="746760" progId="MS_ClipArt_Gallery.2">
                  <p:embed/>
                  <p:pic>
                    <p:nvPicPr>
                      <p:cNvPr id="0" name="图片 3134"/>
                      <p:cNvPicPr/>
                      <p:nvPr/>
                    </p:nvPicPr>
                    <p:blipFill>
                      <a:blip r:embed="rId4"/>
                      <a:stretch>
                        <a:fillRect/>
                      </a:stretch>
                    </p:blipFill>
                    <p:spPr>
                      <a:xfrm>
                        <a:off x="381000" y="762000"/>
                        <a:ext cx="1066800" cy="1036638"/>
                      </a:xfrm>
                      <a:prstGeom prst="rect">
                        <a:avLst/>
                      </a:prstGeom>
                      <a:noFill/>
                      <a:ln w="38100">
                        <a:noFill/>
                        <a:miter/>
                      </a:ln>
                    </p:spPr>
                  </p:pic>
                </p:oleObj>
              </mc:Fallback>
            </mc:AlternateContent>
          </a:graphicData>
        </a:graphic>
      </p:graphicFrame>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75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32" fill="hold" grpId="0" nodeType="clickEffect">
                                  <p:stCondLst>
                                    <p:cond delay="0"/>
                                  </p:stCondLst>
                                  <p:childTnLst>
                                    <p:set>
                                      <p:cBhvr>
                                        <p:cTn id="10" dur="1" fill="hold">
                                          <p:stCondLst>
                                            <p:cond delay="0"/>
                                          </p:stCondLst>
                                        </p:cTn>
                                        <p:tgtEl>
                                          <p:spTgt spid="237571"/>
                                        </p:tgtEl>
                                        <p:attrNameLst>
                                          <p:attrName>style.visibility</p:attrName>
                                        </p:attrNameLst>
                                      </p:cBhvr>
                                      <p:to>
                                        <p:strVal val="visible"/>
                                      </p:to>
                                    </p:set>
                                    <p:animEffect transition="in" filter="box(out)">
                                      <p:cBhvr>
                                        <p:cTn id="11" dur="500"/>
                                        <p:tgtEl>
                                          <p:spTgt spid="237571"/>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237573"/>
                                        </p:tgtEl>
                                        <p:attrNameLst>
                                          <p:attrName>style.visibility</p:attrName>
                                        </p:attrNameLst>
                                      </p:cBhvr>
                                      <p:to>
                                        <p:strVal val="visible"/>
                                      </p:to>
                                    </p:set>
                                    <p:animEffect transition="in" filter="box(in)">
                                      <p:cBhvr>
                                        <p:cTn id="16" dur="500"/>
                                        <p:tgtEl>
                                          <p:spTgt spid="237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1" grpId="0" animBg="1"/>
      <p:bldP spid="237572" grpId="0" animBg="1"/>
      <p:bldP spid="23757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4787" name="文本占位符 374786"/>
          <p:cNvSpPr>
            <a:spLocks noGrp="1"/>
          </p:cNvSpPr>
          <p:nvPr>
            <p:ph type="body" idx="1"/>
          </p:nvPr>
        </p:nvSpPr>
        <p:spPr>
          <a:xfrm>
            <a:off x="323850" y="1341438"/>
            <a:ext cx="8424863" cy="3240087"/>
          </a:xfrm>
        </p:spPr>
        <p:txBody>
          <a:bodyPr/>
          <a:p>
            <a:pPr>
              <a:buNone/>
            </a:pPr>
            <a:r>
              <a:rPr lang="zh-CN" altLang="en-US" sz="2800" b="1" dirty="0">
                <a:solidFill>
                  <a:srgbClr val="A50021"/>
                </a:solidFill>
                <a:latin typeface="楷体_GB2312" panose="02010609030101010101" pitchFamily="49" charset="-122"/>
                <a:ea typeface="楷体_GB2312" panose="02010609030101010101" pitchFamily="49" charset="-122"/>
              </a:rPr>
              <a:t>问题：</a:t>
            </a:r>
            <a:r>
              <a:rPr lang="zh-CN" altLang="en-US" sz="2400" b="1" dirty="0">
                <a:latin typeface="楷体_GB2312" panose="02010609030101010101" pitchFamily="49" charset="-122"/>
                <a:ea typeface="楷体_GB2312" panose="02010609030101010101" pitchFamily="49" charset="-122"/>
              </a:rPr>
              <a:t>某城市有甲、乙、丙、丁四个居民区，自来水由</a:t>
            </a:r>
            <a:r>
              <a:rPr lang="en-US" altLang="zh-CN" sz="2400" b="1" dirty="0">
                <a:latin typeface="楷体_GB2312" panose="02010609030101010101" pitchFamily="49" charset="-122"/>
                <a:ea typeface="楷体_GB2312" panose="02010609030101010101" pitchFamily="49" charset="-122"/>
              </a:rPr>
              <a:t>A</a:t>
            </a: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B</a:t>
            </a: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C</a:t>
            </a:r>
            <a:r>
              <a:rPr lang="zh-CN" altLang="en-US" sz="2400" b="1" dirty="0">
                <a:latin typeface="楷体_GB2312" panose="02010609030101010101" pitchFamily="49" charset="-122"/>
                <a:ea typeface="楷体_GB2312" panose="02010609030101010101" pitchFamily="49" charset="-122"/>
              </a:rPr>
              <a:t>三个水库供应，四个区基本用水量（必须保证）分别为</a:t>
            </a:r>
            <a:r>
              <a:rPr lang="en-US" altLang="zh-CN" sz="2400" b="1" dirty="0">
                <a:latin typeface="楷体_GB2312" panose="02010609030101010101" pitchFamily="49" charset="-122"/>
                <a:ea typeface="楷体_GB2312" panose="02010609030101010101" pitchFamily="49" charset="-122"/>
              </a:rPr>
              <a:t>30</a:t>
            </a: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70</a:t>
            </a: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10</a:t>
            </a: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10</a:t>
            </a:r>
            <a:r>
              <a:rPr lang="zh-CN" altLang="en-US" sz="2400" b="1" dirty="0">
                <a:latin typeface="楷体_GB2312" panose="02010609030101010101" pitchFamily="49" charset="-122"/>
                <a:ea typeface="楷体_GB2312" panose="02010609030101010101" pitchFamily="49" charset="-122"/>
              </a:rPr>
              <a:t>千吨，三个水库最多供水量分别</a:t>
            </a:r>
            <a:r>
              <a:rPr lang="en-US" altLang="zh-CN" sz="2400" b="1" dirty="0">
                <a:latin typeface="楷体_GB2312" panose="02010609030101010101" pitchFamily="49" charset="-122"/>
                <a:ea typeface="楷体_GB2312" panose="02010609030101010101" pitchFamily="49" charset="-122"/>
              </a:rPr>
              <a:t>50</a:t>
            </a: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60</a:t>
            </a: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50</a:t>
            </a:r>
            <a:r>
              <a:rPr lang="zh-CN" altLang="en-US" sz="2400" b="1" dirty="0">
                <a:latin typeface="楷体_GB2312" panose="02010609030101010101" pitchFamily="49" charset="-122"/>
                <a:ea typeface="楷体_GB2312" panose="02010609030101010101" pitchFamily="49" charset="-122"/>
              </a:rPr>
              <a:t>千吨。自来水公司从水库向各个小区送水付出引水管理费不同，其它管理费是</a:t>
            </a:r>
            <a:r>
              <a:rPr lang="en-US" altLang="zh-CN" sz="2400" b="1" dirty="0">
                <a:latin typeface="楷体_GB2312" panose="02010609030101010101" pitchFamily="49" charset="-122"/>
                <a:ea typeface="楷体_GB2312" panose="02010609030101010101" pitchFamily="49" charset="-122"/>
              </a:rPr>
              <a:t>450</a:t>
            </a:r>
            <a:r>
              <a:rPr lang="zh-CN" altLang="en-US" sz="2400" b="1" dirty="0">
                <a:latin typeface="楷体_GB2312" panose="02010609030101010101" pitchFamily="49" charset="-122"/>
                <a:ea typeface="楷体_GB2312" panose="02010609030101010101" pitchFamily="49" charset="-122"/>
              </a:rPr>
              <a:t>元</a:t>
            </a:r>
            <a:r>
              <a:rPr lang="en-US" altLang="zh-CN" sz="2400" b="1" dirty="0">
                <a:latin typeface="楷体_GB2312" panose="02010609030101010101" pitchFamily="49" charset="-122"/>
                <a:ea typeface="楷体_GB2312" panose="02010609030101010101" pitchFamily="49" charset="-122"/>
              </a:rPr>
              <a:t>/</a:t>
            </a:r>
            <a:r>
              <a:rPr lang="zh-CN" altLang="en-US" sz="2400" b="1" dirty="0">
                <a:latin typeface="楷体_GB2312" panose="02010609030101010101" pitchFamily="49" charset="-122"/>
                <a:ea typeface="楷体_GB2312" panose="02010609030101010101" pitchFamily="49" charset="-122"/>
              </a:rPr>
              <a:t>千吨。各小区收费相同，标准</a:t>
            </a:r>
            <a:r>
              <a:rPr lang="en-US" altLang="zh-CN" sz="2400" b="1" dirty="0">
                <a:latin typeface="楷体_GB2312" panose="02010609030101010101" pitchFamily="49" charset="-122"/>
                <a:ea typeface="楷体_GB2312" panose="02010609030101010101" pitchFamily="49" charset="-122"/>
              </a:rPr>
              <a:t>900</a:t>
            </a:r>
            <a:r>
              <a:rPr lang="zh-CN" altLang="en-US" sz="2400" b="1" dirty="0">
                <a:latin typeface="楷体_GB2312" panose="02010609030101010101" pitchFamily="49" charset="-122"/>
                <a:ea typeface="楷体_GB2312" panose="02010609030101010101" pitchFamily="49" charset="-122"/>
              </a:rPr>
              <a:t>元</a:t>
            </a:r>
            <a:r>
              <a:rPr lang="en-US" altLang="zh-CN" sz="2400" b="1" dirty="0">
                <a:latin typeface="楷体_GB2312" panose="02010609030101010101" pitchFamily="49" charset="-122"/>
                <a:ea typeface="楷体_GB2312" panose="02010609030101010101" pitchFamily="49" charset="-122"/>
              </a:rPr>
              <a:t>/</a:t>
            </a:r>
            <a:r>
              <a:rPr lang="zh-CN" altLang="en-US" sz="2400" b="1" dirty="0">
                <a:latin typeface="楷体_GB2312" panose="02010609030101010101" pitchFamily="49" charset="-122"/>
                <a:ea typeface="楷体_GB2312" panose="02010609030101010101" pitchFamily="49" charset="-122"/>
              </a:rPr>
              <a:t>千吨。此外，四个小区申请额外用水量分别</a:t>
            </a:r>
            <a:r>
              <a:rPr lang="en-US" altLang="zh-CN" sz="2400" b="1" dirty="0">
                <a:latin typeface="楷体_GB2312" panose="02010609030101010101" pitchFamily="49" charset="-122"/>
                <a:ea typeface="楷体_GB2312" panose="02010609030101010101" pitchFamily="49" charset="-122"/>
              </a:rPr>
              <a:t>50</a:t>
            </a: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70</a:t>
            </a: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20</a:t>
            </a: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40</a:t>
            </a:r>
            <a:r>
              <a:rPr lang="zh-CN" altLang="en-US" sz="2400" b="1" dirty="0">
                <a:latin typeface="楷体_GB2312" panose="02010609030101010101" pitchFamily="49" charset="-122"/>
                <a:ea typeface="楷体_GB2312" panose="02010609030101010101" pitchFamily="49" charset="-122"/>
              </a:rPr>
              <a:t>千吨，该公司应如何分配供水量能使利润最大？若水库供水量都提高一倍，公司利润可增加到多少？</a:t>
            </a:r>
            <a:r>
              <a:rPr lang="zh-CN" altLang="en-US" sz="2800" b="1" dirty="0">
                <a:latin typeface="楷体_GB2312" panose="02010609030101010101" pitchFamily="49" charset="-122"/>
                <a:ea typeface="楷体_GB2312" panose="02010609030101010101" pitchFamily="49" charset="-122"/>
              </a:rPr>
              <a:t> </a:t>
            </a:r>
            <a:endParaRPr lang="zh-CN" altLang="en-US" sz="2800" b="1" dirty="0">
              <a:latin typeface="楷体_GB2312" panose="02010609030101010101" pitchFamily="49" charset="-122"/>
              <a:ea typeface="楷体_GB2312" panose="02010609030101010101" pitchFamily="49" charset="-122"/>
            </a:endParaRPr>
          </a:p>
        </p:txBody>
      </p:sp>
      <p:sp>
        <p:nvSpPr>
          <p:cNvPr id="374788" name="矩形 374787"/>
          <p:cNvSpPr/>
          <p:nvPr/>
        </p:nvSpPr>
        <p:spPr>
          <a:xfrm>
            <a:off x="2411730" y="549275"/>
            <a:ext cx="4014470" cy="446405"/>
          </a:xfrm>
          <a:prstGeom prst="rect">
            <a:avLst/>
          </a:prstGeom>
          <a:solidFill>
            <a:srgbClr val="FFCCFF"/>
          </a:solidFill>
          <a:ln w="57150">
            <a:noFill/>
          </a:ln>
        </p:spPr>
        <p:txBody>
          <a:bodyPr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1"/>
                </a:solidFill>
                <a:latin typeface="Arial" panose="020B0604020202020204" pitchFamily="34" charset="0"/>
                <a:ea typeface="隶书" panose="02010509060101010101" pitchFamily="49" charset="-122"/>
              </a:defRPr>
            </a:lvl1pPr>
          </a:lstStyle>
          <a:p>
            <a:pPr lvl="0"/>
            <a:r>
              <a:rPr lang="en-US" altLang="zh-CN" sz="3200" b="1" dirty="0">
                <a:latin typeface="楷体_GB2312" panose="02010609030101010101" pitchFamily="49" charset="-122"/>
                <a:ea typeface="楷体_GB2312" panose="02010609030101010101" pitchFamily="49" charset="-122"/>
              </a:rPr>
              <a:t>    </a:t>
            </a:r>
            <a:r>
              <a:rPr lang="zh-CN" altLang="en-US" sz="3200" b="1" dirty="0">
                <a:latin typeface="楷体_GB2312" panose="02010609030101010101" pitchFamily="49" charset="-122"/>
                <a:ea typeface="楷体_GB2312" panose="02010609030101010101" pitchFamily="49" charset="-122"/>
              </a:rPr>
              <a:t>自来水输送问题</a:t>
            </a:r>
            <a:endParaRPr lang="zh-CN" altLang="en-US" sz="3200" b="0" dirty="0">
              <a:latin typeface="楷体_GB2312" panose="02010609030101010101" pitchFamily="49" charset="-122"/>
              <a:ea typeface="楷体_GB2312" panose="02010609030101010101" pitchFamily="49" charset="-122"/>
            </a:endParaRPr>
          </a:p>
        </p:txBody>
      </p:sp>
      <p:grpSp>
        <p:nvGrpSpPr>
          <p:cNvPr id="374789" name="组合 374788"/>
          <p:cNvGrpSpPr/>
          <p:nvPr/>
        </p:nvGrpSpPr>
        <p:grpSpPr>
          <a:xfrm>
            <a:off x="1692275" y="4724400"/>
            <a:ext cx="5257800" cy="1600200"/>
            <a:chOff x="144" y="2352"/>
            <a:chExt cx="3216" cy="960"/>
          </a:xfrm>
        </p:grpSpPr>
        <p:grpSp>
          <p:nvGrpSpPr>
            <p:cNvPr id="374790" name="组合 374789"/>
            <p:cNvGrpSpPr/>
            <p:nvPr/>
          </p:nvGrpSpPr>
          <p:grpSpPr>
            <a:xfrm>
              <a:off x="147" y="2354"/>
              <a:ext cx="1057" cy="239"/>
              <a:chOff x="0" y="0"/>
              <a:chExt cx="1009" cy="442"/>
            </a:xfrm>
          </p:grpSpPr>
          <p:sp>
            <p:nvSpPr>
              <p:cNvPr id="374791" name="矩形 374790"/>
              <p:cNvSpPr/>
              <p:nvPr/>
            </p:nvSpPr>
            <p:spPr>
              <a:xfrm>
                <a:off x="43" y="0"/>
                <a:ext cx="923" cy="442"/>
              </a:xfrm>
              <a:prstGeom prst="rect">
                <a:avLst/>
              </a:prstGeom>
              <a:noFill/>
              <a:ln w="9525">
                <a:noFill/>
              </a:ln>
            </p:spPr>
            <p:txBody>
              <a:bodyPr/>
              <a:p>
                <a:pPr algn="ctr" defTabSz="0">
                  <a:buClr>
                    <a:schemeClr val="bg1"/>
                  </a:buClr>
                  <a:tabLst>
                    <a:tab pos="266700" algn="l"/>
                  </a:tabLst>
                </a:pPr>
                <a:r>
                  <a:rPr lang="zh-CN" altLang="en-US" sz="2400" dirty="0">
                    <a:latin typeface="Times New Roman" panose="02020603050405020304" pitchFamily="18" charset="0"/>
                  </a:rPr>
                  <a:t>元</a:t>
                </a:r>
                <a:r>
                  <a:rPr lang="en-US" altLang="zh-CN" sz="2400" dirty="0">
                    <a:latin typeface="Times New Roman" panose="02020603050405020304" pitchFamily="18" charset="0"/>
                  </a:rPr>
                  <a:t>/</a:t>
                </a:r>
                <a:r>
                  <a:rPr lang="zh-CN" altLang="en-US" sz="2400" dirty="0">
                    <a:latin typeface="Times New Roman" panose="02020603050405020304" pitchFamily="18" charset="0"/>
                  </a:rPr>
                  <a:t>千吨</a:t>
                </a:r>
                <a:endParaRPr lang="zh-CN" altLang="en-US" sz="2400" dirty="0">
                  <a:latin typeface="Times New Roman" panose="02020603050405020304" pitchFamily="18" charset="0"/>
                </a:endParaRPr>
              </a:p>
              <a:p>
                <a:pPr algn="ctr" defTabSz="0" eaLnBrk="0" hangingPunct="0">
                  <a:buClr>
                    <a:schemeClr val="bg1"/>
                  </a:buClr>
                  <a:tabLst>
                    <a:tab pos="266700" algn="l"/>
                  </a:tabLst>
                </a:pPr>
                <a:endParaRPr lang="zh-CN" altLang="en-US" sz="2400" dirty="0">
                  <a:latin typeface="Times New Roman" panose="02020603050405020304" pitchFamily="18" charset="0"/>
                </a:endParaRPr>
              </a:p>
            </p:txBody>
          </p:sp>
          <p:sp>
            <p:nvSpPr>
              <p:cNvPr id="374792" name="矩形 374791"/>
              <p:cNvSpPr/>
              <p:nvPr/>
            </p:nvSpPr>
            <p:spPr>
              <a:xfrm>
                <a:off x="0" y="0"/>
                <a:ext cx="1009"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793" name="组合 374792"/>
            <p:cNvGrpSpPr/>
            <p:nvPr/>
          </p:nvGrpSpPr>
          <p:grpSpPr>
            <a:xfrm>
              <a:off x="1204" y="2354"/>
              <a:ext cx="538" cy="239"/>
              <a:chOff x="1009" y="0"/>
              <a:chExt cx="514" cy="442"/>
            </a:xfrm>
          </p:grpSpPr>
          <p:sp>
            <p:nvSpPr>
              <p:cNvPr id="374794" name="矩形 374793"/>
              <p:cNvSpPr/>
              <p:nvPr/>
            </p:nvSpPr>
            <p:spPr>
              <a:xfrm>
                <a:off x="1052" y="0"/>
                <a:ext cx="428" cy="442"/>
              </a:xfrm>
              <a:prstGeom prst="rect">
                <a:avLst/>
              </a:prstGeom>
              <a:noFill/>
              <a:ln w="9525">
                <a:noFill/>
              </a:ln>
            </p:spPr>
            <p:txBody>
              <a:bodyPr/>
              <a:p>
                <a:pPr algn="ctr" defTabSz="0">
                  <a:buClr>
                    <a:schemeClr val="bg1"/>
                  </a:buClr>
                  <a:tabLst>
                    <a:tab pos="266700" algn="l"/>
                  </a:tabLst>
                </a:pPr>
                <a:r>
                  <a:rPr lang="zh-CN" altLang="en-US" sz="2400" dirty="0">
                    <a:latin typeface="Times New Roman" panose="02020603050405020304" pitchFamily="18" charset="0"/>
                  </a:rPr>
                  <a:t>甲</a:t>
                </a:r>
                <a:endParaRPr lang="zh-CN" altLang="en-US" sz="2400" dirty="0">
                  <a:latin typeface="Times New Roman" panose="02020603050405020304" pitchFamily="18" charset="0"/>
                </a:endParaRPr>
              </a:p>
              <a:p>
                <a:pPr algn="ctr" defTabSz="0" eaLnBrk="0" hangingPunct="0">
                  <a:buClr>
                    <a:schemeClr val="bg1"/>
                  </a:buClr>
                  <a:tabLst>
                    <a:tab pos="266700" algn="l"/>
                  </a:tabLst>
                </a:pPr>
                <a:endParaRPr lang="zh-CN" altLang="en-US" sz="2400" dirty="0">
                  <a:latin typeface="Times New Roman" panose="02020603050405020304" pitchFamily="18" charset="0"/>
                </a:endParaRPr>
              </a:p>
            </p:txBody>
          </p:sp>
          <p:sp>
            <p:nvSpPr>
              <p:cNvPr id="374795" name="矩形 374794"/>
              <p:cNvSpPr/>
              <p:nvPr/>
            </p:nvSpPr>
            <p:spPr>
              <a:xfrm>
                <a:off x="1009" y="0"/>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796" name="组合 374795"/>
            <p:cNvGrpSpPr/>
            <p:nvPr/>
          </p:nvGrpSpPr>
          <p:grpSpPr>
            <a:xfrm>
              <a:off x="1742" y="2354"/>
              <a:ext cx="538" cy="239"/>
              <a:chOff x="1523" y="0"/>
              <a:chExt cx="514" cy="442"/>
            </a:xfrm>
          </p:grpSpPr>
          <p:sp>
            <p:nvSpPr>
              <p:cNvPr id="374797" name="矩形 374796"/>
              <p:cNvSpPr/>
              <p:nvPr/>
            </p:nvSpPr>
            <p:spPr>
              <a:xfrm>
                <a:off x="1566" y="0"/>
                <a:ext cx="428" cy="442"/>
              </a:xfrm>
              <a:prstGeom prst="rect">
                <a:avLst/>
              </a:prstGeom>
              <a:noFill/>
              <a:ln w="9525">
                <a:noFill/>
              </a:ln>
            </p:spPr>
            <p:txBody>
              <a:bodyPr/>
              <a:p>
                <a:pPr algn="ctr" defTabSz="0">
                  <a:buClr>
                    <a:schemeClr val="bg1"/>
                  </a:buClr>
                  <a:tabLst>
                    <a:tab pos="266700" algn="l"/>
                  </a:tabLst>
                </a:pPr>
                <a:r>
                  <a:rPr lang="zh-CN" altLang="en-US" sz="2400" dirty="0">
                    <a:latin typeface="Times New Roman" panose="02020603050405020304" pitchFamily="18" charset="0"/>
                  </a:rPr>
                  <a:t>乙</a:t>
                </a:r>
                <a:endParaRPr lang="zh-CN" altLang="en-US" sz="2400" dirty="0">
                  <a:latin typeface="Times New Roman" panose="02020603050405020304" pitchFamily="18" charset="0"/>
                </a:endParaRPr>
              </a:p>
              <a:p>
                <a:pPr algn="ctr" defTabSz="0" eaLnBrk="0" hangingPunct="0">
                  <a:buClr>
                    <a:schemeClr val="bg1"/>
                  </a:buClr>
                  <a:tabLst>
                    <a:tab pos="266700" algn="l"/>
                  </a:tabLst>
                </a:pPr>
                <a:endParaRPr lang="zh-CN" altLang="en-US" sz="2400" dirty="0">
                  <a:latin typeface="Times New Roman" panose="02020603050405020304" pitchFamily="18" charset="0"/>
                </a:endParaRPr>
              </a:p>
            </p:txBody>
          </p:sp>
          <p:sp>
            <p:nvSpPr>
              <p:cNvPr id="374798" name="矩形 374797"/>
              <p:cNvSpPr/>
              <p:nvPr/>
            </p:nvSpPr>
            <p:spPr>
              <a:xfrm>
                <a:off x="1523" y="0"/>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799" name="组合 374798"/>
            <p:cNvGrpSpPr/>
            <p:nvPr/>
          </p:nvGrpSpPr>
          <p:grpSpPr>
            <a:xfrm>
              <a:off x="2280" y="2354"/>
              <a:ext cx="539" cy="239"/>
              <a:chOff x="2037" y="0"/>
              <a:chExt cx="514" cy="442"/>
            </a:xfrm>
          </p:grpSpPr>
          <p:sp>
            <p:nvSpPr>
              <p:cNvPr id="374800" name="矩形 374799"/>
              <p:cNvSpPr/>
              <p:nvPr/>
            </p:nvSpPr>
            <p:spPr>
              <a:xfrm>
                <a:off x="2080" y="0"/>
                <a:ext cx="428" cy="442"/>
              </a:xfrm>
              <a:prstGeom prst="rect">
                <a:avLst/>
              </a:prstGeom>
              <a:noFill/>
              <a:ln w="9525">
                <a:noFill/>
              </a:ln>
            </p:spPr>
            <p:txBody>
              <a:bodyPr/>
              <a:p>
                <a:pPr algn="ctr" defTabSz="0">
                  <a:buClr>
                    <a:schemeClr val="bg1"/>
                  </a:buClr>
                  <a:tabLst>
                    <a:tab pos="266700" algn="l"/>
                  </a:tabLst>
                </a:pPr>
                <a:r>
                  <a:rPr lang="zh-CN" altLang="en-US" sz="2400" dirty="0">
                    <a:latin typeface="Times New Roman" panose="02020603050405020304" pitchFamily="18" charset="0"/>
                  </a:rPr>
                  <a:t>丙</a:t>
                </a:r>
                <a:endParaRPr lang="zh-CN" altLang="en-US" sz="2400" dirty="0">
                  <a:latin typeface="Times New Roman" panose="02020603050405020304" pitchFamily="18" charset="0"/>
                </a:endParaRPr>
              </a:p>
              <a:p>
                <a:pPr algn="ctr" defTabSz="0" eaLnBrk="0" hangingPunct="0">
                  <a:buClr>
                    <a:schemeClr val="bg1"/>
                  </a:buClr>
                  <a:tabLst>
                    <a:tab pos="266700" algn="l"/>
                  </a:tabLst>
                </a:pPr>
                <a:endParaRPr lang="zh-CN" altLang="en-US" sz="2400" dirty="0">
                  <a:latin typeface="Times New Roman" panose="02020603050405020304" pitchFamily="18" charset="0"/>
                </a:endParaRPr>
              </a:p>
            </p:txBody>
          </p:sp>
          <p:sp>
            <p:nvSpPr>
              <p:cNvPr id="374801" name="矩形 374800"/>
              <p:cNvSpPr/>
              <p:nvPr/>
            </p:nvSpPr>
            <p:spPr>
              <a:xfrm>
                <a:off x="2037" y="0"/>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02" name="组合 374801"/>
            <p:cNvGrpSpPr/>
            <p:nvPr/>
          </p:nvGrpSpPr>
          <p:grpSpPr>
            <a:xfrm>
              <a:off x="2819" y="2354"/>
              <a:ext cx="538" cy="239"/>
              <a:chOff x="2551" y="0"/>
              <a:chExt cx="514" cy="442"/>
            </a:xfrm>
          </p:grpSpPr>
          <p:sp>
            <p:nvSpPr>
              <p:cNvPr id="374803" name="矩形 374802"/>
              <p:cNvSpPr/>
              <p:nvPr/>
            </p:nvSpPr>
            <p:spPr>
              <a:xfrm>
                <a:off x="2594" y="0"/>
                <a:ext cx="428" cy="442"/>
              </a:xfrm>
              <a:prstGeom prst="rect">
                <a:avLst/>
              </a:prstGeom>
              <a:noFill/>
              <a:ln w="9525">
                <a:noFill/>
              </a:ln>
            </p:spPr>
            <p:txBody>
              <a:bodyPr/>
              <a:p>
                <a:pPr algn="ctr" defTabSz="0">
                  <a:buClr>
                    <a:schemeClr val="bg1"/>
                  </a:buClr>
                  <a:tabLst>
                    <a:tab pos="266700" algn="l"/>
                  </a:tabLst>
                </a:pPr>
                <a:r>
                  <a:rPr lang="zh-CN" altLang="en-US" sz="2400" dirty="0">
                    <a:latin typeface="Times New Roman" panose="02020603050405020304" pitchFamily="18" charset="0"/>
                  </a:rPr>
                  <a:t>丁</a:t>
                </a:r>
                <a:endParaRPr lang="zh-CN" altLang="en-US" sz="2400" dirty="0">
                  <a:latin typeface="Times New Roman" panose="02020603050405020304" pitchFamily="18" charset="0"/>
                </a:endParaRPr>
              </a:p>
              <a:p>
                <a:pPr algn="ctr" defTabSz="0" eaLnBrk="0" hangingPunct="0">
                  <a:buClr>
                    <a:schemeClr val="bg1"/>
                  </a:buClr>
                  <a:tabLst>
                    <a:tab pos="266700" algn="l"/>
                  </a:tabLst>
                </a:pPr>
                <a:endParaRPr lang="zh-CN" altLang="en-US" sz="2400" dirty="0">
                  <a:latin typeface="Times New Roman" panose="02020603050405020304" pitchFamily="18" charset="0"/>
                </a:endParaRPr>
              </a:p>
            </p:txBody>
          </p:sp>
          <p:sp>
            <p:nvSpPr>
              <p:cNvPr id="374804" name="矩形 374803"/>
              <p:cNvSpPr/>
              <p:nvPr/>
            </p:nvSpPr>
            <p:spPr>
              <a:xfrm>
                <a:off x="2551" y="0"/>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05" name="组合 374804"/>
            <p:cNvGrpSpPr/>
            <p:nvPr/>
          </p:nvGrpSpPr>
          <p:grpSpPr>
            <a:xfrm>
              <a:off x="147" y="2593"/>
              <a:ext cx="1057" cy="239"/>
              <a:chOff x="0" y="442"/>
              <a:chExt cx="1009" cy="442"/>
            </a:xfrm>
          </p:grpSpPr>
          <p:sp>
            <p:nvSpPr>
              <p:cNvPr id="374806" name="矩形 374805"/>
              <p:cNvSpPr/>
              <p:nvPr/>
            </p:nvSpPr>
            <p:spPr>
              <a:xfrm>
                <a:off x="43" y="442"/>
                <a:ext cx="923"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A</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07" name="矩形 374806"/>
              <p:cNvSpPr/>
              <p:nvPr/>
            </p:nvSpPr>
            <p:spPr>
              <a:xfrm>
                <a:off x="0" y="442"/>
                <a:ext cx="1009"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08" name="组合 374807"/>
            <p:cNvGrpSpPr/>
            <p:nvPr/>
          </p:nvGrpSpPr>
          <p:grpSpPr>
            <a:xfrm>
              <a:off x="1204" y="2593"/>
              <a:ext cx="538" cy="239"/>
              <a:chOff x="1009" y="442"/>
              <a:chExt cx="514" cy="442"/>
            </a:xfrm>
          </p:grpSpPr>
          <p:sp>
            <p:nvSpPr>
              <p:cNvPr id="374809" name="矩形 374808"/>
              <p:cNvSpPr/>
              <p:nvPr/>
            </p:nvSpPr>
            <p:spPr>
              <a:xfrm>
                <a:off x="1052" y="442"/>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160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10" name="矩形 374809"/>
              <p:cNvSpPr/>
              <p:nvPr/>
            </p:nvSpPr>
            <p:spPr>
              <a:xfrm>
                <a:off x="1009" y="442"/>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11" name="组合 374810"/>
            <p:cNvGrpSpPr/>
            <p:nvPr/>
          </p:nvGrpSpPr>
          <p:grpSpPr>
            <a:xfrm>
              <a:off x="1742" y="2593"/>
              <a:ext cx="538" cy="239"/>
              <a:chOff x="1523" y="442"/>
              <a:chExt cx="514" cy="442"/>
            </a:xfrm>
          </p:grpSpPr>
          <p:sp>
            <p:nvSpPr>
              <p:cNvPr id="374812" name="矩形 374811"/>
              <p:cNvSpPr/>
              <p:nvPr/>
            </p:nvSpPr>
            <p:spPr>
              <a:xfrm>
                <a:off x="1566" y="442"/>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130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13" name="矩形 374812"/>
              <p:cNvSpPr/>
              <p:nvPr/>
            </p:nvSpPr>
            <p:spPr>
              <a:xfrm>
                <a:off x="1523" y="442"/>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14" name="组合 374813"/>
            <p:cNvGrpSpPr/>
            <p:nvPr/>
          </p:nvGrpSpPr>
          <p:grpSpPr>
            <a:xfrm>
              <a:off x="2280" y="2593"/>
              <a:ext cx="539" cy="239"/>
              <a:chOff x="2037" y="442"/>
              <a:chExt cx="514" cy="442"/>
            </a:xfrm>
          </p:grpSpPr>
          <p:sp>
            <p:nvSpPr>
              <p:cNvPr id="374815" name="矩形 374814"/>
              <p:cNvSpPr/>
              <p:nvPr/>
            </p:nvSpPr>
            <p:spPr>
              <a:xfrm>
                <a:off x="2080" y="442"/>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220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16" name="矩形 374815"/>
              <p:cNvSpPr/>
              <p:nvPr/>
            </p:nvSpPr>
            <p:spPr>
              <a:xfrm>
                <a:off x="2037" y="442"/>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17" name="组合 374816"/>
            <p:cNvGrpSpPr/>
            <p:nvPr/>
          </p:nvGrpSpPr>
          <p:grpSpPr>
            <a:xfrm>
              <a:off x="2819" y="2593"/>
              <a:ext cx="538" cy="239"/>
              <a:chOff x="2551" y="442"/>
              <a:chExt cx="514" cy="442"/>
            </a:xfrm>
          </p:grpSpPr>
          <p:sp>
            <p:nvSpPr>
              <p:cNvPr id="374818" name="矩形 374817"/>
              <p:cNvSpPr/>
              <p:nvPr/>
            </p:nvSpPr>
            <p:spPr>
              <a:xfrm>
                <a:off x="2594" y="442"/>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170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19" name="矩形 374818"/>
              <p:cNvSpPr/>
              <p:nvPr/>
            </p:nvSpPr>
            <p:spPr>
              <a:xfrm>
                <a:off x="2551" y="442"/>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20" name="组合 374819"/>
            <p:cNvGrpSpPr/>
            <p:nvPr/>
          </p:nvGrpSpPr>
          <p:grpSpPr>
            <a:xfrm>
              <a:off x="147" y="2832"/>
              <a:ext cx="1057" cy="239"/>
              <a:chOff x="0" y="884"/>
              <a:chExt cx="1009" cy="442"/>
            </a:xfrm>
          </p:grpSpPr>
          <p:sp>
            <p:nvSpPr>
              <p:cNvPr id="374821" name="矩形 374820"/>
              <p:cNvSpPr/>
              <p:nvPr/>
            </p:nvSpPr>
            <p:spPr>
              <a:xfrm>
                <a:off x="43" y="884"/>
                <a:ext cx="923"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B</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22" name="矩形 374821"/>
              <p:cNvSpPr/>
              <p:nvPr/>
            </p:nvSpPr>
            <p:spPr>
              <a:xfrm>
                <a:off x="0" y="884"/>
                <a:ext cx="1009"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23" name="组合 374822"/>
            <p:cNvGrpSpPr/>
            <p:nvPr/>
          </p:nvGrpSpPr>
          <p:grpSpPr>
            <a:xfrm>
              <a:off x="1204" y="2832"/>
              <a:ext cx="538" cy="239"/>
              <a:chOff x="1009" y="884"/>
              <a:chExt cx="514" cy="442"/>
            </a:xfrm>
          </p:grpSpPr>
          <p:sp>
            <p:nvSpPr>
              <p:cNvPr id="374824" name="矩形 374823"/>
              <p:cNvSpPr/>
              <p:nvPr/>
            </p:nvSpPr>
            <p:spPr>
              <a:xfrm>
                <a:off x="1052" y="884"/>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140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25" name="矩形 374824"/>
              <p:cNvSpPr/>
              <p:nvPr/>
            </p:nvSpPr>
            <p:spPr>
              <a:xfrm>
                <a:off x="1009" y="884"/>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26" name="组合 374825"/>
            <p:cNvGrpSpPr/>
            <p:nvPr/>
          </p:nvGrpSpPr>
          <p:grpSpPr>
            <a:xfrm>
              <a:off x="1742" y="2832"/>
              <a:ext cx="538" cy="239"/>
              <a:chOff x="1523" y="884"/>
              <a:chExt cx="514" cy="442"/>
            </a:xfrm>
          </p:grpSpPr>
          <p:sp>
            <p:nvSpPr>
              <p:cNvPr id="374827" name="矩形 374826"/>
              <p:cNvSpPr/>
              <p:nvPr/>
            </p:nvSpPr>
            <p:spPr>
              <a:xfrm>
                <a:off x="1566" y="884"/>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130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28" name="矩形 374827"/>
              <p:cNvSpPr/>
              <p:nvPr/>
            </p:nvSpPr>
            <p:spPr>
              <a:xfrm>
                <a:off x="1523" y="884"/>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29" name="组合 374828"/>
            <p:cNvGrpSpPr/>
            <p:nvPr/>
          </p:nvGrpSpPr>
          <p:grpSpPr>
            <a:xfrm>
              <a:off x="2280" y="2832"/>
              <a:ext cx="539" cy="239"/>
              <a:chOff x="2037" y="884"/>
              <a:chExt cx="514" cy="442"/>
            </a:xfrm>
          </p:grpSpPr>
          <p:sp>
            <p:nvSpPr>
              <p:cNvPr id="374830" name="矩形 374829"/>
              <p:cNvSpPr/>
              <p:nvPr/>
            </p:nvSpPr>
            <p:spPr>
              <a:xfrm>
                <a:off x="2080" y="884"/>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190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31" name="矩形 374830"/>
              <p:cNvSpPr/>
              <p:nvPr/>
            </p:nvSpPr>
            <p:spPr>
              <a:xfrm>
                <a:off x="2037" y="884"/>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32" name="组合 374831"/>
            <p:cNvGrpSpPr/>
            <p:nvPr/>
          </p:nvGrpSpPr>
          <p:grpSpPr>
            <a:xfrm>
              <a:off x="2819" y="2832"/>
              <a:ext cx="538" cy="239"/>
              <a:chOff x="2551" y="884"/>
              <a:chExt cx="514" cy="442"/>
            </a:xfrm>
          </p:grpSpPr>
          <p:sp>
            <p:nvSpPr>
              <p:cNvPr id="374833" name="矩形 374832"/>
              <p:cNvSpPr/>
              <p:nvPr/>
            </p:nvSpPr>
            <p:spPr>
              <a:xfrm>
                <a:off x="2594" y="884"/>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150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34" name="矩形 374833"/>
              <p:cNvSpPr/>
              <p:nvPr/>
            </p:nvSpPr>
            <p:spPr>
              <a:xfrm>
                <a:off x="2551" y="884"/>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35" name="组合 374834"/>
            <p:cNvGrpSpPr/>
            <p:nvPr/>
          </p:nvGrpSpPr>
          <p:grpSpPr>
            <a:xfrm>
              <a:off x="147" y="3071"/>
              <a:ext cx="1057" cy="239"/>
              <a:chOff x="0" y="1326"/>
              <a:chExt cx="1009" cy="442"/>
            </a:xfrm>
          </p:grpSpPr>
          <p:sp>
            <p:nvSpPr>
              <p:cNvPr id="374836" name="矩形 374835"/>
              <p:cNvSpPr/>
              <p:nvPr/>
            </p:nvSpPr>
            <p:spPr>
              <a:xfrm>
                <a:off x="43" y="1326"/>
                <a:ext cx="923"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C</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37" name="矩形 374836"/>
              <p:cNvSpPr/>
              <p:nvPr/>
            </p:nvSpPr>
            <p:spPr>
              <a:xfrm>
                <a:off x="0" y="1326"/>
                <a:ext cx="1009"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38" name="组合 374837"/>
            <p:cNvGrpSpPr/>
            <p:nvPr/>
          </p:nvGrpSpPr>
          <p:grpSpPr>
            <a:xfrm>
              <a:off x="1204" y="3071"/>
              <a:ext cx="538" cy="239"/>
              <a:chOff x="1009" y="1326"/>
              <a:chExt cx="514" cy="442"/>
            </a:xfrm>
          </p:grpSpPr>
          <p:sp>
            <p:nvSpPr>
              <p:cNvPr id="374839" name="矩形 374838"/>
              <p:cNvSpPr/>
              <p:nvPr/>
            </p:nvSpPr>
            <p:spPr>
              <a:xfrm>
                <a:off x="1052" y="1326"/>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190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40" name="矩形 374839"/>
              <p:cNvSpPr/>
              <p:nvPr/>
            </p:nvSpPr>
            <p:spPr>
              <a:xfrm>
                <a:off x="1009" y="1326"/>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41" name="组合 374840"/>
            <p:cNvGrpSpPr/>
            <p:nvPr/>
          </p:nvGrpSpPr>
          <p:grpSpPr>
            <a:xfrm>
              <a:off x="1742" y="3071"/>
              <a:ext cx="538" cy="239"/>
              <a:chOff x="1523" y="1326"/>
              <a:chExt cx="514" cy="442"/>
            </a:xfrm>
          </p:grpSpPr>
          <p:sp>
            <p:nvSpPr>
              <p:cNvPr id="374842" name="矩形 374841"/>
              <p:cNvSpPr/>
              <p:nvPr/>
            </p:nvSpPr>
            <p:spPr>
              <a:xfrm>
                <a:off x="1566" y="1326"/>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200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43" name="矩形 374842"/>
              <p:cNvSpPr/>
              <p:nvPr/>
            </p:nvSpPr>
            <p:spPr>
              <a:xfrm>
                <a:off x="1523" y="1326"/>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44" name="组合 374843"/>
            <p:cNvGrpSpPr/>
            <p:nvPr/>
          </p:nvGrpSpPr>
          <p:grpSpPr>
            <a:xfrm>
              <a:off x="2280" y="3071"/>
              <a:ext cx="539" cy="239"/>
              <a:chOff x="2037" y="1326"/>
              <a:chExt cx="514" cy="442"/>
            </a:xfrm>
          </p:grpSpPr>
          <p:sp>
            <p:nvSpPr>
              <p:cNvPr id="374845" name="矩形 374844"/>
              <p:cNvSpPr/>
              <p:nvPr/>
            </p:nvSpPr>
            <p:spPr>
              <a:xfrm>
                <a:off x="2080" y="1326"/>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230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46" name="矩形 374845"/>
              <p:cNvSpPr/>
              <p:nvPr/>
            </p:nvSpPr>
            <p:spPr>
              <a:xfrm>
                <a:off x="2037" y="1326"/>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74847" name="组合 374846"/>
            <p:cNvGrpSpPr/>
            <p:nvPr/>
          </p:nvGrpSpPr>
          <p:grpSpPr>
            <a:xfrm>
              <a:off x="2819" y="3071"/>
              <a:ext cx="538" cy="239"/>
              <a:chOff x="2551" y="1326"/>
              <a:chExt cx="514" cy="442"/>
            </a:xfrm>
          </p:grpSpPr>
          <p:sp>
            <p:nvSpPr>
              <p:cNvPr id="374848" name="矩形 374847"/>
              <p:cNvSpPr/>
              <p:nvPr/>
            </p:nvSpPr>
            <p:spPr>
              <a:xfrm>
                <a:off x="2594" y="1326"/>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374849" name="矩形 374848"/>
              <p:cNvSpPr/>
              <p:nvPr/>
            </p:nvSpPr>
            <p:spPr>
              <a:xfrm>
                <a:off x="2551" y="1326"/>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sp>
          <p:nvSpPr>
            <p:cNvPr id="374850" name="矩形 374849"/>
            <p:cNvSpPr/>
            <p:nvPr/>
          </p:nvSpPr>
          <p:spPr>
            <a:xfrm>
              <a:off x="144" y="2352"/>
              <a:ext cx="3216" cy="960"/>
            </a:xfrm>
            <a:prstGeom prst="rect">
              <a:avLst/>
            </a:prstGeom>
            <a:noFill/>
            <a:ln w="9525" cap="flat" cmpd="sng">
              <a:solidFill>
                <a:srgbClr val="A0A0A0"/>
              </a:solidFill>
              <a:prstDash val="solid"/>
              <a:miter/>
              <a:headEnd type="none" w="med" len="med"/>
              <a:tailEnd type="none" w="med" len="med"/>
            </a:ln>
          </p:spPr>
          <p:txBody>
            <a:bodyPr/>
            <a:p>
              <a:endParaRPr lang="zh-CN" altLang="en-US"/>
            </a:p>
          </p:txBody>
        </p:sp>
      </p:gr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74787">
                                            <p:txEl>
                                              <p:charRg st="0" end="219"/>
                                            </p:txEl>
                                          </p:spTgt>
                                        </p:tgtEl>
                                        <p:attrNameLst>
                                          <p:attrName>style.visibility</p:attrName>
                                        </p:attrNameLst>
                                      </p:cBhvr>
                                      <p:to>
                                        <p:strVal val="visible"/>
                                      </p:to>
                                    </p:set>
                                    <p:anim calcmode="lin" valueType="num">
                                      <p:cBhvr>
                                        <p:cTn id="7" dur="1000" fill="hold"/>
                                        <p:tgtEl>
                                          <p:spTgt spid="374787">
                                            <p:txEl>
                                              <p:charRg st="0" end="219"/>
                                            </p:txEl>
                                          </p:spTgt>
                                        </p:tgtEl>
                                        <p:attrNameLst>
                                          <p:attrName>ppt_w</p:attrName>
                                        </p:attrNameLst>
                                      </p:cBhvr>
                                      <p:tavLst>
                                        <p:tav tm="0">
                                          <p:val>
                                            <p:strVal val="#ppt_w*0.70"/>
                                          </p:val>
                                        </p:tav>
                                        <p:tav tm="100000">
                                          <p:val>
                                            <p:strVal val="#ppt_w"/>
                                          </p:val>
                                        </p:tav>
                                      </p:tavLst>
                                    </p:anim>
                                    <p:anim calcmode="lin" valueType="num">
                                      <p:cBhvr>
                                        <p:cTn id="8" dur="1000" fill="hold"/>
                                        <p:tgtEl>
                                          <p:spTgt spid="374787">
                                            <p:txEl>
                                              <p:charRg st="0" end="219"/>
                                            </p:txEl>
                                          </p:spTgt>
                                        </p:tgtEl>
                                        <p:attrNameLst>
                                          <p:attrName>ppt_h</p:attrName>
                                        </p:attrNameLst>
                                      </p:cBhvr>
                                      <p:tavLst>
                                        <p:tav tm="0">
                                          <p:val>
                                            <p:strVal val="#ppt_h"/>
                                          </p:val>
                                        </p:tav>
                                        <p:tav tm="100000">
                                          <p:val>
                                            <p:strVal val="#ppt_h"/>
                                          </p:val>
                                        </p:tav>
                                      </p:tavLst>
                                    </p:anim>
                                    <p:animEffect transition="in" filter="fade">
                                      <p:cBhvr>
                                        <p:cTn id="9" dur="1000"/>
                                        <p:tgtEl>
                                          <p:spTgt spid="374787">
                                            <p:txEl>
                                              <p:charRg st="0" end="219"/>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nodeType="clickEffect">
                                  <p:stCondLst>
                                    <p:cond delay="0"/>
                                  </p:stCondLst>
                                  <p:childTnLst>
                                    <p:set>
                                      <p:cBhvr>
                                        <p:cTn id="13" dur="1" fill="hold">
                                          <p:stCondLst>
                                            <p:cond delay="0"/>
                                          </p:stCondLst>
                                        </p:cTn>
                                        <p:tgtEl>
                                          <p:spTgt spid="374789"/>
                                        </p:tgtEl>
                                        <p:attrNameLst>
                                          <p:attrName>style.visibility</p:attrName>
                                        </p:attrNameLst>
                                      </p:cBhvr>
                                      <p:to>
                                        <p:strVal val="visible"/>
                                      </p:to>
                                    </p:set>
                                    <p:animEffect transition="in" filter="checkerboard(across)">
                                      <p:cBhvr>
                                        <p:cTn id="14" dur="500"/>
                                        <p:tgtEl>
                                          <p:spTgt spid="374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4" name="文本框 238593"/>
          <p:cNvSpPr txBox="1"/>
          <p:nvPr/>
        </p:nvSpPr>
        <p:spPr>
          <a:xfrm>
            <a:off x="76200" y="4725988"/>
            <a:ext cx="3559175" cy="519112"/>
          </a:xfrm>
          <a:prstGeom prst="rect">
            <a:avLst/>
          </a:prstGeom>
          <a:noFill/>
          <a:ln w="9525">
            <a:noFill/>
          </a:ln>
        </p:spPr>
        <p:txBody>
          <a:bodyPr>
            <a:spAutoFit/>
          </a:bodyPr>
          <a:p>
            <a:pPr algn="l">
              <a:spcBef>
                <a:spcPct val="50000"/>
              </a:spcBef>
              <a:buClr>
                <a:schemeClr val="bg1"/>
              </a:buClr>
            </a:pPr>
            <a:r>
              <a:rPr lang="zh-CN" altLang="en-US" sz="2800" dirty="0">
                <a:latin typeface="宋体" panose="02010600030101010101" pitchFamily="2" charset="-122"/>
              </a:rPr>
              <a:t>其他费用</a:t>
            </a:r>
            <a:r>
              <a:rPr lang="en-US" altLang="zh-CN" sz="2800">
                <a:latin typeface="宋体" panose="02010600030101010101" pitchFamily="2" charset="-122"/>
              </a:rPr>
              <a:t>:</a:t>
            </a:r>
            <a:r>
              <a:rPr lang="en-US" altLang="zh-CN" sz="2800">
                <a:latin typeface="Times New Roman" panose="02020603050405020304" pitchFamily="18" charset="0"/>
              </a:rPr>
              <a:t>450</a:t>
            </a:r>
            <a:r>
              <a:rPr lang="zh-CN" altLang="en-US" sz="2800">
                <a:latin typeface="宋体" panose="02010600030101010101" pitchFamily="2" charset="-122"/>
              </a:rPr>
              <a:t>元</a:t>
            </a:r>
            <a:r>
              <a:rPr lang="en-US" altLang="zh-CN" sz="2800">
                <a:latin typeface="Times New Roman" panose="02020603050405020304" pitchFamily="18" charset="0"/>
              </a:rPr>
              <a:t>/</a:t>
            </a:r>
            <a:r>
              <a:rPr lang="zh-CN" altLang="en-US" sz="2800" dirty="0">
                <a:latin typeface="宋体" panose="02010600030101010101" pitchFamily="2" charset="-122"/>
              </a:rPr>
              <a:t>千吨</a:t>
            </a:r>
            <a:r>
              <a:rPr lang="zh-CN" altLang="en-US" sz="2800" dirty="0">
                <a:latin typeface="Times New Roman" panose="02020603050405020304" pitchFamily="18" charset="0"/>
              </a:rPr>
              <a:t> </a:t>
            </a:r>
            <a:endParaRPr lang="zh-CN" altLang="en-US" sz="2800">
              <a:latin typeface="Times New Roman" panose="02020603050405020304" pitchFamily="18" charset="0"/>
            </a:endParaRPr>
          </a:p>
        </p:txBody>
      </p:sp>
      <p:sp>
        <p:nvSpPr>
          <p:cNvPr id="238595" name="文本框 238594"/>
          <p:cNvSpPr txBox="1"/>
          <p:nvPr/>
        </p:nvSpPr>
        <p:spPr>
          <a:xfrm>
            <a:off x="228600" y="5300663"/>
            <a:ext cx="8153400" cy="519112"/>
          </a:xfrm>
          <a:prstGeom prst="rect">
            <a:avLst/>
          </a:prstGeom>
          <a:noFill/>
          <a:ln w="9525">
            <a:noFill/>
          </a:ln>
        </p:spPr>
        <p:txBody>
          <a:bodyPr>
            <a:spAutoFit/>
          </a:bodyPr>
          <a:p>
            <a:pPr algn="l">
              <a:spcBef>
                <a:spcPct val="50000"/>
              </a:spcBef>
              <a:buClr>
                <a:schemeClr val="bg1"/>
              </a:buClr>
              <a:buChar char="•"/>
            </a:pPr>
            <a:r>
              <a:rPr lang="en-US" altLang="zh-CN" sz="2800" dirty="0">
                <a:latin typeface="宋体" panose="02010600030101010101" pitchFamily="2" charset="-122"/>
              </a:rPr>
              <a:t> </a:t>
            </a:r>
            <a:r>
              <a:rPr lang="zh-CN" altLang="en-US" sz="2800" dirty="0">
                <a:latin typeface="宋体" panose="02010600030101010101" pitchFamily="2" charset="-122"/>
              </a:rPr>
              <a:t>应如何分配水库供水量，公司才能获利最多？</a:t>
            </a:r>
            <a:r>
              <a:rPr lang="zh-CN" altLang="en-US" sz="2800" dirty="0">
                <a:latin typeface="Times New Roman" panose="02020603050405020304" pitchFamily="18" charset="0"/>
              </a:rPr>
              <a:t> </a:t>
            </a:r>
            <a:endParaRPr lang="zh-CN" altLang="en-US" sz="2800">
              <a:latin typeface="Times New Roman" panose="02020603050405020304" pitchFamily="18" charset="0"/>
            </a:endParaRPr>
          </a:p>
        </p:txBody>
      </p:sp>
      <p:sp>
        <p:nvSpPr>
          <p:cNvPr id="238596" name="文本框 238595"/>
          <p:cNvSpPr txBox="1"/>
          <p:nvPr/>
        </p:nvSpPr>
        <p:spPr>
          <a:xfrm>
            <a:off x="228600" y="5876925"/>
            <a:ext cx="8915400" cy="519113"/>
          </a:xfrm>
          <a:prstGeom prst="rect">
            <a:avLst/>
          </a:prstGeom>
          <a:noFill/>
          <a:ln w="9525">
            <a:noFill/>
          </a:ln>
        </p:spPr>
        <p:txBody>
          <a:bodyPr>
            <a:spAutoFit/>
          </a:bodyPr>
          <a:p>
            <a:pPr algn="l">
              <a:spcBef>
                <a:spcPct val="50000"/>
              </a:spcBef>
              <a:buClr>
                <a:schemeClr val="bg1"/>
              </a:buClr>
              <a:buChar char="•"/>
            </a:pPr>
            <a:r>
              <a:rPr lang="en-US" altLang="zh-CN" sz="2800" dirty="0">
                <a:latin typeface="宋体" panose="02010600030101010101" pitchFamily="2" charset="-122"/>
              </a:rPr>
              <a:t> </a:t>
            </a:r>
            <a:r>
              <a:rPr lang="zh-CN" altLang="en-US" sz="2800" dirty="0">
                <a:latin typeface="宋体" panose="02010600030101010101" pitchFamily="2" charset="-122"/>
              </a:rPr>
              <a:t>若水库供水量都提高一倍，公司利润可增加到多少？ </a:t>
            </a:r>
            <a:endParaRPr lang="zh-CN" altLang="en-US" sz="2800">
              <a:latin typeface="宋体" panose="02010600030101010101" pitchFamily="2" charset="-122"/>
            </a:endParaRPr>
          </a:p>
        </p:txBody>
      </p:sp>
      <p:grpSp>
        <p:nvGrpSpPr>
          <p:cNvPr id="238597" name="组合 238596"/>
          <p:cNvGrpSpPr/>
          <p:nvPr/>
        </p:nvGrpSpPr>
        <p:grpSpPr>
          <a:xfrm>
            <a:off x="3657600" y="3644900"/>
            <a:ext cx="5257800" cy="1600200"/>
            <a:chOff x="144" y="2352"/>
            <a:chExt cx="3216" cy="960"/>
          </a:xfrm>
        </p:grpSpPr>
        <p:grpSp>
          <p:nvGrpSpPr>
            <p:cNvPr id="238598" name="组合 238597"/>
            <p:cNvGrpSpPr/>
            <p:nvPr/>
          </p:nvGrpSpPr>
          <p:grpSpPr>
            <a:xfrm>
              <a:off x="147" y="2354"/>
              <a:ext cx="1057" cy="239"/>
              <a:chOff x="0" y="0"/>
              <a:chExt cx="1009" cy="442"/>
            </a:xfrm>
          </p:grpSpPr>
          <p:sp>
            <p:nvSpPr>
              <p:cNvPr id="238599" name="矩形 238598"/>
              <p:cNvSpPr/>
              <p:nvPr/>
            </p:nvSpPr>
            <p:spPr>
              <a:xfrm>
                <a:off x="43" y="0"/>
                <a:ext cx="923" cy="442"/>
              </a:xfrm>
              <a:prstGeom prst="rect">
                <a:avLst/>
              </a:prstGeom>
              <a:noFill/>
              <a:ln w="9525">
                <a:noFill/>
              </a:ln>
            </p:spPr>
            <p:txBody>
              <a:bodyPr/>
              <a:p>
                <a:pPr algn="ctr" defTabSz="0">
                  <a:buClr>
                    <a:schemeClr val="bg1"/>
                  </a:buClr>
                  <a:tabLst>
                    <a:tab pos="266700" algn="l"/>
                  </a:tabLst>
                </a:pPr>
                <a:r>
                  <a:rPr lang="zh-CN" altLang="en-US" sz="2400" dirty="0">
                    <a:latin typeface="Times New Roman" panose="02020603050405020304" pitchFamily="18" charset="0"/>
                  </a:rPr>
                  <a:t>元</a:t>
                </a:r>
                <a:r>
                  <a:rPr lang="en-US" altLang="zh-CN" sz="2400" dirty="0">
                    <a:latin typeface="Times New Roman" panose="02020603050405020304" pitchFamily="18" charset="0"/>
                  </a:rPr>
                  <a:t>/</a:t>
                </a:r>
                <a:r>
                  <a:rPr lang="zh-CN" altLang="en-US" sz="2400" dirty="0">
                    <a:latin typeface="Times New Roman" panose="02020603050405020304" pitchFamily="18" charset="0"/>
                  </a:rPr>
                  <a:t>千吨</a:t>
                </a:r>
                <a:endParaRPr lang="zh-CN" altLang="en-US" sz="2400" dirty="0">
                  <a:latin typeface="Times New Roman" panose="02020603050405020304" pitchFamily="18" charset="0"/>
                </a:endParaRPr>
              </a:p>
              <a:p>
                <a:pPr algn="ctr" defTabSz="0" eaLnBrk="0" hangingPunct="0">
                  <a:buClr>
                    <a:schemeClr val="bg1"/>
                  </a:buClr>
                  <a:tabLst>
                    <a:tab pos="266700" algn="l"/>
                  </a:tabLst>
                </a:pPr>
                <a:endParaRPr lang="zh-CN" altLang="en-US" sz="2400" dirty="0">
                  <a:latin typeface="Times New Roman" panose="02020603050405020304" pitchFamily="18" charset="0"/>
                </a:endParaRPr>
              </a:p>
            </p:txBody>
          </p:sp>
          <p:sp>
            <p:nvSpPr>
              <p:cNvPr id="238600" name="矩形 238599"/>
              <p:cNvSpPr/>
              <p:nvPr/>
            </p:nvSpPr>
            <p:spPr>
              <a:xfrm>
                <a:off x="0" y="0"/>
                <a:ext cx="1009"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01" name="组合 238600"/>
            <p:cNvGrpSpPr/>
            <p:nvPr/>
          </p:nvGrpSpPr>
          <p:grpSpPr>
            <a:xfrm>
              <a:off x="1204" y="2354"/>
              <a:ext cx="538" cy="239"/>
              <a:chOff x="1009" y="0"/>
              <a:chExt cx="514" cy="442"/>
            </a:xfrm>
          </p:grpSpPr>
          <p:sp>
            <p:nvSpPr>
              <p:cNvPr id="238602" name="矩形 238601"/>
              <p:cNvSpPr/>
              <p:nvPr/>
            </p:nvSpPr>
            <p:spPr>
              <a:xfrm>
                <a:off x="1052" y="0"/>
                <a:ext cx="428" cy="442"/>
              </a:xfrm>
              <a:prstGeom prst="rect">
                <a:avLst/>
              </a:prstGeom>
              <a:noFill/>
              <a:ln w="9525">
                <a:noFill/>
              </a:ln>
            </p:spPr>
            <p:txBody>
              <a:bodyPr/>
              <a:p>
                <a:pPr algn="ctr" defTabSz="0">
                  <a:buClr>
                    <a:schemeClr val="bg1"/>
                  </a:buClr>
                  <a:tabLst>
                    <a:tab pos="266700" algn="l"/>
                  </a:tabLst>
                </a:pPr>
                <a:r>
                  <a:rPr lang="zh-CN" altLang="en-US" sz="2400" dirty="0">
                    <a:latin typeface="Times New Roman" panose="02020603050405020304" pitchFamily="18" charset="0"/>
                  </a:rPr>
                  <a:t>甲</a:t>
                </a:r>
                <a:endParaRPr lang="zh-CN" altLang="en-US" sz="2400" dirty="0">
                  <a:latin typeface="Times New Roman" panose="02020603050405020304" pitchFamily="18" charset="0"/>
                </a:endParaRPr>
              </a:p>
              <a:p>
                <a:pPr algn="ctr" defTabSz="0" eaLnBrk="0" hangingPunct="0">
                  <a:buClr>
                    <a:schemeClr val="bg1"/>
                  </a:buClr>
                  <a:tabLst>
                    <a:tab pos="266700" algn="l"/>
                  </a:tabLst>
                </a:pPr>
                <a:endParaRPr lang="zh-CN" altLang="en-US" sz="2400" dirty="0">
                  <a:latin typeface="Times New Roman" panose="02020603050405020304" pitchFamily="18" charset="0"/>
                </a:endParaRPr>
              </a:p>
            </p:txBody>
          </p:sp>
          <p:sp>
            <p:nvSpPr>
              <p:cNvPr id="238603" name="矩形 238602"/>
              <p:cNvSpPr/>
              <p:nvPr/>
            </p:nvSpPr>
            <p:spPr>
              <a:xfrm>
                <a:off x="1009" y="0"/>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04" name="组合 238603"/>
            <p:cNvGrpSpPr/>
            <p:nvPr/>
          </p:nvGrpSpPr>
          <p:grpSpPr>
            <a:xfrm>
              <a:off x="1742" y="2354"/>
              <a:ext cx="538" cy="239"/>
              <a:chOff x="1523" y="0"/>
              <a:chExt cx="514" cy="442"/>
            </a:xfrm>
          </p:grpSpPr>
          <p:sp>
            <p:nvSpPr>
              <p:cNvPr id="238605" name="矩形 238604"/>
              <p:cNvSpPr/>
              <p:nvPr/>
            </p:nvSpPr>
            <p:spPr>
              <a:xfrm>
                <a:off x="1566" y="0"/>
                <a:ext cx="428" cy="442"/>
              </a:xfrm>
              <a:prstGeom prst="rect">
                <a:avLst/>
              </a:prstGeom>
              <a:noFill/>
              <a:ln w="9525">
                <a:noFill/>
              </a:ln>
            </p:spPr>
            <p:txBody>
              <a:bodyPr/>
              <a:p>
                <a:pPr algn="ctr" defTabSz="0">
                  <a:buClr>
                    <a:schemeClr val="bg1"/>
                  </a:buClr>
                  <a:tabLst>
                    <a:tab pos="266700" algn="l"/>
                  </a:tabLst>
                </a:pPr>
                <a:r>
                  <a:rPr lang="zh-CN" altLang="en-US" sz="2400" dirty="0">
                    <a:latin typeface="Times New Roman" panose="02020603050405020304" pitchFamily="18" charset="0"/>
                  </a:rPr>
                  <a:t>乙</a:t>
                </a:r>
                <a:endParaRPr lang="zh-CN" altLang="en-US" sz="2400" dirty="0">
                  <a:latin typeface="Times New Roman" panose="02020603050405020304" pitchFamily="18" charset="0"/>
                </a:endParaRPr>
              </a:p>
              <a:p>
                <a:pPr algn="ctr" defTabSz="0" eaLnBrk="0" hangingPunct="0">
                  <a:buClr>
                    <a:schemeClr val="bg1"/>
                  </a:buClr>
                  <a:tabLst>
                    <a:tab pos="266700" algn="l"/>
                  </a:tabLst>
                </a:pPr>
                <a:endParaRPr lang="zh-CN" altLang="en-US" sz="2400" dirty="0">
                  <a:latin typeface="Times New Roman" panose="02020603050405020304" pitchFamily="18" charset="0"/>
                </a:endParaRPr>
              </a:p>
            </p:txBody>
          </p:sp>
          <p:sp>
            <p:nvSpPr>
              <p:cNvPr id="238606" name="矩形 238605"/>
              <p:cNvSpPr/>
              <p:nvPr/>
            </p:nvSpPr>
            <p:spPr>
              <a:xfrm>
                <a:off x="1523" y="0"/>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07" name="组合 238606"/>
            <p:cNvGrpSpPr/>
            <p:nvPr/>
          </p:nvGrpSpPr>
          <p:grpSpPr>
            <a:xfrm>
              <a:off x="2280" y="2354"/>
              <a:ext cx="539" cy="239"/>
              <a:chOff x="2037" y="0"/>
              <a:chExt cx="514" cy="442"/>
            </a:xfrm>
          </p:grpSpPr>
          <p:sp>
            <p:nvSpPr>
              <p:cNvPr id="238608" name="矩形 238607"/>
              <p:cNvSpPr/>
              <p:nvPr/>
            </p:nvSpPr>
            <p:spPr>
              <a:xfrm>
                <a:off x="2080" y="0"/>
                <a:ext cx="428" cy="442"/>
              </a:xfrm>
              <a:prstGeom prst="rect">
                <a:avLst/>
              </a:prstGeom>
              <a:noFill/>
              <a:ln w="9525">
                <a:noFill/>
              </a:ln>
            </p:spPr>
            <p:txBody>
              <a:bodyPr/>
              <a:p>
                <a:pPr algn="ctr" defTabSz="0">
                  <a:buClr>
                    <a:schemeClr val="bg1"/>
                  </a:buClr>
                  <a:tabLst>
                    <a:tab pos="266700" algn="l"/>
                  </a:tabLst>
                </a:pPr>
                <a:r>
                  <a:rPr lang="zh-CN" altLang="en-US" sz="2400" dirty="0">
                    <a:latin typeface="Times New Roman" panose="02020603050405020304" pitchFamily="18" charset="0"/>
                  </a:rPr>
                  <a:t>丙</a:t>
                </a:r>
                <a:endParaRPr lang="zh-CN" altLang="en-US" sz="2400" dirty="0">
                  <a:latin typeface="Times New Roman" panose="02020603050405020304" pitchFamily="18" charset="0"/>
                </a:endParaRPr>
              </a:p>
              <a:p>
                <a:pPr algn="ctr" defTabSz="0" eaLnBrk="0" hangingPunct="0">
                  <a:buClr>
                    <a:schemeClr val="bg1"/>
                  </a:buClr>
                  <a:tabLst>
                    <a:tab pos="266700" algn="l"/>
                  </a:tabLst>
                </a:pPr>
                <a:endParaRPr lang="zh-CN" altLang="en-US" sz="2400" dirty="0">
                  <a:latin typeface="Times New Roman" panose="02020603050405020304" pitchFamily="18" charset="0"/>
                </a:endParaRPr>
              </a:p>
            </p:txBody>
          </p:sp>
          <p:sp>
            <p:nvSpPr>
              <p:cNvPr id="238609" name="矩形 238608"/>
              <p:cNvSpPr/>
              <p:nvPr/>
            </p:nvSpPr>
            <p:spPr>
              <a:xfrm>
                <a:off x="2037" y="0"/>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10" name="组合 238609"/>
            <p:cNvGrpSpPr/>
            <p:nvPr/>
          </p:nvGrpSpPr>
          <p:grpSpPr>
            <a:xfrm>
              <a:off x="2819" y="2354"/>
              <a:ext cx="538" cy="239"/>
              <a:chOff x="2551" y="0"/>
              <a:chExt cx="514" cy="442"/>
            </a:xfrm>
          </p:grpSpPr>
          <p:sp>
            <p:nvSpPr>
              <p:cNvPr id="238611" name="矩形 238610"/>
              <p:cNvSpPr/>
              <p:nvPr/>
            </p:nvSpPr>
            <p:spPr>
              <a:xfrm>
                <a:off x="2594" y="0"/>
                <a:ext cx="428" cy="442"/>
              </a:xfrm>
              <a:prstGeom prst="rect">
                <a:avLst/>
              </a:prstGeom>
              <a:noFill/>
              <a:ln w="9525">
                <a:noFill/>
              </a:ln>
            </p:spPr>
            <p:txBody>
              <a:bodyPr/>
              <a:p>
                <a:pPr algn="ctr" defTabSz="0">
                  <a:buClr>
                    <a:schemeClr val="bg1"/>
                  </a:buClr>
                  <a:tabLst>
                    <a:tab pos="266700" algn="l"/>
                  </a:tabLst>
                </a:pPr>
                <a:r>
                  <a:rPr lang="zh-CN" altLang="en-US" sz="2400" dirty="0">
                    <a:latin typeface="Times New Roman" panose="02020603050405020304" pitchFamily="18" charset="0"/>
                  </a:rPr>
                  <a:t>丁</a:t>
                </a:r>
                <a:endParaRPr lang="zh-CN" altLang="en-US" sz="2400" dirty="0">
                  <a:latin typeface="Times New Roman" panose="02020603050405020304" pitchFamily="18" charset="0"/>
                </a:endParaRPr>
              </a:p>
              <a:p>
                <a:pPr algn="ctr" defTabSz="0" eaLnBrk="0" hangingPunct="0">
                  <a:buClr>
                    <a:schemeClr val="bg1"/>
                  </a:buClr>
                  <a:tabLst>
                    <a:tab pos="266700" algn="l"/>
                  </a:tabLst>
                </a:pPr>
                <a:endParaRPr lang="zh-CN" altLang="en-US" sz="2400" dirty="0">
                  <a:latin typeface="Times New Roman" panose="02020603050405020304" pitchFamily="18" charset="0"/>
                </a:endParaRPr>
              </a:p>
            </p:txBody>
          </p:sp>
          <p:sp>
            <p:nvSpPr>
              <p:cNvPr id="238612" name="矩形 238611"/>
              <p:cNvSpPr/>
              <p:nvPr/>
            </p:nvSpPr>
            <p:spPr>
              <a:xfrm>
                <a:off x="2551" y="0"/>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13" name="组合 238612"/>
            <p:cNvGrpSpPr/>
            <p:nvPr/>
          </p:nvGrpSpPr>
          <p:grpSpPr>
            <a:xfrm>
              <a:off x="147" y="2593"/>
              <a:ext cx="1057" cy="239"/>
              <a:chOff x="0" y="442"/>
              <a:chExt cx="1009" cy="442"/>
            </a:xfrm>
          </p:grpSpPr>
          <p:sp>
            <p:nvSpPr>
              <p:cNvPr id="238614" name="矩形 238613"/>
              <p:cNvSpPr/>
              <p:nvPr/>
            </p:nvSpPr>
            <p:spPr>
              <a:xfrm>
                <a:off x="43" y="442"/>
                <a:ext cx="923"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A</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15" name="矩形 238614"/>
              <p:cNvSpPr/>
              <p:nvPr/>
            </p:nvSpPr>
            <p:spPr>
              <a:xfrm>
                <a:off x="0" y="442"/>
                <a:ext cx="1009"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16" name="组合 238615"/>
            <p:cNvGrpSpPr/>
            <p:nvPr/>
          </p:nvGrpSpPr>
          <p:grpSpPr>
            <a:xfrm>
              <a:off x="1204" y="2593"/>
              <a:ext cx="538" cy="239"/>
              <a:chOff x="1009" y="442"/>
              <a:chExt cx="514" cy="442"/>
            </a:xfrm>
          </p:grpSpPr>
          <p:sp>
            <p:nvSpPr>
              <p:cNvPr id="238617" name="矩形 238616"/>
              <p:cNvSpPr/>
              <p:nvPr/>
            </p:nvSpPr>
            <p:spPr>
              <a:xfrm>
                <a:off x="1052" y="442"/>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160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18" name="矩形 238617"/>
              <p:cNvSpPr/>
              <p:nvPr/>
            </p:nvSpPr>
            <p:spPr>
              <a:xfrm>
                <a:off x="1009" y="442"/>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19" name="组合 238618"/>
            <p:cNvGrpSpPr/>
            <p:nvPr/>
          </p:nvGrpSpPr>
          <p:grpSpPr>
            <a:xfrm>
              <a:off x="1742" y="2593"/>
              <a:ext cx="538" cy="239"/>
              <a:chOff x="1523" y="442"/>
              <a:chExt cx="514" cy="442"/>
            </a:xfrm>
          </p:grpSpPr>
          <p:sp>
            <p:nvSpPr>
              <p:cNvPr id="238620" name="矩形 238619"/>
              <p:cNvSpPr/>
              <p:nvPr/>
            </p:nvSpPr>
            <p:spPr>
              <a:xfrm>
                <a:off x="1566" y="442"/>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130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21" name="矩形 238620"/>
              <p:cNvSpPr/>
              <p:nvPr/>
            </p:nvSpPr>
            <p:spPr>
              <a:xfrm>
                <a:off x="1523" y="442"/>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22" name="组合 238621"/>
            <p:cNvGrpSpPr/>
            <p:nvPr/>
          </p:nvGrpSpPr>
          <p:grpSpPr>
            <a:xfrm>
              <a:off x="2280" y="2593"/>
              <a:ext cx="539" cy="239"/>
              <a:chOff x="2037" y="442"/>
              <a:chExt cx="514" cy="442"/>
            </a:xfrm>
          </p:grpSpPr>
          <p:sp>
            <p:nvSpPr>
              <p:cNvPr id="238623" name="矩形 238622"/>
              <p:cNvSpPr/>
              <p:nvPr/>
            </p:nvSpPr>
            <p:spPr>
              <a:xfrm>
                <a:off x="2080" y="442"/>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220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24" name="矩形 238623"/>
              <p:cNvSpPr/>
              <p:nvPr/>
            </p:nvSpPr>
            <p:spPr>
              <a:xfrm>
                <a:off x="2037" y="442"/>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25" name="组合 238624"/>
            <p:cNvGrpSpPr/>
            <p:nvPr/>
          </p:nvGrpSpPr>
          <p:grpSpPr>
            <a:xfrm>
              <a:off x="2819" y="2593"/>
              <a:ext cx="538" cy="239"/>
              <a:chOff x="2551" y="442"/>
              <a:chExt cx="514" cy="442"/>
            </a:xfrm>
          </p:grpSpPr>
          <p:sp>
            <p:nvSpPr>
              <p:cNvPr id="238626" name="矩形 238625"/>
              <p:cNvSpPr/>
              <p:nvPr/>
            </p:nvSpPr>
            <p:spPr>
              <a:xfrm>
                <a:off x="2594" y="442"/>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170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27" name="矩形 238626"/>
              <p:cNvSpPr/>
              <p:nvPr/>
            </p:nvSpPr>
            <p:spPr>
              <a:xfrm>
                <a:off x="2551" y="442"/>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28" name="组合 238627"/>
            <p:cNvGrpSpPr/>
            <p:nvPr/>
          </p:nvGrpSpPr>
          <p:grpSpPr>
            <a:xfrm>
              <a:off x="147" y="2832"/>
              <a:ext cx="1057" cy="239"/>
              <a:chOff x="0" y="884"/>
              <a:chExt cx="1009" cy="442"/>
            </a:xfrm>
          </p:grpSpPr>
          <p:sp>
            <p:nvSpPr>
              <p:cNvPr id="238629" name="矩形 238628"/>
              <p:cNvSpPr/>
              <p:nvPr/>
            </p:nvSpPr>
            <p:spPr>
              <a:xfrm>
                <a:off x="43" y="884"/>
                <a:ext cx="923"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B</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30" name="矩形 238629"/>
              <p:cNvSpPr/>
              <p:nvPr/>
            </p:nvSpPr>
            <p:spPr>
              <a:xfrm>
                <a:off x="0" y="884"/>
                <a:ext cx="1009"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31" name="组合 238630"/>
            <p:cNvGrpSpPr/>
            <p:nvPr/>
          </p:nvGrpSpPr>
          <p:grpSpPr>
            <a:xfrm>
              <a:off x="1204" y="2832"/>
              <a:ext cx="538" cy="239"/>
              <a:chOff x="1009" y="884"/>
              <a:chExt cx="514" cy="442"/>
            </a:xfrm>
          </p:grpSpPr>
          <p:sp>
            <p:nvSpPr>
              <p:cNvPr id="238632" name="矩形 238631"/>
              <p:cNvSpPr/>
              <p:nvPr/>
            </p:nvSpPr>
            <p:spPr>
              <a:xfrm>
                <a:off x="1052" y="884"/>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140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33" name="矩形 238632"/>
              <p:cNvSpPr/>
              <p:nvPr/>
            </p:nvSpPr>
            <p:spPr>
              <a:xfrm>
                <a:off x="1009" y="884"/>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34" name="组合 238633"/>
            <p:cNvGrpSpPr/>
            <p:nvPr/>
          </p:nvGrpSpPr>
          <p:grpSpPr>
            <a:xfrm>
              <a:off x="1742" y="2832"/>
              <a:ext cx="538" cy="239"/>
              <a:chOff x="1523" y="884"/>
              <a:chExt cx="514" cy="442"/>
            </a:xfrm>
          </p:grpSpPr>
          <p:sp>
            <p:nvSpPr>
              <p:cNvPr id="238635" name="矩形 238634"/>
              <p:cNvSpPr/>
              <p:nvPr/>
            </p:nvSpPr>
            <p:spPr>
              <a:xfrm>
                <a:off x="1566" y="884"/>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130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36" name="矩形 238635"/>
              <p:cNvSpPr/>
              <p:nvPr/>
            </p:nvSpPr>
            <p:spPr>
              <a:xfrm>
                <a:off x="1523" y="884"/>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37" name="组合 238636"/>
            <p:cNvGrpSpPr/>
            <p:nvPr/>
          </p:nvGrpSpPr>
          <p:grpSpPr>
            <a:xfrm>
              <a:off x="2280" y="2832"/>
              <a:ext cx="539" cy="239"/>
              <a:chOff x="2037" y="884"/>
              <a:chExt cx="514" cy="442"/>
            </a:xfrm>
          </p:grpSpPr>
          <p:sp>
            <p:nvSpPr>
              <p:cNvPr id="238638" name="矩形 238637"/>
              <p:cNvSpPr/>
              <p:nvPr/>
            </p:nvSpPr>
            <p:spPr>
              <a:xfrm>
                <a:off x="2080" y="884"/>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190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39" name="矩形 238638"/>
              <p:cNvSpPr/>
              <p:nvPr/>
            </p:nvSpPr>
            <p:spPr>
              <a:xfrm>
                <a:off x="2037" y="884"/>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40" name="组合 238639"/>
            <p:cNvGrpSpPr/>
            <p:nvPr/>
          </p:nvGrpSpPr>
          <p:grpSpPr>
            <a:xfrm>
              <a:off x="2819" y="2832"/>
              <a:ext cx="538" cy="239"/>
              <a:chOff x="2551" y="884"/>
              <a:chExt cx="514" cy="442"/>
            </a:xfrm>
          </p:grpSpPr>
          <p:sp>
            <p:nvSpPr>
              <p:cNvPr id="238641" name="矩形 238640"/>
              <p:cNvSpPr/>
              <p:nvPr/>
            </p:nvSpPr>
            <p:spPr>
              <a:xfrm>
                <a:off x="2594" y="884"/>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150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42" name="矩形 238641"/>
              <p:cNvSpPr/>
              <p:nvPr/>
            </p:nvSpPr>
            <p:spPr>
              <a:xfrm>
                <a:off x="2551" y="884"/>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43" name="组合 238642"/>
            <p:cNvGrpSpPr/>
            <p:nvPr/>
          </p:nvGrpSpPr>
          <p:grpSpPr>
            <a:xfrm>
              <a:off x="147" y="3071"/>
              <a:ext cx="1057" cy="239"/>
              <a:chOff x="0" y="1326"/>
              <a:chExt cx="1009" cy="442"/>
            </a:xfrm>
          </p:grpSpPr>
          <p:sp>
            <p:nvSpPr>
              <p:cNvPr id="238644" name="矩形 238643"/>
              <p:cNvSpPr/>
              <p:nvPr/>
            </p:nvSpPr>
            <p:spPr>
              <a:xfrm>
                <a:off x="43" y="1326"/>
                <a:ext cx="923"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C</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45" name="矩形 238644"/>
              <p:cNvSpPr/>
              <p:nvPr/>
            </p:nvSpPr>
            <p:spPr>
              <a:xfrm>
                <a:off x="0" y="1326"/>
                <a:ext cx="1009"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46" name="组合 238645"/>
            <p:cNvGrpSpPr/>
            <p:nvPr/>
          </p:nvGrpSpPr>
          <p:grpSpPr>
            <a:xfrm>
              <a:off x="1204" y="3071"/>
              <a:ext cx="538" cy="239"/>
              <a:chOff x="1009" y="1326"/>
              <a:chExt cx="514" cy="442"/>
            </a:xfrm>
          </p:grpSpPr>
          <p:sp>
            <p:nvSpPr>
              <p:cNvPr id="238647" name="矩形 238646"/>
              <p:cNvSpPr/>
              <p:nvPr/>
            </p:nvSpPr>
            <p:spPr>
              <a:xfrm>
                <a:off x="1052" y="1326"/>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190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48" name="矩形 238647"/>
              <p:cNvSpPr/>
              <p:nvPr/>
            </p:nvSpPr>
            <p:spPr>
              <a:xfrm>
                <a:off x="1009" y="1326"/>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49" name="组合 238648"/>
            <p:cNvGrpSpPr/>
            <p:nvPr/>
          </p:nvGrpSpPr>
          <p:grpSpPr>
            <a:xfrm>
              <a:off x="1742" y="3071"/>
              <a:ext cx="538" cy="239"/>
              <a:chOff x="1523" y="1326"/>
              <a:chExt cx="514" cy="442"/>
            </a:xfrm>
          </p:grpSpPr>
          <p:sp>
            <p:nvSpPr>
              <p:cNvPr id="238650" name="矩形 238649"/>
              <p:cNvSpPr/>
              <p:nvPr/>
            </p:nvSpPr>
            <p:spPr>
              <a:xfrm>
                <a:off x="1566" y="1326"/>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200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51" name="矩形 238650"/>
              <p:cNvSpPr/>
              <p:nvPr/>
            </p:nvSpPr>
            <p:spPr>
              <a:xfrm>
                <a:off x="1523" y="1326"/>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52" name="组合 238651"/>
            <p:cNvGrpSpPr/>
            <p:nvPr/>
          </p:nvGrpSpPr>
          <p:grpSpPr>
            <a:xfrm>
              <a:off x="2280" y="3071"/>
              <a:ext cx="539" cy="239"/>
              <a:chOff x="2037" y="1326"/>
              <a:chExt cx="514" cy="442"/>
            </a:xfrm>
          </p:grpSpPr>
          <p:sp>
            <p:nvSpPr>
              <p:cNvPr id="238653" name="矩形 238652"/>
              <p:cNvSpPr/>
              <p:nvPr/>
            </p:nvSpPr>
            <p:spPr>
              <a:xfrm>
                <a:off x="2080" y="1326"/>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230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54" name="矩形 238653"/>
              <p:cNvSpPr/>
              <p:nvPr/>
            </p:nvSpPr>
            <p:spPr>
              <a:xfrm>
                <a:off x="2037" y="1326"/>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38655" name="组合 238654"/>
            <p:cNvGrpSpPr/>
            <p:nvPr/>
          </p:nvGrpSpPr>
          <p:grpSpPr>
            <a:xfrm>
              <a:off x="2819" y="3071"/>
              <a:ext cx="538" cy="239"/>
              <a:chOff x="2551" y="1326"/>
              <a:chExt cx="514" cy="442"/>
            </a:xfrm>
          </p:grpSpPr>
          <p:sp>
            <p:nvSpPr>
              <p:cNvPr id="238656" name="矩形 238655"/>
              <p:cNvSpPr/>
              <p:nvPr/>
            </p:nvSpPr>
            <p:spPr>
              <a:xfrm>
                <a:off x="2594" y="1326"/>
                <a:ext cx="428" cy="442"/>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38657" name="矩形 238656"/>
              <p:cNvSpPr/>
              <p:nvPr/>
            </p:nvSpPr>
            <p:spPr>
              <a:xfrm>
                <a:off x="2551" y="1326"/>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sp>
          <p:nvSpPr>
            <p:cNvPr id="238658" name="矩形 238657"/>
            <p:cNvSpPr/>
            <p:nvPr/>
          </p:nvSpPr>
          <p:spPr>
            <a:xfrm>
              <a:off x="144" y="2352"/>
              <a:ext cx="3216" cy="960"/>
            </a:xfrm>
            <a:prstGeom prst="rect">
              <a:avLst/>
            </a:prstGeom>
            <a:noFill/>
            <a:ln w="9525" cap="flat" cmpd="sng">
              <a:solidFill>
                <a:srgbClr val="A0A0A0"/>
              </a:solidFill>
              <a:prstDash val="solid"/>
              <a:miter/>
              <a:headEnd type="none" w="med" len="med"/>
              <a:tailEnd type="none" w="med" len="med"/>
            </a:ln>
          </p:spPr>
          <p:txBody>
            <a:bodyPr/>
            <a:p>
              <a:endParaRPr lang="zh-CN" altLang="en-US"/>
            </a:p>
          </p:txBody>
        </p:sp>
      </p:grpSp>
      <p:grpSp>
        <p:nvGrpSpPr>
          <p:cNvPr id="238659" name="组合 238658"/>
          <p:cNvGrpSpPr/>
          <p:nvPr/>
        </p:nvGrpSpPr>
        <p:grpSpPr>
          <a:xfrm>
            <a:off x="1169988" y="4149725"/>
            <a:ext cx="2362200" cy="609600"/>
            <a:chOff x="720" y="2640"/>
            <a:chExt cx="1488" cy="384"/>
          </a:xfrm>
        </p:grpSpPr>
        <p:sp>
          <p:nvSpPr>
            <p:cNvPr id="238660" name="文本框 238659"/>
            <p:cNvSpPr txBox="1"/>
            <p:nvPr/>
          </p:nvSpPr>
          <p:spPr>
            <a:xfrm>
              <a:off x="720" y="2640"/>
              <a:ext cx="1296" cy="327"/>
            </a:xfrm>
            <a:prstGeom prst="rect">
              <a:avLst/>
            </a:prstGeom>
            <a:solidFill>
              <a:srgbClr val="FFFF99"/>
            </a:solidFill>
            <a:ln w="9525">
              <a:noFill/>
            </a:ln>
          </p:spPr>
          <p:txBody>
            <a:bodyPr>
              <a:spAutoFit/>
            </a:bodyPr>
            <a:p>
              <a:pPr algn="l">
                <a:spcBef>
                  <a:spcPct val="50000"/>
                </a:spcBef>
                <a:buClr>
                  <a:schemeClr val="bg1"/>
                </a:buClr>
              </a:pPr>
              <a:r>
                <a:rPr lang="zh-CN" altLang="en-US" sz="2800" dirty="0">
                  <a:latin typeface="宋体" panose="02010600030101010101" pitchFamily="2" charset="-122"/>
                </a:rPr>
                <a:t>引水管理费</a:t>
              </a:r>
              <a:endParaRPr lang="zh-CN" altLang="en-US" sz="2800">
                <a:latin typeface="Times New Roman" panose="02020603050405020304" pitchFamily="18" charset="0"/>
              </a:endParaRPr>
            </a:p>
          </p:txBody>
        </p:sp>
        <p:sp>
          <p:nvSpPr>
            <p:cNvPr id="238661" name="左箭头 238660"/>
            <p:cNvSpPr/>
            <p:nvPr/>
          </p:nvSpPr>
          <p:spPr>
            <a:xfrm flipH="1">
              <a:off x="2112" y="2640"/>
              <a:ext cx="96" cy="384"/>
            </a:xfrm>
            <a:prstGeom prst="leftArrow">
              <a:avLst>
                <a:gd name="adj1" fmla="val 50000"/>
                <a:gd name="adj2" fmla="val 25000"/>
              </a:avLst>
            </a:prstGeom>
            <a:solidFill>
              <a:srgbClr val="FFFF99"/>
            </a:solidFill>
            <a:ln w="9525" cap="flat" cmpd="sng">
              <a:solidFill>
                <a:schemeClr val="tx1"/>
              </a:solidFill>
              <a:prstDash val="solid"/>
              <a:miter/>
              <a:headEnd type="none" w="med" len="med"/>
              <a:tailEnd type="none" w="med" len="med"/>
            </a:ln>
          </p:spPr>
          <p:txBody>
            <a:bodyPr/>
            <a:p>
              <a:endParaRPr lang="zh-CN" altLang="en-US"/>
            </a:p>
          </p:txBody>
        </p:sp>
      </p:grpSp>
      <p:sp>
        <p:nvSpPr>
          <p:cNvPr id="238662" name="标题 238661"/>
          <p:cNvSpPr>
            <a:spLocks noGrp="1"/>
          </p:cNvSpPr>
          <p:nvPr>
            <p:ph type="title"/>
          </p:nvPr>
        </p:nvSpPr>
        <p:spPr>
          <a:xfrm>
            <a:off x="2411413" y="333375"/>
            <a:ext cx="3487737" cy="446088"/>
          </a:xfrm>
          <a:solidFill>
            <a:srgbClr val="FFCCFF"/>
          </a:solidFill>
          <a:ln>
            <a:noFill/>
          </a:ln>
        </p:spPr>
        <p:txBody>
          <a:bodyPr anchor="ctr"/>
          <a:p>
            <a:r>
              <a:rPr lang="zh-CN" altLang="en-US" sz="3200" b="1">
                <a:latin typeface="楷体_GB2312" panose="02010609030101010101" pitchFamily="49" charset="-122"/>
                <a:ea typeface="楷体_GB2312" panose="02010609030101010101" pitchFamily="49" charset="-122"/>
              </a:rPr>
              <a:t>例</a:t>
            </a:r>
            <a:r>
              <a:rPr lang="en-US" altLang="zh-CN" sz="3200" b="1">
                <a:ea typeface="楷体_GB2312" panose="02010609030101010101" pitchFamily="49" charset="-122"/>
              </a:rPr>
              <a:t>1</a:t>
            </a:r>
            <a:r>
              <a:rPr lang="en-US" altLang="zh-CN" sz="3200" b="1" dirty="0">
                <a:latin typeface="楷体_GB2312" panose="02010609030101010101" pitchFamily="49" charset="-122"/>
                <a:ea typeface="楷体_GB2312" panose="02010609030101010101" pitchFamily="49" charset="-122"/>
              </a:rPr>
              <a:t> </a:t>
            </a:r>
            <a:r>
              <a:rPr lang="zh-CN" altLang="en-US" sz="3200" b="1" dirty="0">
                <a:latin typeface="楷体_GB2312" panose="02010609030101010101" pitchFamily="49" charset="-122"/>
                <a:ea typeface="楷体_GB2312" panose="02010609030101010101" pitchFamily="49" charset="-122"/>
              </a:rPr>
              <a:t>自来水输送</a:t>
            </a:r>
            <a:endParaRPr lang="zh-CN" altLang="en-US" sz="3200" dirty="0">
              <a:latin typeface="楷体_GB2312" panose="02010609030101010101" pitchFamily="49" charset="-122"/>
              <a:ea typeface="楷体_GB2312" panose="02010609030101010101" pitchFamily="49" charset="-122"/>
            </a:endParaRPr>
          </a:p>
        </p:txBody>
      </p:sp>
      <p:sp>
        <p:nvSpPr>
          <p:cNvPr id="238663" name="文本框 238662"/>
          <p:cNvSpPr txBox="1"/>
          <p:nvPr/>
        </p:nvSpPr>
        <p:spPr>
          <a:xfrm>
            <a:off x="250825" y="3573463"/>
            <a:ext cx="3200400" cy="519112"/>
          </a:xfrm>
          <a:prstGeom prst="rect">
            <a:avLst/>
          </a:prstGeom>
          <a:solidFill>
            <a:srgbClr val="CCFFCC"/>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收入：</a:t>
            </a:r>
            <a:r>
              <a:rPr lang="en-US" altLang="zh-CN" sz="2800">
                <a:latin typeface="Times New Roman" panose="02020603050405020304" pitchFamily="18" charset="0"/>
              </a:rPr>
              <a:t>900</a:t>
            </a:r>
            <a:r>
              <a:rPr lang="zh-CN" altLang="en-US" sz="2800">
                <a:latin typeface="宋体" panose="02010600030101010101" pitchFamily="2" charset="-122"/>
              </a:rPr>
              <a:t>元</a:t>
            </a:r>
            <a:r>
              <a:rPr lang="en-US" altLang="zh-CN" sz="2800">
                <a:latin typeface="Times New Roman" panose="02020603050405020304" pitchFamily="18" charset="0"/>
              </a:rPr>
              <a:t>/</a:t>
            </a:r>
            <a:r>
              <a:rPr lang="zh-CN" altLang="en-US" sz="2800" dirty="0">
                <a:latin typeface="宋体" panose="02010600030101010101" pitchFamily="2" charset="-122"/>
              </a:rPr>
              <a:t>千吨</a:t>
            </a:r>
            <a:r>
              <a:rPr lang="zh-CN" altLang="en-US" sz="2800" dirty="0">
                <a:latin typeface="Times New Roman" panose="02020603050405020304" pitchFamily="18" charset="0"/>
              </a:rPr>
              <a:t> </a:t>
            </a:r>
            <a:endParaRPr lang="zh-CN" altLang="en-US" sz="2800">
              <a:latin typeface="Times New Roman" panose="02020603050405020304" pitchFamily="18" charset="0"/>
            </a:endParaRPr>
          </a:p>
        </p:txBody>
      </p:sp>
      <p:sp>
        <p:nvSpPr>
          <p:cNvPr id="238664" name="文本框 238663"/>
          <p:cNvSpPr txBox="1"/>
          <p:nvPr/>
        </p:nvSpPr>
        <p:spPr>
          <a:xfrm>
            <a:off x="179388" y="4149725"/>
            <a:ext cx="914400" cy="519113"/>
          </a:xfrm>
          <a:prstGeom prst="rect">
            <a:avLst/>
          </a:prstGeom>
          <a:solidFill>
            <a:srgbClr val="FFFF99"/>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支出</a:t>
            </a:r>
            <a:endParaRPr lang="zh-CN" altLang="en-US" sz="2800">
              <a:latin typeface="Times New Roman" panose="02020603050405020304" pitchFamily="18" charset="0"/>
            </a:endParaRPr>
          </a:p>
        </p:txBody>
      </p:sp>
      <p:grpSp>
        <p:nvGrpSpPr>
          <p:cNvPr id="238665" name="组合 238664"/>
          <p:cNvGrpSpPr/>
          <p:nvPr/>
        </p:nvGrpSpPr>
        <p:grpSpPr>
          <a:xfrm>
            <a:off x="528638" y="398463"/>
            <a:ext cx="8220075" cy="3246437"/>
            <a:chOff x="333" y="251"/>
            <a:chExt cx="5178" cy="2045"/>
          </a:xfrm>
        </p:grpSpPr>
        <p:sp>
          <p:nvSpPr>
            <p:cNvPr id="238666" name="椭圆 238665"/>
            <p:cNvSpPr/>
            <p:nvPr/>
          </p:nvSpPr>
          <p:spPr>
            <a:xfrm>
              <a:off x="774" y="606"/>
              <a:ext cx="1222" cy="364"/>
            </a:xfrm>
            <a:prstGeom prst="ellipse">
              <a:avLst/>
            </a:prstGeom>
            <a:noFill/>
            <a:ln w="9525" cap="flat" cmpd="sng">
              <a:solidFill>
                <a:schemeClr val="tx1"/>
              </a:solidFill>
              <a:prstDash val="solid"/>
              <a:headEnd type="none" w="med" len="med"/>
              <a:tailEnd type="none" w="med" len="med"/>
            </a:ln>
          </p:spPr>
          <p:txBody>
            <a:bodyPr/>
            <a:p>
              <a:endParaRPr lang="zh-CN" altLang="en-US"/>
            </a:p>
          </p:txBody>
        </p:sp>
        <p:sp>
          <p:nvSpPr>
            <p:cNvPr id="238667" name="文本框 238666"/>
            <p:cNvSpPr txBox="1"/>
            <p:nvPr/>
          </p:nvSpPr>
          <p:spPr>
            <a:xfrm>
              <a:off x="993" y="678"/>
              <a:ext cx="828" cy="269"/>
            </a:xfrm>
            <a:prstGeom prst="rect">
              <a:avLst/>
            </a:prstGeom>
            <a:noFill/>
            <a:ln w="9525">
              <a:noFill/>
            </a:ln>
          </p:spPr>
          <p:txBody>
            <a:bodyPr>
              <a:spAutoFit/>
            </a:bodyPr>
            <a:p>
              <a:pPr algn="l">
                <a:spcBef>
                  <a:spcPct val="50000"/>
                </a:spcBef>
                <a:buClr>
                  <a:schemeClr val="bg1"/>
                </a:buClr>
              </a:pPr>
              <a:r>
                <a:rPr lang="en-US" altLang="zh-CN" sz="2200">
                  <a:latin typeface="Times New Roman" panose="02020603050405020304" pitchFamily="18" charset="0"/>
                </a:rPr>
                <a:t>A</a:t>
              </a:r>
              <a:r>
                <a:rPr lang="zh-CN" altLang="en-US" sz="2200">
                  <a:latin typeface="Times New Roman" panose="02020603050405020304" pitchFamily="18" charset="0"/>
                </a:rPr>
                <a:t>：</a:t>
              </a:r>
              <a:r>
                <a:rPr lang="en-US" altLang="zh-CN" sz="2200">
                  <a:latin typeface="Times New Roman" panose="02020603050405020304" pitchFamily="18" charset="0"/>
                </a:rPr>
                <a:t>50</a:t>
              </a:r>
              <a:endParaRPr lang="en-US" altLang="zh-CN" sz="2200">
                <a:latin typeface="Times New Roman" panose="02020603050405020304" pitchFamily="18" charset="0"/>
              </a:endParaRPr>
            </a:p>
          </p:txBody>
        </p:sp>
        <p:sp>
          <p:nvSpPr>
            <p:cNvPr id="238668" name="椭圆 238667"/>
            <p:cNvSpPr/>
            <p:nvPr/>
          </p:nvSpPr>
          <p:spPr>
            <a:xfrm>
              <a:off x="774" y="1116"/>
              <a:ext cx="1222" cy="365"/>
            </a:xfrm>
            <a:prstGeom prst="ellipse">
              <a:avLst/>
            </a:prstGeom>
            <a:noFill/>
            <a:ln w="9525" cap="flat" cmpd="sng">
              <a:solidFill>
                <a:schemeClr val="tx1"/>
              </a:solidFill>
              <a:prstDash val="solid"/>
              <a:headEnd type="none" w="med" len="med"/>
              <a:tailEnd type="none" w="med" len="med"/>
            </a:ln>
          </p:spPr>
          <p:txBody>
            <a:bodyPr/>
            <a:p>
              <a:endParaRPr lang="zh-CN" altLang="en-US"/>
            </a:p>
          </p:txBody>
        </p:sp>
        <p:sp>
          <p:nvSpPr>
            <p:cNvPr id="238669" name="文本框 238668"/>
            <p:cNvSpPr txBox="1"/>
            <p:nvPr/>
          </p:nvSpPr>
          <p:spPr>
            <a:xfrm>
              <a:off x="993" y="1189"/>
              <a:ext cx="828" cy="269"/>
            </a:xfrm>
            <a:prstGeom prst="rect">
              <a:avLst/>
            </a:prstGeom>
            <a:noFill/>
            <a:ln w="9525">
              <a:noFill/>
            </a:ln>
          </p:spPr>
          <p:txBody>
            <a:bodyPr>
              <a:spAutoFit/>
            </a:bodyPr>
            <a:p>
              <a:pPr algn="l">
                <a:spcBef>
                  <a:spcPct val="50000"/>
                </a:spcBef>
                <a:buClr>
                  <a:schemeClr val="bg1"/>
                </a:buClr>
              </a:pPr>
              <a:r>
                <a:rPr lang="en-US" altLang="zh-CN" sz="2200">
                  <a:latin typeface="Times New Roman" panose="02020603050405020304" pitchFamily="18" charset="0"/>
                </a:rPr>
                <a:t>B</a:t>
              </a:r>
              <a:r>
                <a:rPr lang="zh-CN" altLang="en-US" sz="2200">
                  <a:latin typeface="Times New Roman" panose="02020603050405020304" pitchFamily="18" charset="0"/>
                </a:rPr>
                <a:t>：</a:t>
              </a:r>
              <a:r>
                <a:rPr lang="en-US" altLang="zh-CN" sz="2200">
                  <a:latin typeface="Times New Roman" panose="02020603050405020304" pitchFamily="18" charset="0"/>
                </a:rPr>
                <a:t>60</a:t>
              </a:r>
              <a:endParaRPr lang="en-US" altLang="zh-CN" sz="2200">
                <a:latin typeface="Times New Roman" panose="02020603050405020304" pitchFamily="18" charset="0"/>
              </a:endParaRPr>
            </a:p>
          </p:txBody>
        </p:sp>
        <p:sp>
          <p:nvSpPr>
            <p:cNvPr id="238670" name="椭圆 238669"/>
            <p:cNvSpPr/>
            <p:nvPr/>
          </p:nvSpPr>
          <p:spPr>
            <a:xfrm>
              <a:off x="774" y="1590"/>
              <a:ext cx="1222" cy="364"/>
            </a:xfrm>
            <a:prstGeom prst="ellipse">
              <a:avLst/>
            </a:prstGeom>
            <a:noFill/>
            <a:ln w="9525" cap="flat" cmpd="sng">
              <a:solidFill>
                <a:schemeClr val="tx1"/>
              </a:solidFill>
              <a:prstDash val="solid"/>
              <a:headEnd type="none" w="med" len="med"/>
              <a:tailEnd type="none" w="med" len="med"/>
            </a:ln>
          </p:spPr>
          <p:txBody>
            <a:bodyPr/>
            <a:p>
              <a:endParaRPr lang="zh-CN" altLang="en-US"/>
            </a:p>
          </p:txBody>
        </p:sp>
        <p:sp>
          <p:nvSpPr>
            <p:cNvPr id="238671" name="文本框 238670"/>
            <p:cNvSpPr txBox="1"/>
            <p:nvPr/>
          </p:nvSpPr>
          <p:spPr>
            <a:xfrm>
              <a:off x="993" y="1663"/>
              <a:ext cx="828" cy="269"/>
            </a:xfrm>
            <a:prstGeom prst="rect">
              <a:avLst/>
            </a:prstGeom>
            <a:noFill/>
            <a:ln w="9525">
              <a:noFill/>
            </a:ln>
          </p:spPr>
          <p:txBody>
            <a:bodyPr>
              <a:spAutoFit/>
            </a:bodyPr>
            <a:p>
              <a:pPr algn="l">
                <a:spcBef>
                  <a:spcPct val="50000"/>
                </a:spcBef>
                <a:buClr>
                  <a:schemeClr val="bg1"/>
                </a:buClr>
              </a:pPr>
              <a:r>
                <a:rPr lang="en-US" altLang="zh-CN" sz="2200">
                  <a:latin typeface="Times New Roman" panose="02020603050405020304" pitchFamily="18" charset="0"/>
                </a:rPr>
                <a:t>C</a:t>
              </a:r>
              <a:r>
                <a:rPr lang="zh-CN" altLang="en-US" sz="2200">
                  <a:latin typeface="Times New Roman" panose="02020603050405020304" pitchFamily="18" charset="0"/>
                </a:rPr>
                <a:t>：</a:t>
              </a:r>
              <a:r>
                <a:rPr lang="en-US" altLang="zh-CN" sz="2200">
                  <a:latin typeface="Times New Roman" panose="02020603050405020304" pitchFamily="18" charset="0"/>
                </a:rPr>
                <a:t>50</a:t>
              </a:r>
              <a:endParaRPr lang="en-US" altLang="zh-CN" sz="2200">
                <a:latin typeface="Times New Roman" panose="02020603050405020304" pitchFamily="18" charset="0"/>
              </a:endParaRPr>
            </a:p>
          </p:txBody>
        </p:sp>
        <p:sp>
          <p:nvSpPr>
            <p:cNvPr id="238672" name="文本框 238671"/>
            <p:cNvSpPr txBox="1"/>
            <p:nvPr/>
          </p:nvSpPr>
          <p:spPr>
            <a:xfrm>
              <a:off x="3435" y="678"/>
              <a:ext cx="1226"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dirty="0">
                  <a:latin typeface="Times New Roman" panose="02020603050405020304" pitchFamily="18" charset="0"/>
                </a:rPr>
                <a:t>甲：</a:t>
              </a:r>
              <a:r>
                <a:rPr lang="en-US" altLang="zh-CN" sz="2400">
                  <a:latin typeface="Times New Roman" panose="02020603050405020304" pitchFamily="18" charset="0"/>
                </a:rPr>
                <a:t>30</a:t>
              </a:r>
              <a:r>
                <a:rPr lang="zh-CN" altLang="en-US" sz="2400">
                  <a:latin typeface="Times New Roman" panose="02020603050405020304" pitchFamily="18" charset="0"/>
                </a:rPr>
                <a:t>；</a:t>
              </a:r>
              <a:r>
                <a:rPr lang="en-US" altLang="zh-CN" sz="2400">
                  <a:solidFill>
                    <a:srgbClr val="FF3300"/>
                  </a:solidFill>
                  <a:latin typeface="Times New Roman" panose="02020603050405020304" pitchFamily="18" charset="0"/>
                </a:rPr>
                <a:t>50</a:t>
              </a:r>
              <a:endParaRPr lang="en-US" altLang="zh-CN" sz="2400">
                <a:solidFill>
                  <a:srgbClr val="FF3300"/>
                </a:solidFill>
                <a:latin typeface="Times New Roman" panose="02020603050405020304" pitchFamily="18" charset="0"/>
              </a:endParaRPr>
            </a:p>
          </p:txBody>
        </p:sp>
        <p:sp>
          <p:nvSpPr>
            <p:cNvPr id="238673" name="文本框 238672"/>
            <p:cNvSpPr txBox="1"/>
            <p:nvPr/>
          </p:nvSpPr>
          <p:spPr>
            <a:xfrm>
              <a:off x="3435" y="1079"/>
              <a:ext cx="1226"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dirty="0">
                  <a:latin typeface="Times New Roman" panose="02020603050405020304" pitchFamily="18" charset="0"/>
                </a:rPr>
                <a:t>乙：</a:t>
              </a:r>
              <a:r>
                <a:rPr lang="en-US" altLang="zh-CN" sz="2400">
                  <a:latin typeface="Times New Roman" panose="02020603050405020304" pitchFamily="18" charset="0"/>
                </a:rPr>
                <a:t>70</a:t>
              </a:r>
              <a:r>
                <a:rPr lang="zh-CN" altLang="en-US" sz="2400">
                  <a:latin typeface="Times New Roman" panose="02020603050405020304" pitchFamily="18" charset="0"/>
                </a:rPr>
                <a:t>；</a:t>
              </a:r>
              <a:r>
                <a:rPr lang="en-US" altLang="zh-CN" sz="2400">
                  <a:solidFill>
                    <a:srgbClr val="FF3300"/>
                  </a:solidFill>
                  <a:latin typeface="Times New Roman" panose="02020603050405020304" pitchFamily="18" charset="0"/>
                </a:rPr>
                <a:t>70</a:t>
              </a:r>
              <a:endParaRPr lang="en-US" altLang="zh-CN" sz="2400">
                <a:solidFill>
                  <a:srgbClr val="FF3300"/>
                </a:solidFill>
                <a:latin typeface="Times New Roman" panose="02020603050405020304" pitchFamily="18" charset="0"/>
              </a:endParaRPr>
            </a:p>
          </p:txBody>
        </p:sp>
        <p:sp>
          <p:nvSpPr>
            <p:cNvPr id="238674" name="文本框 238673"/>
            <p:cNvSpPr txBox="1"/>
            <p:nvPr/>
          </p:nvSpPr>
          <p:spPr>
            <a:xfrm>
              <a:off x="3435" y="1517"/>
              <a:ext cx="1226"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dirty="0">
                  <a:latin typeface="Times New Roman" panose="02020603050405020304" pitchFamily="18" charset="0"/>
                </a:rPr>
                <a:t>丙：</a:t>
              </a:r>
              <a:r>
                <a:rPr lang="en-US" altLang="zh-CN" sz="2400">
                  <a:latin typeface="Times New Roman" panose="02020603050405020304" pitchFamily="18" charset="0"/>
                </a:rPr>
                <a:t>10</a:t>
              </a:r>
              <a:r>
                <a:rPr lang="zh-CN" altLang="en-US" sz="2400">
                  <a:latin typeface="Times New Roman" panose="02020603050405020304" pitchFamily="18" charset="0"/>
                </a:rPr>
                <a:t>；</a:t>
              </a:r>
              <a:r>
                <a:rPr lang="en-US" altLang="zh-CN" sz="2400">
                  <a:solidFill>
                    <a:srgbClr val="FF3300"/>
                  </a:solidFill>
                  <a:latin typeface="Times New Roman" panose="02020603050405020304" pitchFamily="18" charset="0"/>
                </a:rPr>
                <a:t>20</a:t>
              </a:r>
              <a:endParaRPr lang="en-US" altLang="zh-CN" sz="2400">
                <a:solidFill>
                  <a:srgbClr val="FF3300"/>
                </a:solidFill>
                <a:latin typeface="Times New Roman" panose="02020603050405020304" pitchFamily="18" charset="0"/>
              </a:endParaRPr>
            </a:p>
          </p:txBody>
        </p:sp>
        <p:sp>
          <p:nvSpPr>
            <p:cNvPr id="238675" name="文本框 238674"/>
            <p:cNvSpPr txBox="1"/>
            <p:nvPr/>
          </p:nvSpPr>
          <p:spPr>
            <a:xfrm>
              <a:off x="3435" y="1953"/>
              <a:ext cx="1226"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dirty="0">
                  <a:latin typeface="Times New Roman" panose="02020603050405020304" pitchFamily="18" charset="0"/>
                </a:rPr>
                <a:t>丁：</a:t>
              </a:r>
              <a:r>
                <a:rPr lang="en-US" altLang="zh-CN" sz="2400">
                  <a:latin typeface="Times New Roman" panose="02020603050405020304" pitchFamily="18" charset="0"/>
                </a:rPr>
                <a:t>10</a:t>
              </a:r>
              <a:r>
                <a:rPr lang="zh-CN" altLang="en-US" sz="2400">
                  <a:latin typeface="Times New Roman" panose="02020603050405020304" pitchFamily="18" charset="0"/>
                </a:rPr>
                <a:t>；</a:t>
              </a:r>
              <a:r>
                <a:rPr lang="en-US" altLang="zh-CN" sz="2400">
                  <a:solidFill>
                    <a:srgbClr val="FF3300"/>
                  </a:solidFill>
                  <a:latin typeface="Times New Roman" panose="02020603050405020304" pitchFamily="18" charset="0"/>
                </a:rPr>
                <a:t>40</a:t>
              </a:r>
              <a:endParaRPr lang="en-US" altLang="zh-CN" sz="2400">
                <a:solidFill>
                  <a:srgbClr val="FF3300"/>
                </a:solidFill>
                <a:latin typeface="Times New Roman" panose="02020603050405020304" pitchFamily="18" charset="0"/>
              </a:endParaRPr>
            </a:p>
          </p:txBody>
        </p:sp>
        <p:sp>
          <p:nvSpPr>
            <p:cNvPr id="238676" name="文本框 238675"/>
            <p:cNvSpPr txBox="1"/>
            <p:nvPr/>
          </p:nvSpPr>
          <p:spPr>
            <a:xfrm>
              <a:off x="333" y="570"/>
              <a:ext cx="324" cy="1681"/>
            </a:xfrm>
            <a:prstGeom prst="rect">
              <a:avLst/>
            </a:prstGeom>
            <a:noFill/>
            <a:ln w="9525">
              <a:noFill/>
            </a:ln>
          </p:spPr>
          <p:txBody>
            <a:bodyPr vert="eaVert">
              <a:spAutoFit/>
            </a:bodyPr>
            <a:p>
              <a:pPr algn="l">
                <a:lnSpc>
                  <a:spcPct val="90000"/>
                </a:lnSpc>
                <a:spcBef>
                  <a:spcPct val="50000"/>
                </a:spcBef>
                <a:buClr>
                  <a:schemeClr val="bg1"/>
                </a:buClr>
              </a:pPr>
              <a:r>
                <a:rPr lang="zh-CN" altLang="en-US" sz="2400" dirty="0">
                  <a:latin typeface="Times New Roman" panose="02020603050405020304" pitchFamily="18" charset="0"/>
                </a:rPr>
                <a:t>水库供水量</a:t>
              </a:r>
              <a:r>
                <a:rPr lang="en-US" altLang="zh-CN" sz="240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rPr>
                <a:t>千吨</a:t>
              </a:r>
              <a:r>
                <a:rPr lang="en-US" altLang="zh-CN" sz="2400">
                  <a:latin typeface="Times New Roman" panose="02020603050405020304" pitchFamily="18" charset="0"/>
                  <a:cs typeface="Times New Roman" panose="02020603050405020304" pitchFamily="18" charset="0"/>
                </a:rPr>
                <a:t>)</a:t>
              </a:r>
              <a:endParaRPr lang="en-US" altLang="zh-CN" sz="2400">
                <a:latin typeface="Times New Roman" panose="02020603050405020304" pitchFamily="18" charset="0"/>
              </a:endParaRPr>
            </a:p>
          </p:txBody>
        </p:sp>
        <p:sp>
          <p:nvSpPr>
            <p:cNvPr id="238677" name="文本框 238676"/>
            <p:cNvSpPr txBox="1"/>
            <p:nvPr/>
          </p:nvSpPr>
          <p:spPr>
            <a:xfrm>
              <a:off x="4825" y="251"/>
              <a:ext cx="323" cy="1954"/>
            </a:xfrm>
            <a:prstGeom prst="rect">
              <a:avLst/>
            </a:prstGeom>
            <a:noFill/>
            <a:ln w="9525">
              <a:noFill/>
            </a:ln>
          </p:spPr>
          <p:txBody>
            <a:bodyPr vert="eaVert">
              <a:spAutoFit/>
            </a:bodyPr>
            <a:p>
              <a:pPr algn="dist">
                <a:lnSpc>
                  <a:spcPct val="90000"/>
                </a:lnSpc>
                <a:buClr>
                  <a:schemeClr val="bg1"/>
                </a:buClr>
              </a:pPr>
              <a:r>
                <a:rPr lang="zh-CN" altLang="en-US" sz="2400" dirty="0">
                  <a:latin typeface="Times New Roman" panose="02020603050405020304" pitchFamily="18" charset="0"/>
                </a:rPr>
                <a:t>小区基本用水量</a:t>
              </a:r>
              <a:r>
                <a:rPr lang="en-US" altLang="zh-CN" sz="240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rPr>
                <a:t>千吨</a:t>
              </a:r>
              <a:r>
                <a:rPr lang="en-US" altLang="zh-CN" sz="2400">
                  <a:latin typeface="Times New Roman" panose="02020603050405020304" pitchFamily="18" charset="0"/>
                  <a:cs typeface="Times New Roman" panose="02020603050405020304" pitchFamily="18" charset="0"/>
                </a:rPr>
                <a:t>)</a:t>
              </a:r>
              <a:endParaRPr lang="en-US" altLang="zh-CN" sz="2400">
                <a:latin typeface="Times New Roman" panose="02020603050405020304" pitchFamily="18" charset="0"/>
                <a:ea typeface="Times New Roman" panose="02020603050405020304" pitchFamily="18" charset="0"/>
              </a:endParaRPr>
            </a:p>
          </p:txBody>
        </p:sp>
        <p:sp>
          <p:nvSpPr>
            <p:cNvPr id="238678" name="直接连接符 238677"/>
            <p:cNvSpPr/>
            <p:nvPr/>
          </p:nvSpPr>
          <p:spPr>
            <a:xfrm>
              <a:off x="1996" y="788"/>
              <a:ext cx="1395" cy="0"/>
            </a:xfrm>
            <a:prstGeom prst="line">
              <a:avLst/>
            </a:prstGeom>
            <a:ln w="9525" cap="flat" cmpd="sng">
              <a:solidFill>
                <a:schemeClr val="tx1"/>
              </a:solidFill>
              <a:prstDash val="solid"/>
              <a:headEnd type="none" w="med" len="med"/>
              <a:tailEnd type="triangle" w="med" len="med"/>
            </a:ln>
          </p:spPr>
        </p:sp>
        <p:sp>
          <p:nvSpPr>
            <p:cNvPr id="238679" name="直接连接符 238678"/>
            <p:cNvSpPr/>
            <p:nvPr/>
          </p:nvSpPr>
          <p:spPr>
            <a:xfrm>
              <a:off x="1996" y="788"/>
              <a:ext cx="1439" cy="401"/>
            </a:xfrm>
            <a:prstGeom prst="line">
              <a:avLst/>
            </a:prstGeom>
            <a:ln w="9525" cap="flat" cmpd="sng">
              <a:solidFill>
                <a:schemeClr val="tx1"/>
              </a:solidFill>
              <a:prstDash val="solid"/>
              <a:headEnd type="none" w="med" len="med"/>
              <a:tailEnd type="triangle" w="med" len="med"/>
            </a:ln>
          </p:spPr>
        </p:sp>
        <p:sp>
          <p:nvSpPr>
            <p:cNvPr id="238680" name="直接连接符 238679"/>
            <p:cNvSpPr/>
            <p:nvPr/>
          </p:nvSpPr>
          <p:spPr>
            <a:xfrm>
              <a:off x="1996" y="825"/>
              <a:ext cx="1439" cy="765"/>
            </a:xfrm>
            <a:prstGeom prst="line">
              <a:avLst/>
            </a:prstGeom>
            <a:ln w="9525" cap="flat" cmpd="sng">
              <a:solidFill>
                <a:schemeClr val="tx1"/>
              </a:solidFill>
              <a:prstDash val="solid"/>
              <a:headEnd type="none" w="med" len="med"/>
              <a:tailEnd type="triangle" w="med" len="med"/>
            </a:ln>
          </p:spPr>
        </p:sp>
        <p:sp>
          <p:nvSpPr>
            <p:cNvPr id="238681" name="直接连接符 238680"/>
            <p:cNvSpPr/>
            <p:nvPr/>
          </p:nvSpPr>
          <p:spPr>
            <a:xfrm>
              <a:off x="1996" y="861"/>
              <a:ext cx="1439" cy="1239"/>
            </a:xfrm>
            <a:prstGeom prst="line">
              <a:avLst/>
            </a:prstGeom>
            <a:ln w="9525" cap="flat" cmpd="sng">
              <a:solidFill>
                <a:schemeClr val="tx1"/>
              </a:solidFill>
              <a:prstDash val="solid"/>
              <a:headEnd type="none" w="med" len="med"/>
              <a:tailEnd type="triangle" w="med" len="med"/>
            </a:ln>
          </p:spPr>
        </p:sp>
        <p:sp>
          <p:nvSpPr>
            <p:cNvPr id="238682" name="直接连接符 238681"/>
            <p:cNvSpPr/>
            <p:nvPr/>
          </p:nvSpPr>
          <p:spPr>
            <a:xfrm>
              <a:off x="1996" y="1262"/>
              <a:ext cx="1395" cy="0"/>
            </a:xfrm>
            <a:prstGeom prst="line">
              <a:avLst/>
            </a:prstGeom>
            <a:ln w="9525" cap="flat" cmpd="sng">
              <a:solidFill>
                <a:schemeClr val="tx1"/>
              </a:solidFill>
              <a:prstDash val="solid"/>
              <a:headEnd type="none" w="med" len="med"/>
              <a:tailEnd type="triangle" w="med" len="med"/>
            </a:ln>
          </p:spPr>
        </p:sp>
        <p:sp>
          <p:nvSpPr>
            <p:cNvPr id="238683" name="直接连接符 238682"/>
            <p:cNvSpPr/>
            <p:nvPr/>
          </p:nvSpPr>
          <p:spPr>
            <a:xfrm flipV="1">
              <a:off x="1996" y="825"/>
              <a:ext cx="1395" cy="400"/>
            </a:xfrm>
            <a:prstGeom prst="line">
              <a:avLst/>
            </a:prstGeom>
            <a:ln w="9525" cap="flat" cmpd="sng">
              <a:solidFill>
                <a:schemeClr val="tx1"/>
              </a:solidFill>
              <a:prstDash val="solid"/>
              <a:headEnd type="none" w="med" len="med"/>
              <a:tailEnd type="triangle" w="med" len="med"/>
            </a:ln>
          </p:spPr>
        </p:sp>
        <p:sp>
          <p:nvSpPr>
            <p:cNvPr id="238684" name="直接连接符 238683"/>
            <p:cNvSpPr/>
            <p:nvPr/>
          </p:nvSpPr>
          <p:spPr>
            <a:xfrm>
              <a:off x="1996" y="1262"/>
              <a:ext cx="1439" cy="400"/>
            </a:xfrm>
            <a:prstGeom prst="line">
              <a:avLst/>
            </a:prstGeom>
            <a:ln w="9525" cap="flat" cmpd="sng">
              <a:solidFill>
                <a:schemeClr val="tx1"/>
              </a:solidFill>
              <a:prstDash val="solid"/>
              <a:headEnd type="none" w="med" len="med"/>
              <a:tailEnd type="triangle" w="med" len="med"/>
            </a:ln>
          </p:spPr>
        </p:sp>
        <p:sp>
          <p:nvSpPr>
            <p:cNvPr id="238685" name="直接连接符 238684"/>
            <p:cNvSpPr/>
            <p:nvPr/>
          </p:nvSpPr>
          <p:spPr>
            <a:xfrm>
              <a:off x="1952" y="1371"/>
              <a:ext cx="1439" cy="765"/>
            </a:xfrm>
            <a:prstGeom prst="line">
              <a:avLst/>
            </a:prstGeom>
            <a:ln w="9525" cap="flat" cmpd="sng">
              <a:solidFill>
                <a:schemeClr val="tx1"/>
              </a:solidFill>
              <a:prstDash val="solid"/>
              <a:headEnd type="none" w="med" len="med"/>
              <a:tailEnd type="triangle" w="med" len="med"/>
            </a:ln>
          </p:spPr>
        </p:sp>
        <p:sp>
          <p:nvSpPr>
            <p:cNvPr id="238686" name="直接连接符 238685"/>
            <p:cNvSpPr/>
            <p:nvPr/>
          </p:nvSpPr>
          <p:spPr>
            <a:xfrm>
              <a:off x="2039" y="1771"/>
              <a:ext cx="1396" cy="0"/>
            </a:xfrm>
            <a:prstGeom prst="line">
              <a:avLst/>
            </a:prstGeom>
            <a:ln w="9525" cap="flat" cmpd="sng">
              <a:solidFill>
                <a:schemeClr val="tx1"/>
              </a:solidFill>
              <a:prstDash val="solid"/>
              <a:headEnd type="none" w="med" len="med"/>
              <a:tailEnd type="triangle" w="med" len="med"/>
            </a:ln>
          </p:spPr>
        </p:sp>
        <p:sp>
          <p:nvSpPr>
            <p:cNvPr id="238687" name="直接连接符 238686"/>
            <p:cNvSpPr/>
            <p:nvPr/>
          </p:nvSpPr>
          <p:spPr>
            <a:xfrm flipV="1">
              <a:off x="1996" y="898"/>
              <a:ext cx="1395" cy="801"/>
            </a:xfrm>
            <a:prstGeom prst="line">
              <a:avLst/>
            </a:prstGeom>
            <a:ln w="9525" cap="flat" cmpd="sng">
              <a:solidFill>
                <a:schemeClr val="tx1"/>
              </a:solidFill>
              <a:prstDash val="solid"/>
              <a:headEnd type="none" w="med" len="med"/>
              <a:tailEnd type="triangle" w="med" len="med"/>
            </a:ln>
          </p:spPr>
        </p:sp>
        <p:sp>
          <p:nvSpPr>
            <p:cNvPr id="238688" name="直接连接符 238687"/>
            <p:cNvSpPr/>
            <p:nvPr/>
          </p:nvSpPr>
          <p:spPr>
            <a:xfrm flipV="1">
              <a:off x="1996" y="1335"/>
              <a:ext cx="1395" cy="400"/>
            </a:xfrm>
            <a:prstGeom prst="line">
              <a:avLst/>
            </a:prstGeom>
            <a:ln w="9525" cap="flat" cmpd="sng">
              <a:solidFill>
                <a:schemeClr val="tx1"/>
              </a:solidFill>
              <a:prstDash val="solid"/>
              <a:headEnd type="none" w="med" len="med"/>
              <a:tailEnd type="triangle" w="med" len="med"/>
            </a:ln>
          </p:spPr>
        </p:sp>
        <p:sp>
          <p:nvSpPr>
            <p:cNvPr id="238689" name="文本框 238688"/>
            <p:cNvSpPr txBox="1"/>
            <p:nvPr/>
          </p:nvSpPr>
          <p:spPr>
            <a:xfrm>
              <a:off x="5188" y="296"/>
              <a:ext cx="323" cy="2000"/>
            </a:xfrm>
            <a:prstGeom prst="rect">
              <a:avLst/>
            </a:prstGeom>
            <a:noFill/>
            <a:ln w="9525">
              <a:noFill/>
            </a:ln>
          </p:spPr>
          <p:txBody>
            <a:bodyPr vert="eaVert">
              <a:spAutoFit/>
            </a:bodyPr>
            <a:p>
              <a:pPr algn="l">
                <a:lnSpc>
                  <a:spcPct val="90000"/>
                </a:lnSpc>
                <a:buClr>
                  <a:schemeClr val="bg1"/>
                </a:buClr>
              </a:pPr>
              <a:r>
                <a:rPr lang="zh-CN" altLang="en-US" sz="2400" dirty="0">
                  <a:solidFill>
                    <a:srgbClr val="FF3300"/>
                  </a:solidFill>
                  <a:latin typeface="Times New Roman" panose="02020603050405020304" pitchFamily="18" charset="0"/>
                </a:rPr>
                <a:t>小区额外用水量</a:t>
              </a:r>
              <a:r>
                <a:rPr lang="en-US" altLang="zh-CN" sz="2400">
                  <a:solidFill>
                    <a:srgbClr val="FF3300"/>
                  </a:solidFill>
                  <a:latin typeface="Times New Roman" panose="02020603050405020304" pitchFamily="18" charset="0"/>
                  <a:cs typeface="Times New Roman" panose="02020603050405020304" pitchFamily="18" charset="0"/>
                </a:rPr>
                <a:t>(</a:t>
              </a:r>
              <a:r>
                <a:rPr lang="zh-CN" altLang="en-US" sz="2400" dirty="0">
                  <a:solidFill>
                    <a:srgbClr val="FF3300"/>
                  </a:solidFill>
                  <a:latin typeface="Times New Roman" panose="02020603050405020304" pitchFamily="18" charset="0"/>
                </a:rPr>
                <a:t>千吨</a:t>
              </a:r>
              <a:r>
                <a:rPr lang="en-US" altLang="zh-CN" sz="2400">
                  <a:solidFill>
                    <a:srgbClr val="FF3300"/>
                  </a:solidFill>
                  <a:latin typeface="Times New Roman" panose="02020603050405020304" pitchFamily="18" charset="0"/>
                  <a:cs typeface="Times New Roman" panose="02020603050405020304" pitchFamily="18" charset="0"/>
                </a:rPr>
                <a:t>)</a:t>
              </a:r>
              <a:endParaRPr lang="en-US" altLang="zh-CN" sz="2400">
                <a:solidFill>
                  <a:srgbClr val="FF3300"/>
                </a:solidFill>
                <a:latin typeface="Times New Roman" panose="02020603050405020304" pitchFamily="18" charset="0"/>
                <a:ea typeface="Times New Roman" panose="02020603050405020304" pitchFamily="18" charset="0"/>
              </a:endParaRPr>
            </a:p>
          </p:txBody>
        </p:sp>
        <p:sp>
          <p:nvSpPr>
            <p:cNvPr id="238690" name="文本框 238689"/>
            <p:cNvSpPr txBox="1"/>
            <p:nvPr/>
          </p:nvSpPr>
          <p:spPr>
            <a:xfrm>
              <a:off x="1973" y="1936"/>
              <a:ext cx="1088" cy="288"/>
            </a:xfrm>
            <a:prstGeom prst="rect">
              <a:avLst/>
            </a:prstGeom>
            <a:noFill/>
            <a:ln w="9525">
              <a:noFill/>
            </a:ln>
          </p:spPr>
          <p:txBody>
            <a:bodyPr>
              <a:spAutoFit/>
            </a:bodyPr>
            <a:p>
              <a:pPr algn="l">
                <a:spcBef>
                  <a:spcPct val="50000"/>
                </a:spcBef>
                <a:buClr>
                  <a:schemeClr val="bg1"/>
                </a:buClr>
              </a:pPr>
              <a:r>
                <a:rPr lang="zh-CN" altLang="en-US" sz="2400" dirty="0">
                  <a:latin typeface="Times New Roman" panose="02020603050405020304" pitchFamily="18" charset="0"/>
                </a:rPr>
                <a:t>（以天计）</a:t>
              </a:r>
              <a:endParaRPr lang="zh-CN" altLang="en-US" sz="2400">
                <a:latin typeface="Times New Roman" panose="02020603050405020304" pitchFamily="18" charset="0"/>
              </a:endParaRPr>
            </a:p>
          </p:txBody>
        </p:sp>
      </p:gr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38665"/>
                                        </p:tgtEl>
                                        <p:attrNameLst>
                                          <p:attrName>style.visibility</p:attrName>
                                        </p:attrNameLst>
                                      </p:cBhvr>
                                      <p:to>
                                        <p:strVal val="visible"/>
                                      </p:to>
                                    </p:set>
                                    <p:animEffect transition="in" filter="box(out)">
                                      <p:cBhvr>
                                        <p:cTn id="7" dur="500"/>
                                        <p:tgtEl>
                                          <p:spTgt spid="23866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38663"/>
                                        </p:tgtEl>
                                        <p:attrNameLst>
                                          <p:attrName>style.visibility</p:attrName>
                                        </p:attrNameLst>
                                      </p:cBhvr>
                                      <p:to>
                                        <p:strVal val="visible"/>
                                      </p:to>
                                    </p:set>
                                    <p:animEffect transition="in" filter="blinds(vertical)">
                                      <p:cBhvr>
                                        <p:cTn id="12" dur="500"/>
                                        <p:tgtEl>
                                          <p:spTgt spid="23866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38664"/>
                                        </p:tgtEl>
                                        <p:attrNameLst>
                                          <p:attrName>style.visibility</p:attrName>
                                        </p:attrNameLst>
                                      </p:cBhvr>
                                      <p:to>
                                        <p:strVal val="visible"/>
                                      </p:to>
                                    </p:set>
                                    <p:anim calcmode="lin" valueType="num">
                                      <p:cBhvr additive="base">
                                        <p:cTn id="17" dur="500" fill="hold"/>
                                        <p:tgtEl>
                                          <p:spTgt spid="238664"/>
                                        </p:tgtEl>
                                        <p:attrNameLst>
                                          <p:attrName>ppt_x</p:attrName>
                                        </p:attrNameLst>
                                      </p:cBhvr>
                                      <p:tavLst>
                                        <p:tav tm="0">
                                          <p:val>
                                            <p:strVal val="0-#ppt_w/2"/>
                                          </p:val>
                                        </p:tav>
                                        <p:tav tm="100000">
                                          <p:val>
                                            <p:strVal val="#ppt_x"/>
                                          </p:val>
                                        </p:tav>
                                      </p:tavLst>
                                    </p:anim>
                                    <p:anim calcmode="lin" valueType="num">
                                      <p:cBhvr additive="base">
                                        <p:cTn id="18" dur="500" fill="hold"/>
                                        <p:tgtEl>
                                          <p:spTgt spid="23866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238659"/>
                                        </p:tgtEl>
                                        <p:attrNameLst>
                                          <p:attrName>style.visibility</p:attrName>
                                        </p:attrNameLst>
                                      </p:cBhvr>
                                      <p:to>
                                        <p:strVal val="visible"/>
                                      </p:to>
                                    </p:set>
                                    <p:animEffect transition="in" filter="box(in)">
                                      <p:cBhvr>
                                        <p:cTn id="23" dur="500"/>
                                        <p:tgtEl>
                                          <p:spTgt spid="238659"/>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238597"/>
                                        </p:tgtEl>
                                        <p:attrNameLst>
                                          <p:attrName>style.visibility</p:attrName>
                                        </p:attrNameLst>
                                      </p:cBhvr>
                                      <p:to>
                                        <p:strVal val="visible"/>
                                      </p:to>
                                    </p:set>
                                    <p:animEffect transition="in" filter="checkerboard(across)">
                                      <p:cBhvr>
                                        <p:cTn id="28" dur="500"/>
                                        <p:tgtEl>
                                          <p:spTgt spid="238597"/>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238594"/>
                                        </p:tgtEl>
                                        <p:attrNameLst>
                                          <p:attrName>style.visibility</p:attrName>
                                        </p:attrNameLst>
                                      </p:cBhvr>
                                      <p:to>
                                        <p:strVal val="visible"/>
                                      </p:to>
                                    </p:set>
                                    <p:animEffect transition="in" filter="checkerboard(across)">
                                      <p:cBhvr>
                                        <p:cTn id="33" dur="500"/>
                                        <p:tgtEl>
                                          <p:spTgt spid="238594"/>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238595"/>
                                        </p:tgtEl>
                                        <p:attrNameLst>
                                          <p:attrName>style.visibility</p:attrName>
                                        </p:attrNameLst>
                                      </p:cBhvr>
                                      <p:to>
                                        <p:strVal val="visible"/>
                                      </p:to>
                                    </p:set>
                                    <p:animEffect transition="in" filter="checkerboard(across)">
                                      <p:cBhvr>
                                        <p:cTn id="38" dur="500"/>
                                        <p:tgtEl>
                                          <p:spTgt spid="238595"/>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238596"/>
                                        </p:tgtEl>
                                        <p:attrNameLst>
                                          <p:attrName>style.visibility</p:attrName>
                                        </p:attrNameLst>
                                      </p:cBhvr>
                                      <p:to>
                                        <p:strVal val="visible"/>
                                      </p:to>
                                    </p:set>
                                    <p:animEffect transition="in" filter="box(in)">
                                      <p:cBhvr>
                                        <p:cTn id="43" dur="500"/>
                                        <p:tgtEl>
                                          <p:spTgt spid="238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4" grpId="0" animBg="1"/>
      <p:bldP spid="238595" grpId="0" animBg="1"/>
      <p:bldP spid="238596" grpId="0" animBg="1"/>
      <p:bldP spid="238663" grpId="0" animBg="1"/>
      <p:bldP spid="23866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9618" name="文本框 239617"/>
          <p:cNvSpPr txBox="1"/>
          <p:nvPr/>
        </p:nvSpPr>
        <p:spPr>
          <a:xfrm>
            <a:off x="1143000" y="2833688"/>
            <a:ext cx="2514600" cy="519112"/>
          </a:xfrm>
          <a:prstGeom prst="rect">
            <a:avLst/>
          </a:prstGeom>
          <a:no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总供水量：</a:t>
            </a:r>
            <a:r>
              <a:rPr lang="en-US" altLang="zh-CN" sz="2800">
                <a:latin typeface="Times New Roman" panose="02020603050405020304" pitchFamily="18" charset="0"/>
              </a:rPr>
              <a:t>160</a:t>
            </a:r>
            <a:endParaRPr lang="en-US" altLang="zh-CN" sz="2800">
              <a:latin typeface="Times New Roman" panose="02020603050405020304" pitchFamily="18" charset="0"/>
            </a:endParaRPr>
          </a:p>
        </p:txBody>
      </p:sp>
      <p:sp>
        <p:nvSpPr>
          <p:cNvPr id="239619" name="文本框 239618"/>
          <p:cNvSpPr txBox="1"/>
          <p:nvPr/>
        </p:nvSpPr>
        <p:spPr>
          <a:xfrm>
            <a:off x="457200" y="5638800"/>
            <a:ext cx="4191000" cy="519113"/>
          </a:xfrm>
          <a:prstGeom prst="rect">
            <a:avLst/>
          </a:prstGeom>
          <a:solidFill>
            <a:srgbClr val="FFCCFF"/>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确定送水方案</a:t>
            </a:r>
            <a:r>
              <a:rPr lang="zh-CN" altLang="en-US" sz="2800" dirty="0">
                <a:latin typeface="宋体" panose="02010600030101010101" pitchFamily="2" charset="-122"/>
              </a:rPr>
              <a:t>使利润最大</a:t>
            </a:r>
            <a:endParaRPr lang="zh-CN" altLang="en-US" sz="2800">
              <a:latin typeface="Times New Roman" panose="02020603050405020304" pitchFamily="18" charset="0"/>
            </a:endParaRPr>
          </a:p>
        </p:txBody>
      </p:sp>
      <p:sp>
        <p:nvSpPr>
          <p:cNvPr id="239620" name="文本框 239619"/>
          <p:cNvSpPr txBox="1"/>
          <p:nvPr/>
        </p:nvSpPr>
        <p:spPr>
          <a:xfrm>
            <a:off x="457200" y="609600"/>
            <a:ext cx="1066800" cy="1066800"/>
          </a:xfrm>
          <a:prstGeom prst="rect">
            <a:avLst/>
          </a:prstGeom>
          <a:solidFill>
            <a:srgbClr val="FFCCFF"/>
          </a:solidFill>
          <a:ln w="9525">
            <a:noFill/>
          </a:ln>
        </p:spPr>
        <p:txBody>
          <a:bodyPr>
            <a:spAutoFit/>
          </a:bodyPr>
          <a:p>
            <a:pPr algn="l">
              <a:spcBef>
                <a:spcPct val="50000"/>
              </a:spcBef>
              <a:buClr>
                <a:schemeClr val="bg1"/>
              </a:buClr>
            </a:pPr>
            <a:r>
              <a:rPr lang="zh-CN" altLang="en-US" sz="3200" dirty="0">
                <a:latin typeface="Times New Roman" panose="02020603050405020304" pitchFamily="18" charset="0"/>
                <a:ea typeface="楷体_GB2312" panose="02010609030101010101" pitchFamily="49" charset="-122"/>
              </a:rPr>
              <a:t>问题分析</a:t>
            </a:r>
            <a:endParaRPr lang="zh-CN" altLang="en-US" sz="3200" dirty="0">
              <a:latin typeface="Times New Roman" panose="02020603050405020304" pitchFamily="18" charset="0"/>
              <a:ea typeface="楷体_GB2312" panose="02010609030101010101" pitchFamily="49" charset="-122"/>
            </a:endParaRPr>
          </a:p>
        </p:txBody>
      </p:sp>
      <p:grpSp>
        <p:nvGrpSpPr>
          <p:cNvPr id="239621" name="组合 239620"/>
          <p:cNvGrpSpPr/>
          <p:nvPr/>
        </p:nvGrpSpPr>
        <p:grpSpPr>
          <a:xfrm>
            <a:off x="1828800" y="482600"/>
            <a:ext cx="6656388" cy="2260600"/>
            <a:chOff x="717" y="519"/>
            <a:chExt cx="4193" cy="1424"/>
          </a:xfrm>
        </p:grpSpPr>
        <p:sp>
          <p:nvSpPr>
            <p:cNvPr id="239622" name="椭圆 239621"/>
            <p:cNvSpPr/>
            <p:nvPr/>
          </p:nvSpPr>
          <p:spPr>
            <a:xfrm>
              <a:off x="717" y="519"/>
              <a:ext cx="1318" cy="385"/>
            </a:xfrm>
            <a:prstGeom prst="ellipse">
              <a:avLst/>
            </a:prstGeom>
            <a:noFill/>
            <a:ln w="9525" cap="flat" cmpd="sng">
              <a:solidFill>
                <a:schemeClr val="tx1"/>
              </a:solidFill>
              <a:prstDash val="solid"/>
              <a:headEnd type="none" w="med" len="med"/>
              <a:tailEnd type="none" w="med" len="med"/>
            </a:ln>
          </p:spPr>
          <p:txBody>
            <a:bodyPr/>
            <a:p>
              <a:endParaRPr lang="zh-CN" altLang="en-US"/>
            </a:p>
          </p:txBody>
        </p:sp>
        <p:sp>
          <p:nvSpPr>
            <p:cNvPr id="239623" name="文本框 239622"/>
            <p:cNvSpPr txBox="1"/>
            <p:nvPr/>
          </p:nvSpPr>
          <p:spPr>
            <a:xfrm>
              <a:off x="1008" y="576"/>
              <a:ext cx="768" cy="288"/>
            </a:xfrm>
            <a:prstGeom prst="rect">
              <a:avLst/>
            </a:prstGeom>
            <a:noFill/>
            <a:ln w="9525">
              <a:noFill/>
            </a:ln>
          </p:spPr>
          <p:txBody>
            <a:bodyPr>
              <a:spAutoFit/>
            </a:bodyPr>
            <a:p>
              <a:pPr algn="l">
                <a:spcBef>
                  <a:spcPct val="50000"/>
                </a:spcBef>
                <a:buClr>
                  <a:schemeClr val="bg1"/>
                </a:buClr>
              </a:pPr>
              <a:r>
                <a:rPr lang="en-US" altLang="zh-CN" sz="2400">
                  <a:latin typeface="Times New Roman" panose="02020603050405020304" pitchFamily="18" charset="0"/>
                </a:rPr>
                <a:t>A</a:t>
              </a:r>
              <a:r>
                <a:rPr lang="zh-CN" altLang="en-US" sz="2400">
                  <a:latin typeface="Times New Roman" panose="02020603050405020304" pitchFamily="18" charset="0"/>
                </a:rPr>
                <a:t>：</a:t>
              </a:r>
              <a:r>
                <a:rPr lang="en-US" altLang="zh-CN" sz="2400">
                  <a:latin typeface="Times New Roman" panose="02020603050405020304" pitchFamily="18" charset="0"/>
                </a:rPr>
                <a:t>50</a:t>
              </a:r>
              <a:endParaRPr lang="en-US" altLang="zh-CN" sz="2400">
                <a:latin typeface="Times New Roman" panose="02020603050405020304" pitchFamily="18" charset="0"/>
              </a:endParaRPr>
            </a:p>
          </p:txBody>
        </p:sp>
        <p:sp>
          <p:nvSpPr>
            <p:cNvPr id="239624" name="椭圆 239623"/>
            <p:cNvSpPr/>
            <p:nvPr/>
          </p:nvSpPr>
          <p:spPr>
            <a:xfrm>
              <a:off x="717" y="1058"/>
              <a:ext cx="1318" cy="385"/>
            </a:xfrm>
            <a:prstGeom prst="ellipse">
              <a:avLst/>
            </a:prstGeom>
            <a:noFill/>
            <a:ln w="9525" cap="flat" cmpd="sng">
              <a:solidFill>
                <a:schemeClr val="tx1"/>
              </a:solidFill>
              <a:prstDash val="solid"/>
              <a:headEnd type="none" w="med" len="med"/>
              <a:tailEnd type="none" w="med" len="med"/>
            </a:ln>
          </p:spPr>
          <p:txBody>
            <a:bodyPr/>
            <a:p>
              <a:endParaRPr lang="zh-CN" altLang="en-US"/>
            </a:p>
          </p:txBody>
        </p:sp>
        <p:sp>
          <p:nvSpPr>
            <p:cNvPr id="239625" name="文本框 239624"/>
            <p:cNvSpPr txBox="1"/>
            <p:nvPr/>
          </p:nvSpPr>
          <p:spPr>
            <a:xfrm>
              <a:off x="953" y="1135"/>
              <a:ext cx="894" cy="288"/>
            </a:xfrm>
            <a:prstGeom prst="rect">
              <a:avLst/>
            </a:prstGeom>
            <a:noFill/>
            <a:ln w="9525">
              <a:noFill/>
            </a:ln>
          </p:spPr>
          <p:txBody>
            <a:bodyPr>
              <a:spAutoFit/>
            </a:bodyPr>
            <a:p>
              <a:pPr algn="l">
                <a:spcBef>
                  <a:spcPct val="50000"/>
                </a:spcBef>
                <a:buClr>
                  <a:schemeClr val="bg1"/>
                </a:buClr>
              </a:pPr>
              <a:r>
                <a:rPr lang="en-US" altLang="zh-CN" sz="2400">
                  <a:latin typeface="Times New Roman" panose="02020603050405020304" pitchFamily="18" charset="0"/>
                </a:rPr>
                <a:t>B</a:t>
              </a:r>
              <a:r>
                <a:rPr lang="zh-CN" altLang="en-US" sz="2400">
                  <a:latin typeface="Times New Roman" panose="02020603050405020304" pitchFamily="18" charset="0"/>
                </a:rPr>
                <a:t>：</a:t>
              </a:r>
              <a:r>
                <a:rPr lang="en-US" altLang="zh-CN" sz="2400">
                  <a:latin typeface="Times New Roman" panose="02020603050405020304" pitchFamily="18" charset="0"/>
                </a:rPr>
                <a:t>60</a:t>
              </a:r>
              <a:endParaRPr lang="en-US" altLang="zh-CN" sz="2400">
                <a:latin typeface="Times New Roman" panose="02020603050405020304" pitchFamily="18" charset="0"/>
              </a:endParaRPr>
            </a:p>
          </p:txBody>
        </p:sp>
        <p:sp>
          <p:nvSpPr>
            <p:cNvPr id="239626" name="椭圆 239625"/>
            <p:cNvSpPr/>
            <p:nvPr/>
          </p:nvSpPr>
          <p:spPr>
            <a:xfrm>
              <a:off x="717" y="1558"/>
              <a:ext cx="1318" cy="385"/>
            </a:xfrm>
            <a:prstGeom prst="ellipse">
              <a:avLst/>
            </a:prstGeom>
            <a:noFill/>
            <a:ln w="9525" cap="flat" cmpd="sng">
              <a:solidFill>
                <a:schemeClr val="tx1"/>
              </a:solidFill>
              <a:prstDash val="solid"/>
              <a:headEnd type="none" w="med" len="med"/>
              <a:tailEnd type="none" w="med" len="med"/>
            </a:ln>
          </p:spPr>
          <p:txBody>
            <a:bodyPr/>
            <a:p>
              <a:endParaRPr lang="zh-CN" altLang="en-US"/>
            </a:p>
          </p:txBody>
        </p:sp>
        <p:sp>
          <p:nvSpPr>
            <p:cNvPr id="239627" name="文本框 239626"/>
            <p:cNvSpPr txBox="1"/>
            <p:nvPr/>
          </p:nvSpPr>
          <p:spPr>
            <a:xfrm>
              <a:off x="953" y="1635"/>
              <a:ext cx="894" cy="288"/>
            </a:xfrm>
            <a:prstGeom prst="rect">
              <a:avLst/>
            </a:prstGeom>
            <a:noFill/>
            <a:ln w="9525">
              <a:noFill/>
            </a:ln>
          </p:spPr>
          <p:txBody>
            <a:bodyPr>
              <a:spAutoFit/>
            </a:bodyPr>
            <a:p>
              <a:pPr algn="l">
                <a:spcBef>
                  <a:spcPct val="50000"/>
                </a:spcBef>
                <a:buClr>
                  <a:schemeClr val="bg1"/>
                </a:buClr>
              </a:pPr>
              <a:r>
                <a:rPr lang="en-US" altLang="zh-CN" sz="2400">
                  <a:latin typeface="Times New Roman" panose="02020603050405020304" pitchFamily="18" charset="0"/>
                </a:rPr>
                <a:t>C</a:t>
              </a:r>
              <a:r>
                <a:rPr lang="zh-CN" altLang="en-US" sz="2400">
                  <a:latin typeface="Times New Roman" panose="02020603050405020304" pitchFamily="18" charset="0"/>
                </a:rPr>
                <a:t>：</a:t>
              </a:r>
              <a:r>
                <a:rPr lang="en-US" altLang="zh-CN" sz="2400">
                  <a:latin typeface="Times New Roman" panose="02020603050405020304" pitchFamily="18" charset="0"/>
                </a:rPr>
                <a:t>50</a:t>
              </a:r>
              <a:endParaRPr lang="en-US" altLang="zh-CN" sz="2400">
                <a:latin typeface="Times New Roman" panose="02020603050405020304" pitchFamily="18" charset="0"/>
              </a:endParaRPr>
            </a:p>
          </p:txBody>
        </p:sp>
        <p:sp>
          <p:nvSpPr>
            <p:cNvPr id="239628" name="文本框 239627"/>
            <p:cNvSpPr txBox="1"/>
            <p:nvPr/>
          </p:nvSpPr>
          <p:spPr>
            <a:xfrm>
              <a:off x="3588" y="570"/>
              <a:ext cx="1322"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dirty="0">
                  <a:latin typeface="Times New Roman" panose="02020603050405020304" pitchFamily="18" charset="0"/>
                </a:rPr>
                <a:t>甲：</a:t>
              </a:r>
              <a:r>
                <a:rPr lang="en-US" altLang="zh-CN" sz="2400">
                  <a:latin typeface="Times New Roman" panose="02020603050405020304" pitchFamily="18" charset="0"/>
                </a:rPr>
                <a:t>30</a:t>
              </a:r>
              <a:r>
                <a:rPr lang="zh-CN" altLang="en-US" sz="2400">
                  <a:latin typeface="Times New Roman" panose="02020603050405020304" pitchFamily="18" charset="0"/>
                </a:rPr>
                <a:t>；</a:t>
              </a:r>
              <a:r>
                <a:rPr lang="en-US" altLang="zh-CN" sz="2400">
                  <a:solidFill>
                    <a:srgbClr val="FF3300"/>
                  </a:solidFill>
                  <a:latin typeface="Times New Roman" panose="02020603050405020304" pitchFamily="18" charset="0"/>
                </a:rPr>
                <a:t>50</a:t>
              </a:r>
              <a:endParaRPr lang="en-US" altLang="zh-CN" sz="2400">
                <a:solidFill>
                  <a:srgbClr val="FF3300"/>
                </a:solidFill>
                <a:latin typeface="Times New Roman" panose="02020603050405020304" pitchFamily="18" charset="0"/>
              </a:endParaRPr>
            </a:p>
          </p:txBody>
        </p:sp>
        <p:sp>
          <p:nvSpPr>
            <p:cNvPr id="239629" name="文本框 239628"/>
            <p:cNvSpPr txBox="1"/>
            <p:nvPr/>
          </p:nvSpPr>
          <p:spPr>
            <a:xfrm>
              <a:off x="3588" y="906"/>
              <a:ext cx="1322"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dirty="0">
                  <a:latin typeface="Times New Roman" panose="02020603050405020304" pitchFamily="18" charset="0"/>
                </a:rPr>
                <a:t>乙：</a:t>
              </a:r>
              <a:r>
                <a:rPr lang="en-US" altLang="zh-CN" sz="2400">
                  <a:latin typeface="Times New Roman" panose="02020603050405020304" pitchFamily="18" charset="0"/>
                </a:rPr>
                <a:t>70</a:t>
              </a:r>
              <a:r>
                <a:rPr lang="zh-CN" altLang="en-US" sz="2400">
                  <a:latin typeface="Times New Roman" panose="02020603050405020304" pitchFamily="18" charset="0"/>
                </a:rPr>
                <a:t>；</a:t>
              </a:r>
              <a:r>
                <a:rPr lang="en-US" altLang="zh-CN" sz="2400">
                  <a:solidFill>
                    <a:srgbClr val="FF3300"/>
                  </a:solidFill>
                  <a:latin typeface="Times New Roman" panose="02020603050405020304" pitchFamily="18" charset="0"/>
                </a:rPr>
                <a:t>70</a:t>
              </a:r>
              <a:endParaRPr lang="en-US" altLang="zh-CN" sz="2400">
                <a:solidFill>
                  <a:srgbClr val="FF3300"/>
                </a:solidFill>
                <a:latin typeface="Times New Roman" panose="02020603050405020304" pitchFamily="18" charset="0"/>
              </a:endParaRPr>
            </a:p>
          </p:txBody>
        </p:sp>
        <p:sp>
          <p:nvSpPr>
            <p:cNvPr id="239630" name="文本框 239629"/>
            <p:cNvSpPr txBox="1"/>
            <p:nvPr/>
          </p:nvSpPr>
          <p:spPr>
            <a:xfrm>
              <a:off x="3588" y="1248"/>
              <a:ext cx="1322"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dirty="0">
                  <a:latin typeface="Times New Roman" panose="02020603050405020304" pitchFamily="18" charset="0"/>
                </a:rPr>
                <a:t>丙：</a:t>
              </a:r>
              <a:r>
                <a:rPr lang="en-US" altLang="zh-CN" sz="2400">
                  <a:latin typeface="Times New Roman" panose="02020603050405020304" pitchFamily="18" charset="0"/>
                </a:rPr>
                <a:t>10</a:t>
              </a:r>
              <a:r>
                <a:rPr lang="zh-CN" altLang="en-US" sz="2400">
                  <a:latin typeface="Times New Roman" panose="02020603050405020304" pitchFamily="18" charset="0"/>
                </a:rPr>
                <a:t>；</a:t>
              </a:r>
              <a:r>
                <a:rPr lang="en-US" altLang="zh-CN" sz="2400">
                  <a:solidFill>
                    <a:srgbClr val="FF3300"/>
                  </a:solidFill>
                  <a:latin typeface="Times New Roman" panose="02020603050405020304" pitchFamily="18" charset="0"/>
                </a:rPr>
                <a:t>20</a:t>
              </a:r>
              <a:endParaRPr lang="en-US" altLang="zh-CN" sz="2400">
                <a:solidFill>
                  <a:srgbClr val="FF3300"/>
                </a:solidFill>
                <a:latin typeface="Times New Roman" panose="02020603050405020304" pitchFamily="18" charset="0"/>
              </a:endParaRPr>
            </a:p>
          </p:txBody>
        </p:sp>
        <p:sp>
          <p:nvSpPr>
            <p:cNvPr id="239631" name="文本框 239630"/>
            <p:cNvSpPr txBox="1"/>
            <p:nvPr/>
          </p:nvSpPr>
          <p:spPr>
            <a:xfrm>
              <a:off x="3588" y="1584"/>
              <a:ext cx="1322"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dirty="0">
                  <a:latin typeface="Times New Roman" panose="02020603050405020304" pitchFamily="18" charset="0"/>
                </a:rPr>
                <a:t>丁：</a:t>
              </a:r>
              <a:r>
                <a:rPr lang="en-US" altLang="zh-CN" sz="2400">
                  <a:latin typeface="Times New Roman" panose="02020603050405020304" pitchFamily="18" charset="0"/>
                </a:rPr>
                <a:t>10</a:t>
              </a:r>
              <a:r>
                <a:rPr lang="zh-CN" altLang="en-US" sz="2400">
                  <a:latin typeface="Times New Roman" panose="02020603050405020304" pitchFamily="18" charset="0"/>
                </a:rPr>
                <a:t>；</a:t>
              </a:r>
              <a:r>
                <a:rPr lang="en-US" altLang="zh-CN" sz="2400">
                  <a:solidFill>
                    <a:srgbClr val="FF3300"/>
                  </a:solidFill>
                  <a:latin typeface="Times New Roman" panose="02020603050405020304" pitchFamily="18" charset="0"/>
                </a:rPr>
                <a:t>40</a:t>
              </a:r>
              <a:endParaRPr lang="en-US" altLang="zh-CN" sz="2400">
                <a:solidFill>
                  <a:srgbClr val="FF3300"/>
                </a:solidFill>
                <a:latin typeface="Times New Roman" panose="02020603050405020304" pitchFamily="18" charset="0"/>
              </a:endParaRPr>
            </a:p>
          </p:txBody>
        </p:sp>
        <p:sp>
          <p:nvSpPr>
            <p:cNvPr id="239632" name="直接连接符 239631"/>
            <p:cNvSpPr/>
            <p:nvPr/>
          </p:nvSpPr>
          <p:spPr>
            <a:xfrm>
              <a:off x="2035" y="711"/>
              <a:ext cx="1505" cy="1"/>
            </a:xfrm>
            <a:prstGeom prst="line">
              <a:avLst/>
            </a:prstGeom>
            <a:ln w="9525" cap="flat" cmpd="sng">
              <a:solidFill>
                <a:schemeClr val="tx1"/>
              </a:solidFill>
              <a:prstDash val="solid"/>
              <a:headEnd type="none" w="med" len="med"/>
              <a:tailEnd type="triangle" w="med" len="med"/>
            </a:ln>
          </p:spPr>
        </p:sp>
        <p:sp>
          <p:nvSpPr>
            <p:cNvPr id="239633" name="直接连接符 239632"/>
            <p:cNvSpPr/>
            <p:nvPr/>
          </p:nvSpPr>
          <p:spPr>
            <a:xfrm>
              <a:off x="2035" y="711"/>
              <a:ext cx="1517" cy="297"/>
            </a:xfrm>
            <a:prstGeom prst="line">
              <a:avLst/>
            </a:prstGeom>
            <a:ln w="9525" cap="flat" cmpd="sng">
              <a:solidFill>
                <a:schemeClr val="tx1"/>
              </a:solidFill>
              <a:prstDash val="solid"/>
              <a:headEnd type="none" w="med" len="med"/>
              <a:tailEnd type="triangle" w="med" len="med"/>
            </a:ln>
          </p:spPr>
        </p:sp>
        <p:sp>
          <p:nvSpPr>
            <p:cNvPr id="239634" name="直接连接符 239633"/>
            <p:cNvSpPr/>
            <p:nvPr/>
          </p:nvSpPr>
          <p:spPr>
            <a:xfrm>
              <a:off x="2016" y="768"/>
              <a:ext cx="1536" cy="624"/>
            </a:xfrm>
            <a:prstGeom prst="line">
              <a:avLst/>
            </a:prstGeom>
            <a:ln w="9525" cap="flat" cmpd="sng">
              <a:solidFill>
                <a:schemeClr val="tx1"/>
              </a:solidFill>
              <a:prstDash val="solid"/>
              <a:headEnd type="none" w="med" len="med"/>
              <a:tailEnd type="triangle" w="med" len="med"/>
            </a:ln>
          </p:spPr>
        </p:sp>
        <p:sp>
          <p:nvSpPr>
            <p:cNvPr id="239635" name="直接连接符 239634"/>
            <p:cNvSpPr/>
            <p:nvPr/>
          </p:nvSpPr>
          <p:spPr>
            <a:xfrm>
              <a:off x="2035" y="788"/>
              <a:ext cx="1565" cy="940"/>
            </a:xfrm>
            <a:prstGeom prst="line">
              <a:avLst/>
            </a:prstGeom>
            <a:ln w="9525" cap="flat" cmpd="sng">
              <a:solidFill>
                <a:schemeClr val="tx1"/>
              </a:solidFill>
              <a:prstDash val="solid"/>
              <a:headEnd type="none" w="med" len="med"/>
              <a:tailEnd type="triangle" w="med" len="med"/>
            </a:ln>
          </p:spPr>
        </p:sp>
        <p:sp>
          <p:nvSpPr>
            <p:cNvPr id="239636" name="直接连接符 239635"/>
            <p:cNvSpPr/>
            <p:nvPr/>
          </p:nvSpPr>
          <p:spPr>
            <a:xfrm flipV="1">
              <a:off x="2035" y="1056"/>
              <a:ext cx="1517" cy="156"/>
            </a:xfrm>
            <a:prstGeom prst="line">
              <a:avLst/>
            </a:prstGeom>
            <a:ln w="9525" cap="flat" cmpd="sng">
              <a:solidFill>
                <a:schemeClr val="tx1"/>
              </a:solidFill>
              <a:prstDash val="solid"/>
              <a:headEnd type="none" w="med" len="med"/>
              <a:tailEnd type="triangle" w="med" len="med"/>
            </a:ln>
          </p:spPr>
        </p:sp>
        <p:sp>
          <p:nvSpPr>
            <p:cNvPr id="239637" name="直接连接符 239636"/>
            <p:cNvSpPr/>
            <p:nvPr/>
          </p:nvSpPr>
          <p:spPr>
            <a:xfrm flipV="1">
              <a:off x="2035" y="750"/>
              <a:ext cx="1505" cy="423"/>
            </a:xfrm>
            <a:prstGeom prst="line">
              <a:avLst/>
            </a:prstGeom>
            <a:ln w="9525" cap="flat" cmpd="sng">
              <a:solidFill>
                <a:schemeClr val="tx1"/>
              </a:solidFill>
              <a:prstDash val="solid"/>
              <a:headEnd type="none" w="med" len="med"/>
              <a:tailEnd type="triangle" w="med" len="med"/>
            </a:ln>
          </p:spPr>
        </p:sp>
        <p:sp>
          <p:nvSpPr>
            <p:cNvPr id="239638" name="直接连接符 239637"/>
            <p:cNvSpPr/>
            <p:nvPr/>
          </p:nvSpPr>
          <p:spPr>
            <a:xfrm>
              <a:off x="2016" y="1200"/>
              <a:ext cx="1536" cy="240"/>
            </a:xfrm>
            <a:prstGeom prst="line">
              <a:avLst/>
            </a:prstGeom>
            <a:ln w="9525" cap="flat" cmpd="sng">
              <a:solidFill>
                <a:schemeClr val="tx1"/>
              </a:solidFill>
              <a:prstDash val="solid"/>
              <a:headEnd type="none" w="med" len="med"/>
              <a:tailEnd type="triangle" w="med" len="med"/>
            </a:ln>
          </p:spPr>
        </p:sp>
        <p:sp>
          <p:nvSpPr>
            <p:cNvPr id="239639" name="直接连接符 239638"/>
            <p:cNvSpPr/>
            <p:nvPr/>
          </p:nvSpPr>
          <p:spPr>
            <a:xfrm>
              <a:off x="2016" y="1344"/>
              <a:ext cx="1584" cy="384"/>
            </a:xfrm>
            <a:prstGeom prst="line">
              <a:avLst/>
            </a:prstGeom>
            <a:ln w="9525" cap="flat" cmpd="sng">
              <a:solidFill>
                <a:schemeClr val="tx1"/>
              </a:solidFill>
              <a:prstDash val="solid"/>
              <a:headEnd type="none" w="med" len="med"/>
              <a:tailEnd type="triangle" w="med" len="med"/>
            </a:ln>
          </p:spPr>
        </p:sp>
        <p:sp>
          <p:nvSpPr>
            <p:cNvPr id="239640" name="直接连接符 239639"/>
            <p:cNvSpPr/>
            <p:nvPr/>
          </p:nvSpPr>
          <p:spPr>
            <a:xfrm flipV="1">
              <a:off x="2082" y="1488"/>
              <a:ext cx="1518" cy="262"/>
            </a:xfrm>
            <a:prstGeom prst="line">
              <a:avLst/>
            </a:prstGeom>
            <a:ln w="9525" cap="flat" cmpd="sng">
              <a:solidFill>
                <a:schemeClr val="tx1"/>
              </a:solidFill>
              <a:prstDash val="solid"/>
              <a:headEnd type="none" w="med" len="med"/>
              <a:tailEnd type="triangle" w="med" len="med"/>
            </a:ln>
          </p:spPr>
        </p:sp>
        <p:sp>
          <p:nvSpPr>
            <p:cNvPr id="239641" name="直接连接符 239640"/>
            <p:cNvSpPr/>
            <p:nvPr/>
          </p:nvSpPr>
          <p:spPr>
            <a:xfrm flipV="1">
              <a:off x="2035" y="827"/>
              <a:ext cx="1505" cy="847"/>
            </a:xfrm>
            <a:prstGeom prst="line">
              <a:avLst/>
            </a:prstGeom>
            <a:ln w="9525" cap="flat" cmpd="sng">
              <a:solidFill>
                <a:schemeClr val="tx1"/>
              </a:solidFill>
              <a:prstDash val="solid"/>
              <a:headEnd type="none" w="med" len="med"/>
              <a:tailEnd type="triangle" w="med" len="med"/>
            </a:ln>
          </p:spPr>
        </p:sp>
        <p:sp>
          <p:nvSpPr>
            <p:cNvPr id="239642" name="直接连接符 239641"/>
            <p:cNvSpPr/>
            <p:nvPr/>
          </p:nvSpPr>
          <p:spPr>
            <a:xfrm flipV="1">
              <a:off x="2035" y="1152"/>
              <a:ext cx="1469" cy="560"/>
            </a:xfrm>
            <a:prstGeom prst="line">
              <a:avLst/>
            </a:prstGeom>
            <a:ln w="9525" cap="flat" cmpd="sng">
              <a:solidFill>
                <a:schemeClr val="tx1"/>
              </a:solidFill>
              <a:prstDash val="solid"/>
              <a:headEnd type="none" w="med" len="med"/>
              <a:tailEnd type="triangle" w="med" len="med"/>
            </a:ln>
          </p:spPr>
        </p:sp>
      </p:grpSp>
      <p:sp>
        <p:nvSpPr>
          <p:cNvPr id="239643" name="文本框 239642"/>
          <p:cNvSpPr txBox="1"/>
          <p:nvPr/>
        </p:nvSpPr>
        <p:spPr>
          <a:xfrm>
            <a:off x="4038600" y="2819400"/>
            <a:ext cx="4419600" cy="519113"/>
          </a:xfrm>
          <a:prstGeom prst="rect">
            <a:avLst/>
          </a:prstGeom>
          <a:noFill/>
          <a:ln w="9525">
            <a:noFill/>
          </a:ln>
        </p:spPr>
        <p:txBody>
          <a:bodyPr>
            <a:spAutoFit/>
          </a:bodyPr>
          <a:p>
            <a:pPr algn="l">
              <a:spcBef>
                <a:spcPct val="50000"/>
              </a:spcBef>
              <a:buClr>
                <a:schemeClr val="bg1"/>
              </a:buClr>
            </a:pPr>
            <a:r>
              <a:rPr lang="en-US" altLang="zh-CN" sz="2800" dirty="0">
                <a:latin typeface="Times New Roman" panose="02020603050405020304" pitchFamily="18" charset="0"/>
              </a:rPr>
              <a:t>&lt; </a:t>
            </a:r>
            <a:r>
              <a:rPr lang="zh-CN" altLang="en-US" sz="2800" dirty="0">
                <a:latin typeface="Times New Roman" panose="02020603050405020304" pitchFamily="18" charset="0"/>
              </a:rPr>
              <a:t>总需求量：</a:t>
            </a:r>
            <a:r>
              <a:rPr lang="en-US" altLang="zh-CN" sz="2800">
                <a:latin typeface="Times New Roman" panose="02020603050405020304" pitchFamily="18" charset="0"/>
              </a:rPr>
              <a:t>120+</a:t>
            </a:r>
            <a:r>
              <a:rPr lang="en-US" altLang="zh-CN" sz="2800">
                <a:solidFill>
                  <a:srgbClr val="FF3300"/>
                </a:solidFill>
                <a:latin typeface="Times New Roman" panose="02020603050405020304" pitchFamily="18" charset="0"/>
              </a:rPr>
              <a:t>180</a:t>
            </a:r>
            <a:r>
              <a:rPr lang="en-US" altLang="zh-CN" sz="2800">
                <a:latin typeface="Times New Roman" panose="02020603050405020304" pitchFamily="18" charset="0"/>
              </a:rPr>
              <a:t>=300</a:t>
            </a:r>
            <a:endParaRPr lang="en-US" altLang="zh-CN" sz="2800">
              <a:latin typeface="Times New Roman" panose="02020603050405020304" pitchFamily="18" charset="0"/>
            </a:endParaRPr>
          </a:p>
        </p:txBody>
      </p:sp>
      <p:sp>
        <p:nvSpPr>
          <p:cNvPr id="239644" name="文本框 239643"/>
          <p:cNvSpPr txBox="1"/>
          <p:nvPr/>
        </p:nvSpPr>
        <p:spPr>
          <a:xfrm>
            <a:off x="3886200" y="3505200"/>
            <a:ext cx="4648200" cy="519113"/>
          </a:xfrm>
          <a:prstGeom prst="rect">
            <a:avLst/>
          </a:prstGeom>
          <a:no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总收入</a:t>
            </a:r>
            <a:r>
              <a:rPr lang="en-US" altLang="zh-CN" sz="2800">
                <a:latin typeface="Times New Roman" panose="02020603050405020304" pitchFamily="18" charset="0"/>
              </a:rPr>
              <a:t>900</a:t>
            </a:r>
            <a:r>
              <a:rPr lang="en-US" altLang="zh-CN" sz="2800">
                <a:latin typeface="Times New Roman" panose="02020603050405020304" pitchFamily="18" charset="0"/>
                <a:sym typeface="Symbol" panose="05050102010706020507" pitchFamily="18" charset="2"/>
              </a:rPr>
              <a:t>160</a:t>
            </a:r>
            <a:r>
              <a:rPr lang="en-US" altLang="zh-CN" sz="2800">
                <a:latin typeface="Times New Roman" panose="02020603050405020304" pitchFamily="18" charset="0"/>
              </a:rPr>
              <a:t>=144,000(</a:t>
            </a:r>
            <a:r>
              <a:rPr lang="zh-CN" altLang="en-US" sz="2800">
                <a:latin typeface="Times New Roman" panose="02020603050405020304" pitchFamily="18" charset="0"/>
              </a:rPr>
              <a:t>元</a:t>
            </a:r>
            <a:r>
              <a:rPr lang="en-US" altLang="zh-CN" sz="2800">
                <a:latin typeface="Times New Roman" panose="02020603050405020304" pitchFamily="18" charset="0"/>
              </a:rPr>
              <a:t>) </a:t>
            </a:r>
            <a:endParaRPr lang="en-US" altLang="zh-CN" sz="2800">
              <a:latin typeface="Times New Roman" panose="02020603050405020304" pitchFamily="18" charset="0"/>
            </a:endParaRPr>
          </a:p>
        </p:txBody>
      </p:sp>
      <p:sp>
        <p:nvSpPr>
          <p:cNvPr id="239645" name="文本框 239644"/>
          <p:cNvSpPr txBox="1"/>
          <p:nvPr/>
        </p:nvSpPr>
        <p:spPr>
          <a:xfrm>
            <a:off x="533400" y="3519488"/>
            <a:ext cx="3200400" cy="519112"/>
          </a:xfrm>
          <a:prstGeom prst="rect">
            <a:avLst/>
          </a:prstGeom>
          <a:no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收入：</a:t>
            </a:r>
            <a:r>
              <a:rPr lang="en-US" altLang="zh-CN" sz="2800">
                <a:latin typeface="Times New Roman" panose="02020603050405020304" pitchFamily="18" charset="0"/>
              </a:rPr>
              <a:t>900</a:t>
            </a:r>
            <a:r>
              <a:rPr lang="zh-CN" altLang="en-US" sz="2800">
                <a:latin typeface="宋体" panose="02010600030101010101" pitchFamily="2" charset="-122"/>
              </a:rPr>
              <a:t>元</a:t>
            </a:r>
            <a:r>
              <a:rPr lang="en-US" altLang="zh-CN" sz="2800">
                <a:latin typeface="Times New Roman" panose="02020603050405020304" pitchFamily="18" charset="0"/>
              </a:rPr>
              <a:t>/</a:t>
            </a:r>
            <a:r>
              <a:rPr lang="zh-CN" altLang="en-US" sz="2800" dirty="0">
                <a:latin typeface="宋体" panose="02010600030101010101" pitchFamily="2" charset="-122"/>
              </a:rPr>
              <a:t>千吨</a:t>
            </a:r>
            <a:r>
              <a:rPr lang="zh-CN" altLang="en-US" sz="2800" dirty="0">
                <a:latin typeface="Times New Roman" panose="02020603050405020304" pitchFamily="18" charset="0"/>
              </a:rPr>
              <a:t> </a:t>
            </a:r>
            <a:endParaRPr lang="zh-CN" altLang="en-US" sz="2800">
              <a:latin typeface="Times New Roman" panose="02020603050405020304" pitchFamily="18" charset="0"/>
            </a:endParaRPr>
          </a:p>
        </p:txBody>
      </p:sp>
      <p:sp>
        <p:nvSpPr>
          <p:cNvPr id="239646" name="文本框 239645"/>
          <p:cNvSpPr txBox="1"/>
          <p:nvPr/>
        </p:nvSpPr>
        <p:spPr>
          <a:xfrm>
            <a:off x="228600" y="4814888"/>
            <a:ext cx="3581400" cy="519112"/>
          </a:xfrm>
          <a:prstGeom prst="rect">
            <a:avLst/>
          </a:prstGeom>
          <a:noFill/>
          <a:ln w="9525">
            <a:noFill/>
          </a:ln>
        </p:spPr>
        <p:txBody>
          <a:bodyPr>
            <a:spAutoFit/>
          </a:bodyPr>
          <a:p>
            <a:pPr algn="l">
              <a:spcBef>
                <a:spcPct val="50000"/>
              </a:spcBef>
              <a:buClr>
                <a:schemeClr val="bg1"/>
              </a:buClr>
            </a:pPr>
            <a:r>
              <a:rPr lang="zh-CN" altLang="en-US" sz="2800" dirty="0">
                <a:latin typeface="宋体" panose="02010600030101010101" pitchFamily="2" charset="-122"/>
              </a:rPr>
              <a:t>其他费用</a:t>
            </a:r>
            <a:r>
              <a:rPr lang="en-US" altLang="zh-CN" sz="2800">
                <a:latin typeface="宋体" panose="02010600030101010101" pitchFamily="2" charset="-122"/>
              </a:rPr>
              <a:t>:</a:t>
            </a:r>
            <a:r>
              <a:rPr lang="en-US" altLang="zh-CN" sz="2800">
                <a:latin typeface="Times New Roman" panose="02020603050405020304" pitchFamily="18" charset="0"/>
              </a:rPr>
              <a:t>450</a:t>
            </a:r>
            <a:r>
              <a:rPr lang="zh-CN" altLang="en-US" sz="2800">
                <a:latin typeface="宋体" panose="02010600030101010101" pitchFamily="2" charset="-122"/>
              </a:rPr>
              <a:t>元</a:t>
            </a:r>
            <a:r>
              <a:rPr lang="en-US" altLang="zh-CN" sz="2800">
                <a:latin typeface="Times New Roman" panose="02020603050405020304" pitchFamily="18" charset="0"/>
              </a:rPr>
              <a:t>/</a:t>
            </a:r>
            <a:r>
              <a:rPr lang="zh-CN" altLang="en-US" sz="2800" dirty="0">
                <a:latin typeface="宋体" panose="02010600030101010101" pitchFamily="2" charset="-122"/>
              </a:rPr>
              <a:t>千吨</a:t>
            </a:r>
            <a:r>
              <a:rPr lang="zh-CN" altLang="en-US" sz="2800" dirty="0">
                <a:latin typeface="Times New Roman" panose="02020603050405020304" pitchFamily="18" charset="0"/>
              </a:rPr>
              <a:t> </a:t>
            </a:r>
            <a:endParaRPr lang="zh-CN" altLang="en-US" sz="2800">
              <a:latin typeface="Times New Roman" panose="02020603050405020304" pitchFamily="18" charset="0"/>
            </a:endParaRPr>
          </a:p>
        </p:txBody>
      </p:sp>
      <p:sp>
        <p:nvSpPr>
          <p:cNvPr id="239647" name="文本框 239646"/>
          <p:cNvSpPr txBox="1"/>
          <p:nvPr/>
        </p:nvSpPr>
        <p:spPr>
          <a:xfrm>
            <a:off x="457200" y="4205288"/>
            <a:ext cx="914400" cy="519112"/>
          </a:xfrm>
          <a:prstGeom prst="rect">
            <a:avLst/>
          </a:prstGeom>
          <a:no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支出</a:t>
            </a:r>
            <a:endParaRPr lang="zh-CN" altLang="en-US" sz="2800">
              <a:latin typeface="Times New Roman" panose="02020603050405020304" pitchFamily="18" charset="0"/>
            </a:endParaRPr>
          </a:p>
        </p:txBody>
      </p:sp>
      <p:sp>
        <p:nvSpPr>
          <p:cNvPr id="239648" name="文本框 239647"/>
          <p:cNvSpPr txBox="1"/>
          <p:nvPr/>
        </p:nvSpPr>
        <p:spPr>
          <a:xfrm>
            <a:off x="1676400" y="4205288"/>
            <a:ext cx="2057400" cy="519112"/>
          </a:xfrm>
          <a:prstGeom prst="rect">
            <a:avLst/>
          </a:prstGeom>
          <a:noFill/>
          <a:ln w="9525">
            <a:noFill/>
          </a:ln>
        </p:spPr>
        <p:txBody>
          <a:bodyPr>
            <a:spAutoFit/>
          </a:bodyPr>
          <a:p>
            <a:pPr algn="l">
              <a:spcBef>
                <a:spcPct val="50000"/>
              </a:spcBef>
              <a:buClr>
                <a:schemeClr val="bg1"/>
              </a:buClr>
            </a:pPr>
            <a:r>
              <a:rPr lang="zh-CN" altLang="en-US" sz="2800" dirty="0">
                <a:latin typeface="宋体" panose="02010600030101010101" pitchFamily="2" charset="-122"/>
              </a:rPr>
              <a:t>引水管理费</a:t>
            </a:r>
            <a:endParaRPr lang="zh-CN" altLang="en-US" sz="2800">
              <a:latin typeface="Times New Roman" panose="02020603050405020304" pitchFamily="18" charset="0"/>
            </a:endParaRPr>
          </a:p>
        </p:txBody>
      </p:sp>
      <p:sp>
        <p:nvSpPr>
          <p:cNvPr id="239649" name="文本框 239648"/>
          <p:cNvSpPr txBox="1"/>
          <p:nvPr/>
        </p:nvSpPr>
        <p:spPr>
          <a:xfrm>
            <a:off x="3886200" y="4814888"/>
            <a:ext cx="4648200" cy="519112"/>
          </a:xfrm>
          <a:prstGeom prst="rect">
            <a:avLst/>
          </a:prstGeom>
          <a:noFill/>
          <a:ln w="9525">
            <a:noFill/>
          </a:ln>
        </p:spPr>
        <p:txBody>
          <a:bodyPr>
            <a:spAutoFit/>
          </a:bodyPr>
          <a:p>
            <a:pPr algn="l">
              <a:spcBef>
                <a:spcPct val="50000"/>
              </a:spcBef>
              <a:buClr>
                <a:schemeClr val="bg1"/>
              </a:buClr>
            </a:pPr>
            <a:r>
              <a:rPr lang="zh-CN" altLang="en-US" sz="2800" dirty="0">
                <a:latin typeface="宋体" panose="02010600030101010101" pitchFamily="2" charset="-122"/>
              </a:rPr>
              <a:t>其他</a:t>
            </a:r>
            <a:r>
              <a:rPr lang="zh-CN" altLang="en-US" sz="2800" dirty="0">
                <a:latin typeface="Times New Roman" panose="02020603050405020304" pitchFamily="18" charset="0"/>
              </a:rPr>
              <a:t>支出</a:t>
            </a:r>
            <a:r>
              <a:rPr lang="en-US" altLang="zh-CN" sz="2800" b="0">
                <a:latin typeface="Times New Roman" panose="02020603050405020304" pitchFamily="18" charset="0"/>
              </a:rPr>
              <a:t>450</a:t>
            </a:r>
            <a:r>
              <a:rPr lang="en-US" altLang="zh-CN" sz="2800" b="0">
                <a:latin typeface="Times New Roman" panose="02020603050405020304" pitchFamily="18" charset="0"/>
                <a:sym typeface="Symbol" panose="05050102010706020507" pitchFamily="18" charset="2"/>
              </a:rPr>
              <a:t>160</a:t>
            </a:r>
            <a:r>
              <a:rPr lang="en-US" altLang="zh-CN" sz="2800" b="0">
                <a:latin typeface="Times New Roman" panose="02020603050405020304" pitchFamily="18" charset="0"/>
              </a:rPr>
              <a:t>=72,000(</a:t>
            </a:r>
            <a:r>
              <a:rPr lang="zh-CN" altLang="en-US" sz="2800" b="0">
                <a:latin typeface="Times New Roman" panose="02020603050405020304" pitchFamily="18" charset="0"/>
              </a:rPr>
              <a:t>元</a:t>
            </a:r>
            <a:r>
              <a:rPr lang="en-US" altLang="zh-CN" sz="2800" b="0">
                <a:latin typeface="Times New Roman" panose="02020603050405020304" pitchFamily="18" charset="0"/>
              </a:rPr>
              <a:t>) </a:t>
            </a:r>
            <a:endParaRPr lang="en-US" altLang="zh-CN" sz="2800" b="0">
              <a:latin typeface="Times New Roman" panose="02020603050405020304" pitchFamily="18" charset="0"/>
            </a:endParaRPr>
          </a:p>
        </p:txBody>
      </p:sp>
      <p:grpSp>
        <p:nvGrpSpPr>
          <p:cNvPr id="239650" name="组合 239649"/>
          <p:cNvGrpSpPr/>
          <p:nvPr/>
        </p:nvGrpSpPr>
        <p:grpSpPr>
          <a:xfrm>
            <a:off x="4876800" y="5638800"/>
            <a:ext cx="3714750" cy="519113"/>
            <a:chOff x="3072" y="3552"/>
            <a:chExt cx="2340" cy="327"/>
          </a:xfrm>
        </p:grpSpPr>
        <p:sp>
          <p:nvSpPr>
            <p:cNvPr id="239651" name="文本框 239650"/>
            <p:cNvSpPr txBox="1"/>
            <p:nvPr/>
          </p:nvSpPr>
          <p:spPr>
            <a:xfrm>
              <a:off x="3456" y="3552"/>
              <a:ext cx="1956" cy="327"/>
            </a:xfrm>
            <a:prstGeom prst="rect">
              <a:avLst/>
            </a:prstGeom>
            <a:solidFill>
              <a:srgbClr val="FFCCFF"/>
            </a:solidFill>
            <a:ln w="9525">
              <a:noFill/>
            </a:ln>
          </p:spPr>
          <p:txBody>
            <a:bodyPr>
              <a:spAutoFit/>
            </a:bodyPr>
            <a:p>
              <a:pPr algn="l">
                <a:spcBef>
                  <a:spcPct val="50000"/>
                </a:spcBef>
                <a:buClr>
                  <a:schemeClr val="bg1"/>
                </a:buClr>
              </a:pPr>
              <a:r>
                <a:rPr lang="zh-CN" altLang="en-US" sz="2800" dirty="0">
                  <a:latin typeface="宋体" panose="02010600030101010101" pitchFamily="2" charset="-122"/>
                </a:rPr>
                <a:t>使引水管理费最小</a:t>
              </a:r>
              <a:endParaRPr lang="zh-CN" altLang="en-US" sz="2800">
                <a:latin typeface="Times New Roman" panose="02020603050405020304" pitchFamily="18" charset="0"/>
              </a:endParaRPr>
            </a:p>
          </p:txBody>
        </p:sp>
        <p:sp>
          <p:nvSpPr>
            <p:cNvPr id="239652" name="左右箭头 239651"/>
            <p:cNvSpPr/>
            <p:nvPr/>
          </p:nvSpPr>
          <p:spPr>
            <a:xfrm>
              <a:off x="3072" y="3552"/>
              <a:ext cx="196" cy="306"/>
            </a:xfrm>
            <a:prstGeom prst="leftRightArrow">
              <a:avLst>
                <a:gd name="adj1" fmla="val 50000"/>
                <a:gd name="adj2" fmla="val 20000"/>
              </a:avLst>
            </a:prstGeom>
            <a:solidFill>
              <a:srgbClr val="FFCCFF"/>
            </a:solidFill>
            <a:ln w="9525" cap="flat" cmpd="sng">
              <a:solidFill>
                <a:schemeClr val="tx1"/>
              </a:solidFill>
              <a:prstDash val="solid"/>
              <a:miter/>
              <a:headEnd type="none" w="med" len="med"/>
              <a:tailEnd type="none" w="med" len="med"/>
            </a:ln>
          </p:spPr>
          <p:txBody>
            <a:bodyPr/>
            <a:p>
              <a:endParaRPr lang="zh-CN" altLang="en-US"/>
            </a:p>
          </p:txBody>
        </p:sp>
      </p:gr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9621"/>
                                        </p:tgtEl>
                                        <p:attrNameLst>
                                          <p:attrName>style.visibility</p:attrName>
                                        </p:attrNameLst>
                                      </p:cBhvr>
                                      <p:to>
                                        <p:strVal val="visible"/>
                                      </p:to>
                                    </p:set>
                                    <p:animEffect transition="in" filter="dissolve">
                                      <p:cBhvr>
                                        <p:cTn id="7" dur="500"/>
                                        <p:tgtEl>
                                          <p:spTgt spid="2396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39618"/>
                                        </p:tgtEl>
                                        <p:attrNameLst>
                                          <p:attrName>style.visibility</p:attrName>
                                        </p:attrNameLst>
                                      </p:cBhvr>
                                      <p:to>
                                        <p:strVal val="visible"/>
                                      </p:to>
                                    </p:set>
                                    <p:animEffect transition="in" filter="blinds(vertical)">
                                      <p:cBhvr>
                                        <p:cTn id="12" dur="500"/>
                                        <p:tgtEl>
                                          <p:spTgt spid="23961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39643"/>
                                        </p:tgtEl>
                                        <p:attrNameLst>
                                          <p:attrName>style.visibility</p:attrName>
                                        </p:attrNameLst>
                                      </p:cBhvr>
                                      <p:to>
                                        <p:strVal val="visible"/>
                                      </p:to>
                                    </p:set>
                                    <p:animEffect transition="in" filter="checkerboard(across)">
                                      <p:cBhvr>
                                        <p:cTn id="17" dur="500"/>
                                        <p:tgtEl>
                                          <p:spTgt spid="23964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239645"/>
                                        </p:tgtEl>
                                        <p:attrNameLst>
                                          <p:attrName>style.visibility</p:attrName>
                                        </p:attrNameLst>
                                      </p:cBhvr>
                                      <p:to>
                                        <p:strVal val="visible"/>
                                      </p:to>
                                    </p:set>
                                    <p:animEffect transition="in" filter="blinds(vertical)">
                                      <p:cBhvr>
                                        <p:cTn id="22" dur="500"/>
                                        <p:tgtEl>
                                          <p:spTgt spid="239645"/>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39644"/>
                                        </p:tgtEl>
                                        <p:attrNameLst>
                                          <p:attrName>style.visibility</p:attrName>
                                        </p:attrNameLst>
                                      </p:cBhvr>
                                      <p:to>
                                        <p:strVal val="visible"/>
                                      </p:to>
                                    </p:set>
                                    <p:animEffect transition="in" filter="checkerboard(across)">
                                      <p:cBhvr>
                                        <p:cTn id="27" dur="500"/>
                                        <p:tgtEl>
                                          <p:spTgt spid="239644"/>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239647"/>
                                        </p:tgtEl>
                                        <p:attrNameLst>
                                          <p:attrName>style.visibility</p:attrName>
                                        </p:attrNameLst>
                                      </p:cBhvr>
                                      <p:to>
                                        <p:strVal val="visible"/>
                                      </p:to>
                                    </p:set>
                                    <p:anim calcmode="lin" valueType="num">
                                      <p:cBhvr additive="base">
                                        <p:cTn id="32" dur="500" fill="hold"/>
                                        <p:tgtEl>
                                          <p:spTgt spid="239647"/>
                                        </p:tgtEl>
                                        <p:attrNameLst>
                                          <p:attrName>ppt_x</p:attrName>
                                        </p:attrNameLst>
                                      </p:cBhvr>
                                      <p:tavLst>
                                        <p:tav tm="0">
                                          <p:val>
                                            <p:strVal val="0-#ppt_w/2"/>
                                          </p:val>
                                        </p:tav>
                                        <p:tav tm="100000">
                                          <p:val>
                                            <p:strVal val="#ppt_x"/>
                                          </p:val>
                                        </p:tav>
                                      </p:tavLst>
                                    </p:anim>
                                    <p:anim calcmode="lin" valueType="num">
                                      <p:cBhvr additive="base">
                                        <p:cTn id="33" dur="500" fill="hold"/>
                                        <p:tgtEl>
                                          <p:spTgt spid="239647"/>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39648"/>
                                        </p:tgtEl>
                                        <p:attrNameLst>
                                          <p:attrName>style.visibility</p:attrName>
                                        </p:attrNameLst>
                                      </p:cBhvr>
                                      <p:to>
                                        <p:strVal val="visible"/>
                                      </p:to>
                                    </p:set>
                                    <p:animEffect transition="in" filter="box(in)">
                                      <p:cBhvr>
                                        <p:cTn id="38" dur="500"/>
                                        <p:tgtEl>
                                          <p:spTgt spid="239648"/>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239646"/>
                                        </p:tgtEl>
                                        <p:attrNameLst>
                                          <p:attrName>style.visibility</p:attrName>
                                        </p:attrNameLst>
                                      </p:cBhvr>
                                      <p:to>
                                        <p:strVal val="visible"/>
                                      </p:to>
                                    </p:set>
                                    <p:animEffect transition="in" filter="checkerboard(across)">
                                      <p:cBhvr>
                                        <p:cTn id="43" dur="500"/>
                                        <p:tgtEl>
                                          <p:spTgt spid="239646"/>
                                        </p:tgtEl>
                                      </p:cBhvr>
                                    </p:animEffect>
                                  </p:childTnLst>
                                </p:cTn>
                              </p:par>
                            </p:childTnLst>
                          </p:cTn>
                        </p:par>
                      </p:childTnLst>
                    </p:cTn>
                  </p:par>
                  <p:par>
                    <p:cTn id="44" fill="hold">
                      <p:stCondLst>
                        <p:cond delay="indefinite"/>
                      </p:stCondLst>
                      <p:childTnLst>
                        <p:par>
                          <p:cTn id="45" fill="hold">
                            <p:stCondLst>
                              <p:cond delay="0"/>
                            </p:stCondLst>
                            <p:childTnLst>
                              <p:par>
                                <p:cTn id="46" presetID="5" presetClass="entr" presetSubtype="10" fill="hold" grpId="0" nodeType="clickEffect">
                                  <p:stCondLst>
                                    <p:cond delay="0"/>
                                  </p:stCondLst>
                                  <p:childTnLst>
                                    <p:set>
                                      <p:cBhvr>
                                        <p:cTn id="47" dur="1" fill="hold">
                                          <p:stCondLst>
                                            <p:cond delay="0"/>
                                          </p:stCondLst>
                                        </p:cTn>
                                        <p:tgtEl>
                                          <p:spTgt spid="239649"/>
                                        </p:tgtEl>
                                        <p:attrNameLst>
                                          <p:attrName>style.visibility</p:attrName>
                                        </p:attrNameLst>
                                      </p:cBhvr>
                                      <p:to>
                                        <p:strVal val="visible"/>
                                      </p:to>
                                    </p:set>
                                    <p:animEffect transition="in" filter="checkerboard(across)">
                                      <p:cBhvr>
                                        <p:cTn id="48" dur="500"/>
                                        <p:tgtEl>
                                          <p:spTgt spid="239649"/>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5" fill="hold" grpId="0" nodeType="clickEffect">
                                  <p:stCondLst>
                                    <p:cond delay="0"/>
                                  </p:stCondLst>
                                  <p:childTnLst>
                                    <p:set>
                                      <p:cBhvr>
                                        <p:cTn id="52" dur="1" fill="hold">
                                          <p:stCondLst>
                                            <p:cond delay="0"/>
                                          </p:stCondLst>
                                        </p:cTn>
                                        <p:tgtEl>
                                          <p:spTgt spid="239619"/>
                                        </p:tgtEl>
                                        <p:attrNameLst>
                                          <p:attrName>style.visibility</p:attrName>
                                        </p:attrNameLst>
                                      </p:cBhvr>
                                      <p:to>
                                        <p:strVal val="visible"/>
                                      </p:to>
                                    </p:set>
                                    <p:animEffect transition="in" filter="blinds(vertical)">
                                      <p:cBhvr>
                                        <p:cTn id="53" dur="500"/>
                                        <p:tgtEl>
                                          <p:spTgt spid="23961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239650"/>
                                        </p:tgtEl>
                                        <p:attrNameLst>
                                          <p:attrName>style.visibility</p:attrName>
                                        </p:attrNameLst>
                                      </p:cBhvr>
                                      <p:to>
                                        <p:strVal val="visible"/>
                                      </p:to>
                                    </p:set>
                                    <p:animEffect transition="in" filter="wipe(left)">
                                      <p:cBhvr>
                                        <p:cTn id="58" dur="500"/>
                                        <p:tgtEl>
                                          <p:spTgt spid="239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8" grpId="0"/>
      <p:bldP spid="239619" grpId="0" animBg="1"/>
      <p:bldP spid="239643" grpId="0"/>
      <p:bldP spid="239644" grpId="0"/>
      <p:bldP spid="239645" grpId="0"/>
      <p:bldP spid="239646" grpId="0"/>
      <p:bldP spid="239647" grpId="0"/>
      <p:bldP spid="239648" grpId="0"/>
      <p:bldP spid="23964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2" name="文本框 240641"/>
          <p:cNvSpPr txBox="1"/>
          <p:nvPr/>
        </p:nvSpPr>
        <p:spPr>
          <a:xfrm>
            <a:off x="755650" y="3068638"/>
            <a:ext cx="914400" cy="946150"/>
          </a:xfrm>
          <a:prstGeom prst="rect">
            <a:avLst/>
          </a:prstGeom>
          <a:solidFill>
            <a:srgbClr val="BAEEF4"/>
          </a:solidFill>
          <a:ln w="9525">
            <a:noFill/>
          </a:ln>
        </p:spPr>
        <p:txBody>
          <a:bodyPr>
            <a:spAutoFit/>
          </a:bodyPr>
          <a:p>
            <a:pPr algn="l">
              <a:spcBef>
                <a:spcPct val="50000"/>
              </a:spcBef>
              <a:buClr>
                <a:schemeClr val="bg1"/>
              </a:buClr>
            </a:pPr>
            <a:r>
              <a:rPr lang="zh-CN" altLang="en-US" sz="2800" dirty="0">
                <a:latin typeface="楷体_GB2312" panose="02010609030101010101" pitchFamily="49" charset="-122"/>
                <a:ea typeface="楷体_GB2312" panose="02010609030101010101" pitchFamily="49" charset="-122"/>
              </a:rPr>
              <a:t>供应限制</a:t>
            </a:r>
            <a:endParaRPr lang="zh-CN" altLang="en-US" sz="2800" b="0">
              <a:latin typeface="楷体_GB2312" panose="02010609030101010101" pitchFamily="49" charset="-122"/>
              <a:ea typeface="楷体_GB2312" panose="02010609030101010101" pitchFamily="49" charset="-122"/>
            </a:endParaRPr>
          </a:p>
        </p:txBody>
      </p:sp>
      <p:sp>
        <p:nvSpPr>
          <p:cNvPr id="240643" name="文本框 240642"/>
          <p:cNvSpPr txBox="1"/>
          <p:nvPr/>
        </p:nvSpPr>
        <p:spPr>
          <a:xfrm>
            <a:off x="0" y="3933825"/>
            <a:ext cx="914400" cy="946150"/>
          </a:xfrm>
          <a:prstGeom prst="rect">
            <a:avLst/>
          </a:prstGeom>
          <a:solidFill>
            <a:srgbClr val="FFFF99"/>
          </a:solidFill>
          <a:ln w="9525">
            <a:noFill/>
          </a:ln>
        </p:spPr>
        <p:txBody>
          <a:bodyPr>
            <a:spAutoFit/>
          </a:bodyPr>
          <a:p>
            <a:pPr algn="l">
              <a:spcBef>
                <a:spcPct val="50000"/>
              </a:spcBef>
              <a:buClr>
                <a:schemeClr val="bg1"/>
              </a:buClr>
            </a:pPr>
            <a:r>
              <a:rPr lang="zh-CN" altLang="en-US" sz="2800" dirty="0">
                <a:latin typeface="楷体_GB2312" panose="02010609030101010101" pitchFamily="49" charset="-122"/>
                <a:ea typeface="楷体_GB2312" panose="02010609030101010101" pitchFamily="49" charset="-122"/>
              </a:rPr>
              <a:t>约束条件</a:t>
            </a:r>
            <a:endParaRPr lang="zh-CN" altLang="en-US" sz="2800">
              <a:latin typeface="楷体_GB2312" panose="02010609030101010101" pitchFamily="49" charset="-122"/>
              <a:ea typeface="楷体_GB2312" panose="02010609030101010101" pitchFamily="49" charset="-122"/>
            </a:endParaRPr>
          </a:p>
        </p:txBody>
      </p:sp>
      <p:sp>
        <p:nvSpPr>
          <p:cNvPr id="240644" name="文本框 240643"/>
          <p:cNvSpPr txBox="1"/>
          <p:nvPr/>
        </p:nvSpPr>
        <p:spPr>
          <a:xfrm>
            <a:off x="539750" y="5084763"/>
            <a:ext cx="914400" cy="946150"/>
          </a:xfrm>
          <a:prstGeom prst="rect">
            <a:avLst/>
          </a:prstGeom>
          <a:solidFill>
            <a:srgbClr val="BAEEF4"/>
          </a:solidFill>
          <a:ln w="9525">
            <a:noFill/>
          </a:ln>
        </p:spPr>
        <p:txBody>
          <a:bodyPr>
            <a:spAutoFit/>
          </a:bodyPr>
          <a:p>
            <a:pPr algn="l">
              <a:spcBef>
                <a:spcPct val="50000"/>
              </a:spcBef>
              <a:buClr>
                <a:schemeClr val="bg1"/>
              </a:buClr>
            </a:pPr>
            <a:r>
              <a:rPr lang="zh-CN" altLang="en-US" sz="2800" dirty="0">
                <a:latin typeface="楷体_GB2312" panose="02010609030101010101" pitchFamily="49" charset="-122"/>
                <a:ea typeface="楷体_GB2312" panose="02010609030101010101" pitchFamily="49" charset="-122"/>
              </a:rPr>
              <a:t>需求限制</a:t>
            </a:r>
            <a:r>
              <a:rPr lang="zh-CN" altLang="en-US" sz="2800" dirty="0">
                <a:latin typeface="Times New Roman" panose="02020603050405020304" pitchFamily="18" charset="0"/>
              </a:rPr>
              <a:t> </a:t>
            </a:r>
            <a:endParaRPr lang="zh-CN" altLang="en-US" sz="2800">
              <a:latin typeface="Times New Roman" panose="02020603050405020304" pitchFamily="18" charset="0"/>
            </a:endParaRPr>
          </a:p>
        </p:txBody>
      </p:sp>
      <p:sp>
        <p:nvSpPr>
          <p:cNvPr id="240645" name="文本框 240644"/>
          <p:cNvSpPr txBox="1"/>
          <p:nvPr/>
        </p:nvSpPr>
        <p:spPr>
          <a:xfrm>
            <a:off x="7885113" y="4076700"/>
            <a:ext cx="914400" cy="1800225"/>
          </a:xfrm>
          <a:prstGeom prst="rect">
            <a:avLst/>
          </a:prstGeom>
          <a:solidFill>
            <a:srgbClr val="66CCFF"/>
          </a:solid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线性规划模型</a:t>
            </a:r>
            <a:r>
              <a:rPr lang="en-US" altLang="zh-CN" sz="2800">
                <a:latin typeface="Times New Roman" panose="02020603050405020304" pitchFamily="18" charset="0"/>
              </a:rPr>
              <a:t>(LP)</a:t>
            </a:r>
            <a:endParaRPr lang="en-US" altLang="zh-CN" sz="2800">
              <a:latin typeface="Times New Roman" panose="02020603050405020304" pitchFamily="18" charset="0"/>
            </a:endParaRPr>
          </a:p>
        </p:txBody>
      </p:sp>
      <p:grpSp>
        <p:nvGrpSpPr>
          <p:cNvPr id="240646" name="组合 240645"/>
          <p:cNvGrpSpPr/>
          <p:nvPr/>
        </p:nvGrpSpPr>
        <p:grpSpPr>
          <a:xfrm>
            <a:off x="1692275" y="2924175"/>
            <a:ext cx="6323013" cy="1597025"/>
            <a:chOff x="900" y="1824"/>
            <a:chExt cx="4345" cy="1006"/>
          </a:xfrm>
        </p:grpSpPr>
        <p:graphicFrame>
          <p:nvGraphicFramePr>
            <p:cNvPr id="240647" name="对象 240646"/>
            <p:cNvGraphicFramePr/>
            <p:nvPr/>
          </p:nvGraphicFramePr>
          <p:xfrm>
            <a:off x="1080" y="1824"/>
            <a:ext cx="3984" cy="328"/>
          </p:xfrm>
          <a:graphic>
            <a:graphicData uri="http://schemas.openxmlformats.org/presentationml/2006/ole">
              <mc:AlternateContent xmlns:mc="http://schemas.openxmlformats.org/markup-compatibility/2006">
                <mc:Choice xmlns:v="urn:schemas-microsoft-com:vml" Requires="v">
                  <p:oleObj spid="_x0000_s3138" name="" r:id="rId1" imgW="2108200" imgH="228600" progId="Equation.3">
                    <p:embed/>
                  </p:oleObj>
                </mc:Choice>
                <mc:Fallback>
                  <p:oleObj name="" r:id="rId1" imgW="2108200" imgH="228600" progId="Equation.3">
                    <p:embed/>
                    <p:pic>
                      <p:nvPicPr>
                        <p:cNvPr id="0" name="图片 3137"/>
                        <p:cNvPicPr/>
                        <p:nvPr/>
                      </p:nvPicPr>
                      <p:blipFill>
                        <a:blip r:embed="rId2"/>
                        <a:stretch>
                          <a:fillRect/>
                        </a:stretch>
                      </p:blipFill>
                      <p:spPr>
                        <a:xfrm>
                          <a:off x="1080" y="1824"/>
                          <a:ext cx="3984" cy="328"/>
                        </a:xfrm>
                        <a:prstGeom prst="rect">
                          <a:avLst/>
                        </a:prstGeom>
                        <a:noFill/>
                        <a:ln w="38100">
                          <a:noFill/>
                          <a:miter/>
                        </a:ln>
                      </p:spPr>
                    </p:pic>
                  </p:oleObj>
                </mc:Fallback>
              </mc:AlternateContent>
            </a:graphicData>
          </a:graphic>
        </p:graphicFrame>
        <p:graphicFrame>
          <p:nvGraphicFramePr>
            <p:cNvPr id="240648" name="对象 240647"/>
            <p:cNvGraphicFramePr/>
            <p:nvPr/>
          </p:nvGraphicFramePr>
          <p:xfrm>
            <a:off x="900" y="2112"/>
            <a:ext cx="4345" cy="718"/>
          </p:xfrm>
          <a:graphic>
            <a:graphicData uri="http://schemas.openxmlformats.org/presentationml/2006/ole">
              <mc:AlternateContent xmlns:mc="http://schemas.openxmlformats.org/markup-compatibility/2006">
                <mc:Choice xmlns:v="urn:schemas-microsoft-com:vml" Requires="v">
                  <p:oleObj spid="_x0000_s3136" name="" r:id="rId3" imgW="2222500" imgH="457200" progId="Equation.3">
                    <p:embed/>
                  </p:oleObj>
                </mc:Choice>
                <mc:Fallback>
                  <p:oleObj name="" r:id="rId3" imgW="2222500" imgH="457200" progId="Equation.3">
                    <p:embed/>
                    <p:pic>
                      <p:nvPicPr>
                        <p:cNvPr id="0" name="图片 3135"/>
                        <p:cNvPicPr/>
                        <p:nvPr/>
                      </p:nvPicPr>
                      <p:blipFill>
                        <a:blip r:embed="rId4"/>
                        <a:stretch>
                          <a:fillRect/>
                        </a:stretch>
                      </p:blipFill>
                      <p:spPr>
                        <a:xfrm>
                          <a:off x="900" y="2112"/>
                          <a:ext cx="4345" cy="718"/>
                        </a:xfrm>
                        <a:prstGeom prst="rect">
                          <a:avLst/>
                        </a:prstGeom>
                        <a:noFill/>
                        <a:ln w="38100">
                          <a:noFill/>
                          <a:miter/>
                        </a:ln>
                      </p:spPr>
                    </p:pic>
                  </p:oleObj>
                </mc:Fallback>
              </mc:AlternateContent>
            </a:graphicData>
          </a:graphic>
        </p:graphicFrame>
      </p:grpSp>
      <p:grpSp>
        <p:nvGrpSpPr>
          <p:cNvPr id="240649" name="组合 240648"/>
          <p:cNvGrpSpPr/>
          <p:nvPr/>
        </p:nvGrpSpPr>
        <p:grpSpPr>
          <a:xfrm>
            <a:off x="1438275" y="4652963"/>
            <a:ext cx="6351588" cy="1841500"/>
            <a:chOff x="928" y="2928"/>
            <a:chExt cx="4001" cy="1160"/>
          </a:xfrm>
        </p:grpSpPr>
        <p:graphicFrame>
          <p:nvGraphicFramePr>
            <p:cNvPr id="240650" name="对象 240649"/>
            <p:cNvGraphicFramePr/>
            <p:nvPr/>
          </p:nvGraphicFramePr>
          <p:xfrm>
            <a:off x="1160" y="2928"/>
            <a:ext cx="3536" cy="319"/>
          </p:xfrm>
          <a:graphic>
            <a:graphicData uri="http://schemas.openxmlformats.org/presentationml/2006/ole">
              <mc:AlternateContent xmlns:mc="http://schemas.openxmlformats.org/markup-compatibility/2006">
                <mc:Choice xmlns:v="urn:schemas-microsoft-com:vml" Requires="v">
                  <p:oleObj spid="_x0000_s3141" name="" r:id="rId5" imgW="2044700" imgH="228600" progId="Equation.3">
                    <p:embed/>
                  </p:oleObj>
                </mc:Choice>
                <mc:Fallback>
                  <p:oleObj name="" r:id="rId5" imgW="2044700" imgH="228600" progId="Equation.3">
                    <p:embed/>
                    <p:pic>
                      <p:nvPicPr>
                        <p:cNvPr id="0" name="图片 3140"/>
                        <p:cNvPicPr/>
                        <p:nvPr/>
                      </p:nvPicPr>
                      <p:blipFill>
                        <a:blip r:embed="rId6"/>
                        <a:stretch>
                          <a:fillRect/>
                        </a:stretch>
                      </p:blipFill>
                      <p:spPr>
                        <a:xfrm>
                          <a:off x="1160" y="2928"/>
                          <a:ext cx="3536" cy="319"/>
                        </a:xfrm>
                        <a:prstGeom prst="rect">
                          <a:avLst/>
                        </a:prstGeom>
                        <a:noFill/>
                        <a:ln w="38100">
                          <a:noFill/>
                          <a:miter/>
                        </a:ln>
                      </p:spPr>
                    </p:pic>
                  </p:oleObj>
                </mc:Fallback>
              </mc:AlternateContent>
            </a:graphicData>
          </a:graphic>
        </p:graphicFrame>
        <p:graphicFrame>
          <p:nvGraphicFramePr>
            <p:cNvPr id="240651" name="对象 240650"/>
            <p:cNvGraphicFramePr/>
            <p:nvPr/>
          </p:nvGraphicFramePr>
          <p:xfrm>
            <a:off x="1187" y="3211"/>
            <a:ext cx="3483" cy="325"/>
          </p:xfrm>
          <a:graphic>
            <a:graphicData uri="http://schemas.openxmlformats.org/presentationml/2006/ole">
              <mc:AlternateContent xmlns:mc="http://schemas.openxmlformats.org/markup-compatibility/2006">
                <mc:Choice xmlns:v="urn:schemas-microsoft-com:vml" Requires="v">
                  <p:oleObj spid="_x0000_s3142" name="" r:id="rId7" imgW="2133600" imgH="228600" progId="Equation.3">
                    <p:embed/>
                  </p:oleObj>
                </mc:Choice>
                <mc:Fallback>
                  <p:oleObj name="" r:id="rId7" imgW="2133600" imgH="228600" progId="Equation.3">
                    <p:embed/>
                    <p:pic>
                      <p:nvPicPr>
                        <p:cNvPr id="0" name="图片 3141"/>
                        <p:cNvPicPr/>
                        <p:nvPr/>
                      </p:nvPicPr>
                      <p:blipFill>
                        <a:blip r:embed="rId8"/>
                        <a:stretch>
                          <a:fillRect/>
                        </a:stretch>
                      </p:blipFill>
                      <p:spPr>
                        <a:xfrm>
                          <a:off x="1187" y="3211"/>
                          <a:ext cx="3483" cy="325"/>
                        </a:xfrm>
                        <a:prstGeom prst="rect">
                          <a:avLst/>
                        </a:prstGeom>
                        <a:noFill/>
                        <a:ln w="38100">
                          <a:noFill/>
                          <a:miter/>
                        </a:ln>
                      </p:spPr>
                    </p:pic>
                  </p:oleObj>
                </mc:Fallback>
              </mc:AlternateContent>
            </a:graphicData>
          </a:graphic>
        </p:graphicFrame>
        <p:graphicFrame>
          <p:nvGraphicFramePr>
            <p:cNvPr id="240652" name="对象 240651"/>
            <p:cNvGraphicFramePr/>
            <p:nvPr/>
          </p:nvGraphicFramePr>
          <p:xfrm>
            <a:off x="1149" y="3493"/>
            <a:ext cx="3558" cy="329"/>
          </p:xfrm>
          <a:graphic>
            <a:graphicData uri="http://schemas.openxmlformats.org/presentationml/2006/ole">
              <mc:AlternateContent xmlns:mc="http://schemas.openxmlformats.org/markup-compatibility/2006">
                <mc:Choice xmlns:v="urn:schemas-microsoft-com:vml" Requires="v">
                  <p:oleObj spid="_x0000_s3137" name="" r:id="rId9" imgW="2057400" imgH="228600" progId="Equation.3">
                    <p:embed/>
                  </p:oleObj>
                </mc:Choice>
                <mc:Fallback>
                  <p:oleObj name="" r:id="rId9" imgW="2057400" imgH="228600" progId="Equation.3">
                    <p:embed/>
                    <p:pic>
                      <p:nvPicPr>
                        <p:cNvPr id="0" name="图片 3136"/>
                        <p:cNvPicPr/>
                        <p:nvPr/>
                      </p:nvPicPr>
                      <p:blipFill>
                        <a:blip r:embed="rId10"/>
                        <a:stretch>
                          <a:fillRect/>
                        </a:stretch>
                      </p:blipFill>
                      <p:spPr>
                        <a:xfrm>
                          <a:off x="1149" y="3493"/>
                          <a:ext cx="3558" cy="329"/>
                        </a:xfrm>
                        <a:prstGeom prst="rect">
                          <a:avLst/>
                        </a:prstGeom>
                        <a:noFill/>
                        <a:ln w="38100">
                          <a:noFill/>
                          <a:miter/>
                        </a:ln>
                      </p:spPr>
                    </p:pic>
                  </p:oleObj>
                </mc:Fallback>
              </mc:AlternateContent>
            </a:graphicData>
          </a:graphic>
        </p:graphicFrame>
        <p:graphicFrame>
          <p:nvGraphicFramePr>
            <p:cNvPr id="240653" name="对象 240652"/>
            <p:cNvGraphicFramePr/>
            <p:nvPr/>
          </p:nvGraphicFramePr>
          <p:xfrm>
            <a:off x="928" y="3792"/>
            <a:ext cx="4001" cy="296"/>
          </p:xfrm>
          <a:graphic>
            <a:graphicData uri="http://schemas.openxmlformats.org/presentationml/2006/ole">
              <mc:AlternateContent xmlns:mc="http://schemas.openxmlformats.org/markup-compatibility/2006">
                <mc:Choice xmlns:v="urn:schemas-microsoft-com:vml" Requires="v">
                  <p:oleObj spid="_x0000_s3139" name="" r:id="rId11" imgW="1800860" imgH="215900" progId="Equation.3">
                    <p:embed/>
                  </p:oleObj>
                </mc:Choice>
                <mc:Fallback>
                  <p:oleObj name="" r:id="rId11" imgW="1800860" imgH="215900" progId="Equation.3">
                    <p:embed/>
                    <p:pic>
                      <p:nvPicPr>
                        <p:cNvPr id="0" name="图片 3138"/>
                        <p:cNvPicPr/>
                        <p:nvPr/>
                      </p:nvPicPr>
                      <p:blipFill>
                        <a:blip r:embed="rId12"/>
                        <a:stretch>
                          <a:fillRect/>
                        </a:stretch>
                      </p:blipFill>
                      <p:spPr>
                        <a:xfrm>
                          <a:off x="928" y="3792"/>
                          <a:ext cx="4001" cy="296"/>
                        </a:xfrm>
                        <a:prstGeom prst="rect">
                          <a:avLst/>
                        </a:prstGeom>
                        <a:noFill/>
                        <a:ln w="38100">
                          <a:noFill/>
                          <a:miter/>
                        </a:ln>
                      </p:spPr>
                    </p:pic>
                  </p:oleObj>
                </mc:Fallback>
              </mc:AlternateContent>
            </a:graphicData>
          </a:graphic>
        </p:graphicFrame>
      </p:grpSp>
      <p:sp>
        <p:nvSpPr>
          <p:cNvPr id="240654" name="文本框 240653"/>
          <p:cNvSpPr txBox="1"/>
          <p:nvPr/>
        </p:nvSpPr>
        <p:spPr>
          <a:xfrm>
            <a:off x="152400" y="1905000"/>
            <a:ext cx="914400" cy="946150"/>
          </a:xfrm>
          <a:prstGeom prst="rect">
            <a:avLst/>
          </a:prstGeom>
          <a:solidFill>
            <a:srgbClr val="FFCCFF"/>
          </a:solidFill>
          <a:ln w="9525">
            <a:noFill/>
          </a:ln>
        </p:spPr>
        <p:txBody>
          <a:bodyPr>
            <a:spAutoFit/>
          </a:bodyPr>
          <a:p>
            <a:pPr algn="l">
              <a:spcBef>
                <a:spcPct val="50000"/>
              </a:spcBef>
              <a:buClr>
                <a:schemeClr val="bg1"/>
              </a:buClr>
            </a:pPr>
            <a:r>
              <a:rPr lang="zh-CN" altLang="en-US" sz="2800" dirty="0">
                <a:latin typeface="楷体_GB2312" panose="02010609030101010101" pitchFamily="49" charset="-122"/>
                <a:ea typeface="楷体_GB2312" panose="02010609030101010101" pitchFamily="49" charset="-122"/>
              </a:rPr>
              <a:t>目标函数</a:t>
            </a:r>
            <a:r>
              <a:rPr lang="zh-CN" altLang="en-US" sz="2800" b="0" dirty="0">
                <a:latin typeface="楷体_GB2312" panose="02010609030101010101" pitchFamily="49" charset="-122"/>
                <a:ea typeface="楷体_GB2312" panose="02010609030101010101" pitchFamily="49" charset="-122"/>
              </a:rPr>
              <a:t> </a:t>
            </a:r>
            <a:endParaRPr lang="zh-CN" altLang="en-US" sz="2800" b="0">
              <a:latin typeface="楷体_GB2312" panose="02010609030101010101" pitchFamily="49" charset="-122"/>
              <a:ea typeface="楷体_GB2312" panose="02010609030101010101" pitchFamily="49" charset="-122"/>
            </a:endParaRPr>
          </a:p>
        </p:txBody>
      </p:sp>
      <p:graphicFrame>
        <p:nvGraphicFramePr>
          <p:cNvPr id="240655" name="对象 240654"/>
          <p:cNvGraphicFramePr/>
          <p:nvPr/>
        </p:nvGraphicFramePr>
        <p:xfrm>
          <a:off x="1219200" y="1882775"/>
          <a:ext cx="7848600" cy="1012825"/>
        </p:xfrm>
        <a:graphic>
          <a:graphicData uri="http://schemas.openxmlformats.org/presentationml/2006/ole">
            <mc:AlternateContent xmlns:mc="http://schemas.openxmlformats.org/markup-compatibility/2006">
              <mc:Choice xmlns:v="urn:schemas-microsoft-com:vml" Requires="v">
                <p:oleObj spid="_x0000_s3140" name="" r:id="rId13" imgW="3733800" imgH="457200" progId="Equation.3">
                  <p:embed/>
                </p:oleObj>
              </mc:Choice>
              <mc:Fallback>
                <p:oleObj name="" r:id="rId13" imgW="3733800" imgH="457200" progId="Equation.3">
                  <p:embed/>
                  <p:pic>
                    <p:nvPicPr>
                      <p:cNvPr id="0" name="图片 3139"/>
                      <p:cNvPicPr/>
                      <p:nvPr/>
                    </p:nvPicPr>
                    <p:blipFill>
                      <a:blip r:embed="rId14"/>
                      <a:stretch>
                        <a:fillRect/>
                      </a:stretch>
                    </p:blipFill>
                    <p:spPr>
                      <a:xfrm>
                        <a:off x="1219200" y="1882775"/>
                        <a:ext cx="7848600" cy="1012825"/>
                      </a:xfrm>
                      <a:prstGeom prst="rect">
                        <a:avLst/>
                      </a:prstGeom>
                      <a:noFill/>
                      <a:ln w="38100">
                        <a:noFill/>
                        <a:miter/>
                      </a:ln>
                    </p:spPr>
                  </p:pic>
                </p:oleObj>
              </mc:Fallback>
            </mc:AlternateContent>
          </a:graphicData>
        </a:graphic>
      </p:graphicFrame>
      <p:sp>
        <p:nvSpPr>
          <p:cNvPr id="240656" name="文本框 240655"/>
          <p:cNvSpPr txBox="1"/>
          <p:nvPr/>
        </p:nvSpPr>
        <p:spPr>
          <a:xfrm>
            <a:off x="2124075" y="1268413"/>
            <a:ext cx="6313488" cy="519112"/>
          </a:xfrm>
          <a:prstGeom prst="rect">
            <a:avLst/>
          </a:prstGeom>
          <a:noFill/>
          <a:ln w="9525">
            <a:noFill/>
          </a:ln>
        </p:spPr>
        <p:txBody>
          <a:bodyPr>
            <a:spAutoFit/>
          </a:bodyPr>
          <a:p>
            <a:pPr algn="l">
              <a:spcBef>
                <a:spcPct val="50000"/>
              </a:spcBef>
              <a:buClr>
                <a:schemeClr val="bg1"/>
              </a:buClr>
            </a:pPr>
            <a:r>
              <a:rPr lang="zh-CN" altLang="en-US" sz="2800" dirty="0">
                <a:latin typeface="宋体" panose="02010600030101010101" pitchFamily="2" charset="-122"/>
              </a:rPr>
              <a:t>水库</a:t>
            </a:r>
            <a:r>
              <a:rPr lang="en-US" altLang="zh-CN" sz="2800" i="1">
                <a:latin typeface="Times New Roman" panose="02020603050405020304" pitchFamily="18" charset="0"/>
              </a:rPr>
              <a:t>i  </a:t>
            </a:r>
            <a:r>
              <a:rPr lang="zh-CN" altLang="en-US" sz="2800">
                <a:latin typeface="宋体" panose="02010600030101010101" pitchFamily="2" charset="-122"/>
              </a:rPr>
              <a:t>向</a:t>
            </a:r>
            <a:r>
              <a:rPr lang="en-US" altLang="zh-CN" sz="2800" i="1">
                <a:latin typeface="Times New Roman" panose="02020603050405020304" pitchFamily="18" charset="0"/>
              </a:rPr>
              <a:t>j </a:t>
            </a:r>
            <a:r>
              <a:rPr lang="zh-CN" altLang="en-US" sz="2800" dirty="0">
                <a:latin typeface="宋体" panose="02010600030101010101" pitchFamily="2" charset="-122"/>
              </a:rPr>
              <a:t>区的日供水量为 </a:t>
            </a:r>
            <a:r>
              <a:rPr lang="en-US" altLang="zh-CN" sz="2800" i="1" dirty="0" err="1">
                <a:latin typeface="Times New Roman" panose="02020603050405020304" pitchFamily="18" charset="0"/>
              </a:rPr>
              <a:t>x</a:t>
            </a:r>
            <a:r>
              <a:rPr lang="en-US" altLang="zh-CN" sz="2800" i="1" baseline="-30000" dirty="0" err="1">
                <a:latin typeface="Times New Roman" panose="02020603050405020304" pitchFamily="18" charset="0"/>
              </a:rPr>
              <a:t>ij</a:t>
            </a:r>
            <a:r>
              <a:rPr lang="zh-CN" altLang="en-US" sz="2800">
                <a:latin typeface="宋体" panose="02010600030101010101" pitchFamily="2" charset="-122"/>
              </a:rPr>
              <a:t>（</a:t>
            </a:r>
            <a:r>
              <a:rPr lang="en-US" altLang="zh-CN" sz="2800" i="1">
                <a:latin typeface="Times New Roman" panose="02020603050405020304" pitchFamily="18" charset="0"/>
              </a:rPr>
              <a:t>x</a:t>
            </a:r>
            <a:r>
              <a:rPr lang="en-US" altLang="zh-CN" sz="2800" baseline="-30000">
                <a:latin typeface="Times New Roman" panose="02020603050405020304" pitchFamily="18" charset="0"/>
              </a:rPr>
              <a:t>34</a:t>
            </a:r>
            <a:r>
              <a:rPr lang="en-US" altLang="zh-CN" sz="2800">
                <a:latin typeface="Times New Roman" panose="02020603050405020304" pitchFamily="18" charset="0"/>
              </a:rPr>
              <a:t>=0</a:t>
            </a:r>
            <a:r>
              <a:rPr lang="zh-CN" altLang="en-US" sz="2800">
                <a:latin typeface="Times New Roman" panose="02020603050405020304" pitchFamily="18" charset="0"/>
              </a:rPr>
              <a:t>）</a:t>
            </a:r>
            <a:endParaRPr lang="zh-CN" altLang="en-US" sz="2800">
              <a:latin typeface="Times New Roman" panose="02020603050405020304" pitchFamily="18" charset="0"/>
            </a:endParaRPr>
          </a:p>
        </p:txBody>
      </p:sp>
      <p:sp>
        <p:nvSpPr>
          <p:cNvPr id="240657" name="文本框 240656"/>
          <p:cNvSpPr txBox="1"/>
          <p:nvPr/>
        </p:nvSpPr>
        <p:spPr>
          <a:xfrm>
            <a:off x="304800" y="1171575"/>
            <a:ext cx="1676400" cy="519113"/>
          </a:xfrm>
          <a:prstGeom prst="rect">
            <a:avLst/>
          </a:prstGeom>
          <a:solidFill>
            <a:srgbClr val="66FFFF"/>
          </a:solidFill>
          <a:ln w="9525">
            <a:noFill/>
          </a:ln>
        </p:spPr>
        <p:txBody>
          <a:bodyPr>
            <a:spAutoFit/>
          </a:bodyPr>
          <a:p>
            <a:pPr algn="l">
              <a:spcBef>
                <a:spcPct val="50000"/>
              </a:spcBef>
              <a:buClr>
                <a:schemeClr val="bg1"/>
              </a:buClr>
            </a:pPr>
            <a:r>
              <a:rPr lang="zh-CN" altLang="en-US" sz="2800" dirty="0">
                <a:latin typeface="楷体_GB2312" panose="02010609030101010101" pitchFamily="49" charset="-122"/>
                <a:ea typeface="楷体_GB2312" panose="02010609030101010101" pitchFamily="49" charset="-122"/>
              </a:rPr>
              <a:t>决策变量</a:t>
            </a:r>
            <a:r>
              <a:rPr lang="zh-CN" altLang="en-US" sz="2800" b="0" dirty="0">
                <a:latin typeface="楷体_GB2312" panose="02010609030101010101" pitchFamily="49" charset="-122"/>
                <a:ea typeface="楷体_GB2312" panose="02010609030101010101" pitchFamily="49" charset="-122"/>
              </a:rPr>
              <a:t> </a:t>
            </a:r>
            <a:endParaRPr lang="zh-CN" altLang="en-US" sz="2800" b="0">
              <a:latin typeface="楷体_GB2312" panose="02010609030101010101" pitchFamily="49" charset="-122"/>
              <a:ea typeface="楷体_GB2312" panose="02010609030101010101" pitchFamily="49" charset="-122"/>
            </a:endParaRPr>
          </a:p>
        </p:txBody>
      </p:sp>
      <p:sp>
        <p:nvSpPr>
          <p:cNvPr id="240658" name="文本框 240657"/>
          <p:cNvSpPr txBox="1"/>
          <p:nvPr/>
        </p:nvSpPr>
        <p:spPr>
          <a:xfrm>
            <a:off x="304800" y="425450"/>
            <a:ext cx="2057400" cy="579438"/>
          </a:xfrm>
          <a:prstGeom prst="rect">
            <a:avLst/>
          </a:prstGeom>
          <a:solidFill>
            <a:srgbClr val="FFCCFF"/>
          </a:solidFill>
          <a:ln w="9525">
            <a:noFill/>
          </a:ln>
        </p:spPr>
        <p:txBody>
          <a:bodyPr>
            <a:spAutoFit/>
          </a:bodyPr>
          <a:p>
            <a:pPr algn="ctr">
              <a:spcBef>
                <a:spcPct val="50000"/>
              </a:spcBef>
              <a:buClr>
                <a:schemeClr val="bg1"/>
              </a:buClr>
            </a:pPr>
            <a:r>
              <a:rPr lang="zh-CN" altLang="en-US" sz="3200" dirty="0">
                <a:latin typeface="楷体_GB2312" panose="02010609030101010101" pitchFamily="49" charset="-122"/>
                <a:ea typeface="楷体_GB2312" panose="02010609030101010101" pitchFamily="49" charset="-122"/>
              </a:rPr>
              <a:t>模型建立 </a:t>
            </a:r>
            <a:endParaRPr lang="zh-CN" altLang="en-US" sz="3200" dirty="0">
              <a:latin typeface="楷体_GB2312" panose="02010609030101010101" pitchFamily="49" charset="-122"/>
              <a:ea typeface="楷体_GB2312" panose="02010609030101010101" pitchFamily="49" charset="-122"/>
            </a:endParaRPr>
          </a:p>
        </p:txBody>
      </p:sp>
      <p:sp>
        <p:nvSpPr>
          <p:cNvPr id="240659" name="文本框 240658"/>
          <p:cNvSpPr txBox="1"/>
          <p:nvPr/>
        </p:nvSpPr>
        <p:spPr>
          <a:xfrm>
            <a:off x="2590800" y="547688"/>
            <a:ext cx="5257800" cy="519112"/>
          </a:xfrm>
          <a:prstGeom prst="rect">
            <a:avLst/>
          </a:prstGeom>
          <a:noFill/>
          <a:ln w="9525">
            <a:noFill/>
          </a:ln>
        </p:spPr>
        <p:txBody>
          <a:bodyPr>
            <a:spAutoFit/>
          </a:bodyPr>
          <a:p>
            <a:pPr algn="l">
              <a:spcBef>
                <a:spcPct val="50000"/>
              </a:spcBef>
              <a:buClr>
                <a:schemeClr val="bg1"/>
              </a:buClr>
            </a:pPr>
            <a:r>
              <a:rPr lang="zh-CN" altLang="en-US" sz="2800" dirty="0">
                <a:latin typeface="Times New Roman" panose="02020603050405020304" pitchFamily="18" charset="0"/>
              </a:rPr>
              <a:t>确定</a:t>
            </a:r>
            <a:r>
              <a:rPr lang="en-US" altLang="zh-CN" sz="2800" dirty="0">
                <a:latin typeface="Times New Roman" panose="02020603050405020304" pitchFamily="18" charset="0"/>
              </a:rPr>
              <a:t>3</a:t>
            </a:r>
            <a:r>
              <a:rPr lang="zh-CN" altLang="en-US" sz="2800" dirty="0">
                <a:latin typeface="Times New Roman" panose="02020603050405020304" pitchFamily="18" charset="0"/>
              </a:rPr>
              <a:t>个水库向</a:t>
            </a:r>
            <a:r>
              <a:rPr lang="en-US" altLang="zh-CN" sz="2800" dirty="0">
                <a:latin typeface="Times New Roman" panose="02020603050405020304" pitchFamily="18" charset="0"/>
              </a:rPr>
              <a:t>4</a:t>
            </a:r>
            <a:r>
              <a:rPr lang="zh-CN" altLang="en-US" sz="2800" dirty="0">
                <a:latin typeface="Times New Roman" panose="02020603050405020304" pitchFamily="18" charset="0"/>
              </a:rPr>
              <a:t>个小区的供水量 </a:t>
            </a:r>
            <a:endParaRPr lang="zh-CN" altLang="en-US" sz="2800">
              <a:latin typeface="Times New Roman" panose="02020603050405020304" pitchFamily="18" charset="0"/>
            </a:endParaRPr>
          </a:p>
        </p:txBody>
      </p:sp>
      <p:pic>
        <p:nvPicPr>
          <p:cNvPr id="240682" name="图片 240681"/>
          <p:cNvPicPr>
            <a:picLocks noChangeAspect="1"/>
          </p:cNvPicPr>
          <p:nvPr/>
        </p:nvPicPr>
        <p:blipFill>
          <a:blip r:embed="rId15"/>
          <a:stretch>
            <a:fillRect/>
          </a:stretch>
        </p:blipFill>
        <p:spPr>
          <a:xfrm>
            <a:off x="1835150" y="549275"/>
            <a:ext cx="6602413" cy="2447925"/>
          </a:xfrm>
          <a:prstGeom prst="rect">
            <a:avLst/>
          </a:prstGeom>
          <a:noFill/>
          <a:ln w="9525">
            <a:noFill/>
          </a:ln>
        </p:spPr>
      </p:pic>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40659"/>
                                        </p:tgtEl>
                                        <p:attrNameLst>
                                          <p:attrName>style.visibility</p:attrName>
                                        </p:attrNameLst>
                                      </p:cBhvr>
                                      <p:to>
                                        <p:strVal val="visible"/>
                                      </p:to>
                                    </p:set>
                                    <p:anim calcmode="lin" valueType="num">
                                      <p:cBhvr additive="base">
                                        <p:cTn id="7" dur="500" fill="hold"/>
                                        <p:tgtEl>
                                          <p:spTgt spid="240659"/>
                                        </p:tgtEl>
                                        <p:attrNameLst>
                                          <p:attrName>ppt_x</p:attrName>
                                        </p:attrNameLst>
                                      </p:cBhvr>
                                      <p:tavLst>
                                        <p:tav tm="0">
                                          <p:val>
                                            <p:strVal val="#ppt_x"/>
                                          </p:val>
                                        </p:tav>
                                        <p:tav tm="100000">
                                          <p:val>
                                            <p:strVal val="#ppt_x"/>
                                          </p:val>
                                        </p:tav>
                                      </p:tavLst>
                                    </p:anim>
                                    <p:anim calcmode="lin" valueType="num">
                                      <p:cBhvr additive="base">
                                        <p:cTn id="8" dur="500" fill="hold"/>
                                        <p:tgtEl>
                                          <p:spTgt spid="24065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24065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40656"/>
                                        </p:tgtEl>
                                        <p:attrNameLst>
                                          <p:attrName>style.visibility</p:attrName>
                                        </p:attrNameLst>
                                      </p:cBhvr>
                                      <p:to>
                                        <p:strVal val="visible"/>
                                      </p:to>
                                    </p:set>
                                    <p:animEffect transition="in" filter="checkerboard(across)">
                                      <p:cBhvr>
                                        <p:cTn id="17" dur="500"/>
                                        <p:tgtEl>
                                          <p:spTgt spid="24065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40682"/>
                                        </p:tgtEl>
                                        <p:attrNameLst>
                                          <p:attrName>style.visibility</p:attrName>
                                        </p:attrNameLst>
                                      </p:cBhvr>
                                      <p:to>
                                        <p:strVal val="visible"/>
                                      </p:to>
                                    </p:set>
                                    <p:anim calcmode="lin" valueType="num">
                                      <p:cBhvr additive="base">
                                        <p:cTn id="22" dur="500" fill="hold"/>
                                        <p:tgtEl>
                                          <p:spTgt spid="240682"/>
                                        </p:tgtEl>
                                        <p:attrNameLst>
                                          <p:attrName>ppt_x</p:attrName>
                                        </p:attrNameLst>
                                      </p:cBhvr>
                                      <p:tavLst>
                                        <p:tav tm="0">
                                          <p:val>
                                            <p:strVal val="#ppt_x"/>
                                          </p:val>
                                        </p:tav>
                                        <p:tav tm="100000">
                                          <p:val>
                                            <p:strVal val="#ppt_x"/>
                                          </p:val>
                                        </p:tav>
                                      </p:tavLst>
                                    </p:anim>
                                    <p:anim calcmode="lin" valueType="num">
                                      <p:cBhvr additive="base">
                                        <p:cTn id="23" dur="500" fill="hold"/>
                                        <p:tgtEl>
                                          <p:spTgt spid="24068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 presetClass="exit" presetSubtype="16" fill="hold" nodeType="clickEffect">
                                  <p:stCondLst>
                                    <p:cond delay="0"/>
                                  </p:stCondLst>
                                  <p:childTnLst>
                                    <p:animEffect transition="out" filter="box(in)">
                                      <p:cBhvr>
                                        <p:cTn id="27" dur="500"/>
                                        <p:tgtEl>
                                          <p:spTgt spid="240682"/>
                                        </p:tgtEl>
                                      </p:cBhvr>
                                    </p:animEffect>
                                    <p:set>
                                      <p:cBhvr>
                                        <p:cTn id="28" dur="1" fill="hold">
                                          <p:stCondLst>
                                            <p:cond delay="499"/>
                                          </p:stCondLst>
                                        </p:cTn>
                                        <p:tgtEl>
                                          <p:spTgt spid="24068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40654"/>
                                        </p:tgtEl>
                                        <p:attrNameLst>
                                          <p:attrName>style.visibility</p:attrName>
                                        </p:attrNameLst>
                                      </p:cBhvr>
                                      <p:to>
                                        <p:strVal val="visible"/>
                                      </p:to>
                                    </p:set>
                                    <p:anim calcmode="lin" valueType="num">
                                      <p:cBhvr additive="base">
                                        <p:cTn id="33" dur="500" fill="hold"/>
                                        <p:tgtEl>
                                          <p:spTgt spid="240654"/>
                                        </p:tgtEl>
                                        <p:attrNameLst>
                                          <p:attrName>ppt_x</p:attrName>
                                        </p:attrNameLst>
                                      </p:cBhvr>
                                      <p:tavLst>
                                        <p:tav tm="0">
                                          <p:val>
                                            <p:strVal val="0-#ppt_w/2"/>
                                          </p:val>
                                        </p:tav>
                                        <p:tav tm="100000">
                                          <p:val>
                                            <p:strVal val="#ppt_x"/>
                                          </p:val>
                                        </p:tav>
                                      </p:tavLst>
                                    </p:anim>
                                    <p:anim calcmode="lin" valueType="num">
                                      <p:cBhvr additive="base">
                                        <p:cTn id="34" dur="500" fill="hold"/>
                                        <p:tgtEl>
                                          <p:spTgt spid="240654"/>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10" fill="hold" nodeType="clickEffect">
                                  <p:stCondLst>
                                    <p:cond delay="0"/>
                                  </p:stCondLst>
                                  <p:childTnLst>
                                    <p:set>
                                      <p:cBhvr>
                                        <p:cTn id="38" dur="1" fill="hold">
                                          <p:stCondLst>
                                            <p:cond delay="0"/>
                                          </p:stCondLst>
                                        </p:cTn>
                                        <p:tgtEl>
                                          <p:spTgt spid="240655"/>
                                        </p:tgtEl>
                                        <p:attrNameLst>
                                          <p:attrName>style.visibility</p:attrName>
                                        </p:attrNameLst>
                                      </p:cBhvr>
                                      <p:to>
                                        <p:strVal val="visible"/>
                                      </p:to>
                                    </p:set>
                                    <p:anim calcmode="lin" valueType="num">
                                      <p:cBhvr>
                                        <p:cTn id="39" dur="500" fill="hold"/>
                                        <p:tgtEl>
                                          <p:spTgt spid="240655"/>
                                        </p:tgtEl>
                                        <p:attrNameLst>
                                          <p:attrName>ppt_w</p:attrName>
                                        </p:attrNameLst>
                                      </p:cBhvr>
                                      <p:tavLst>
                                        <p:tav tm="0">
                                          <p:val>
                                            <p:fltVal val="0.000000"/>
                                          </p:val>
                                        </p:tav>
                                        <p:tav tm="100000">
                                          <p:val>
                                            <p:strVal val="#ppt_w"/>
                                          </p:val>
                                        </p:tav>
                                      </p:tavLst>
                                    </p:anim>
                                    <p:anim calcmode="lin" valueType="num">
                                      <p:cBhvr>
                                        <p:cTn id="40" dur="500" fill="hold"/>
                                        <p:tgtEl>
                                          <p:spTgt spid="240655"/>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240643"/>
                                        </p:tgtEl>
                                        <p:attrNameLst>
                                          <p:attrName>style.visibility</p:attrName>
                                        </p:attrNameLst>
                                      </p:cBhvr>
                                      <p:to>
                                        <p:strVal val="visible"/>
                                      </p:to>
                                    </p:set>
                                    <p:anim calcmode="lin" valueType="num">
                                      <p:cBhvr additive="base">
                                        <p:cTn id="45" dur="500" fill="hold"/>
                                        <p:tgtEl>
                                          <p:spTgt spid="240643"/>
                                        </p:tgtEl>
                                        <p:attrNameLst>
                                          <p:attrName>ppt_x</p:attrName>
                                        </p:attrNameLst>
                                      </p:cBhvr>
                                      <p:tavLst>
                                        <p:tav tm="0">
                                          <p:val>
                                            <p:strVal val="0-#ppt_w/2"/>
                                          </p:val>
                                        </p:tav>
                                        <p:tav tm="100000">
                                          <p:val>
                                            <p:strVal val="#ppt_x"/>
                                          </p:val>
                                        </p:tav>
                                      </p:tavLst>
                                    </p:anim>
                                    <p:anim calcmode="lin" valueType="num">
                                      <p:cBhvr additive="base">
                                        <p:cTn id="46" dur="500" fill="hold"/>
                                        <p:tgtEl>
                                          <p:spTgt spid="240643"/>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240642"/>
                                        </p:tgtEl>
                                        <p:attrNameLst>
                                          <p:attrName>style.visibility</p:attrName>
                                        </p:attrNameLst>
                                      </p:cBhvr>
                                      <p:to>
                                        <p:strVal val="visible"/>
                                      </p:to>
                                    </p:set>
                                    <p:animEffect transition="in" filter="dissolve">
                                      <p:cBhvr>
                                        <p:cTn id="51" dur="500"/>
                                        <p:tgtEl>
                                          <p:spTgt spid="240642"/>
                                        </p:tgtEl>
                                      </p:cBhvr>
                                    </p:animEffect>
                                  </p:childTnLst>
                                </p:cTn>
                              </p:par>
                            </p:childTnLst>
                          </p:cTn>
                        </p:par>
                      </p:childTnLst>
                    </p:cTn>
                  </p:par>
                  <p:par>
                    <p:cTn id="52" fill="hold">
                      <p:stCondLst>
                        <p:cond delay="indefinite"/>
                      </p:stCondLst>
                      <p:childTnLst>
                        <p:par>
                          <p:cTn id="53" fill="hold">
                            <p:stCondLst>
                              <p:cond delay="0"/>
                            </p:stCondLst>
                            <p:childTnLst>
                              <p:par>
                                <p:cTn id="54" presetID="4" presetClass="entr" presetSubtype="16" fill="hold" nodeType="clickEffect">
                                  <p:stCondLst>
                                    <p:cond delay="0"/>
                                  </p:stCondLst>
                                  <p:childTnLst>
                                    <p:set>
                                      <p:cBhvr>
                                        <p:cTn id="55" dur="1" fill="hold">
                                          <p:stCondLst>
                                            <p:cond delay="0"/>
                                          </p:stCondLst>
                                        </p:cTn>
                                        <p:tgtEl>
                                          <p:spTgt spid="240646"/>
                                        </p:tgtEl>
                                        <p:attrNameLst>
                                          <p:attrName>style.visibility</p:attrName>
                                        </p:attrNameLst>
                                      </p:cBhvr>
                                      <p:to>
                                        <p:strVal val="visible"/>
                                      </p:to>
                                    </p:set>
                                    <p:animEffect transition="in" filter="box(in)">
                                      <p:cBhvr>
                                        <p:cTn id="56" dur="500"/>
                                        <p:tgtEl>
                                          <p:spTgt spid="240646"/>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40644"/>
                                        </p:tgtEl>
                                        <p:attrNameLst>
                                          <p:attrName>style.visibility</p:attrName>
                                        </p:attrNameLst>
                                      </p:cBhvr>
                                      <p:to>
                                        <p:strVal val="visible"/>
                                      </p:to>
                                    </p:set>
                                    <p:animEffect transition="in" filter="blinds(horizontal)">
                                      <p:cBhvr>
                                        <p:cTn id="61" dur="500"/>
                                        <p:tgtEl>
                                          <p:spTgt spid="240644"/>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nodeType="clickEffect">
                                  <p:stCondLst>
                                    <p:cond delay="0"/>
                                  </p:stCondLst>
                                  <p:childTnLst>
                                    <p:set>
                                      <p:cBhvr>
                                        <p:cTn id="65" dur="1" fill="hold">
                                          <p:stCondLst>
                                            <p:cond delay="0"/>
                                          </p:stCondLst>
                                        </p:cTn>
                                        <p:tgtEl>
                                          <p:spTgt spid="240649"/>
                                        </p:tgtEl>
                                        <p:attrNameLst>
                                          <p:attrName>style.visibility</p:attrName>
                                        </p:attrNameLst>
                                      </p:cBhvr>
                                      <p:to>
                                        <p:strVal val="visible"/>
                                      </p:to>
                                    </p:set>
                                    <p:animEffect transition="in" filter="box(in)">
                                      <p:cBhvr>
                                        <p:cTn id="66" dur="500"/>
                                        <p:tgtEl>
                                          <p:spTgt spid="240649"/>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42" fill="hold" grpId="0" nodeType="clickEffect">
                                  <p:stCondLst>
                                    <p:cond delay="0"/>
                                  </p:stCondLst>
                                  <p:childTnLst>
                                    <p:set>
                                      <p:cBhvr>
                                        <p:cTn id="70" dur="1" fill="hold">
                                          <p:stCondLst>
                                            <p:cond delay="0"/>
                                          </p:stCondLst>
                                        </p:cTn>
                                        <p:tgtEl>
                                          <p:spTgt spid="240645"/>
                                        </p:tgtEl>
                                        <p:attrNameLst>
                                          <p:attrName>style.visibility</p:attrName>
                                        </p:attrNameLst>
                                      </p:cBhvr>
                                      <p:to>
                                        <p:strVal val="visible"/>
                                      </p:to>
                                    </p:set>
                                    <p:animEffect transition="in" filter="barn(outHorizontal)">
                                      <p:cBhvr>
                                        <p:cTn id="71" dur="500"/>
                                        <p:tgtEl>
                                          <p:spTgt spid="240645"/>
                                        </p:tgtEl>
                                      </p:cBhvr>
                                    </p:animEffect>
                                  </p:childTnLst>
                                </p:cTn>
                              </p:par>
                            </p:childTnLst>
                          </p:cTn>
                        </p:par>
                      </p:childTnLst>
                    </p:cTn>
                  </p:par>
                  <p:par>
                    <p:cTn id="72" fill="hold">
                      <p:stCondLst>
                        <p:cond delay="indefinite"/>
                      </p:stCondLst>
                      <p:childTnLst>
                        <p:par>
                          <p:cTn id="73" fill="hold">
                            <p:stCondLst>
                              <p:cond delay="0"/>
                            </p:stCondLst>
                            <p:childTnLst>
                              <p:par>
                                <p:cTn id="74" presetID="5" presetClass="entr" presetSubtype="10" fill="hold" nodeType="clickEffect">
                                  <p:stCondLst>
                                    <p:cond delay="0"/>
                                  </p:stCondLst>
                                  <p:childTnLst>
                                    <p:set>
                                      <p:cBhvr>
                                        <p:cTn id="75" dur="1" fill="hold">
                                          <p:stCondLst>
                                            <p:cond delay="0"/>
                                          </p:stCondLst>
                                        </p:cTn>
                                        <p:tgtEl>
                                          <p:spTgt spid="240682"/>
                                        </p:tgtEl>
                                        <p:attrNameLst>
                                          <p:attrName>style.visibility</p:attrName>
                                        </p:attrNameLst>
                                      </p:cBhvr>
                                      <p:to>
                                        <p:strVal val="visible"/>
                                      </p:to>
                                    </p:set>
                                    <p:animEffect transition="in" filter="checkerboard(across)">
                                      <p:cBhvr>
                                        <p:cTn id="76" dur="500"/>
                                        <p:tgtEl>
                                          <p:spTgt spid="240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2" grpId="0" animBg="1"/>
      <p:bldP spid="240643" grpId="0" animBg="1"/>
      <p:bldP spid="240644" grpId="0" animBg="1"/>
      <p:bldP spid="240645" grpId="0" animBg="1"/>
      <p:bldP spid="240654" grpId="0" animBg="1"/>
      <p:bldP spid="240656" grpId="0"/>
      <p:bldP spid="240657" grpId="0" animBg="1"/>
      <p:bldP spid="24065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90" name="标题 242689"/>
          <p:cNvSpPr>
            <a:spLocks noGrp="1"/>
          </p:cNvSpPr>
          <p:nvPr>
            <p:ph type="title"/>
          </p:nvPr>
        </p:nvSpPr>
        <p:spPr>
          <a:xfrm>
            <a:off x="3059113" y="188913"/>
            <a:ext cx="2519362" cy="647700"/>
          </a:xfrm>
        </p:spPr>
        <p:txBody>
          <a:bodyPr anchor="ctr"/>
          <a:p>
            <a:r>
              <a:rPr lang="zh-CN" altLang="en-US" sz="4000" b="1" dirty="0"/>
              <a:t>模型求解</a:t>
            </a:r>
            <a:endParaRPr lang="zh-CN" altLang="en-US" sz="4000" b="1" dirty="0"/>
          </a:p>
        </p:txBody>
      </p:sp>
      <p:sp>
        <p:nvSpPr>
          <p:cNvPr id="242691" name="文本占位符 242690"/>
          <p:cNvSpPr>
            <a:spLocks noGrp="1"/>
          </p:cNvSpPr>
          <p:nvPr>
            <p:ph type="body" idx="1"/>
          </p:nvPr>
        </p:nvSpPr>
        <p:spPr>
          <a:xfrm>
            <a:off x="179388" y="1125538"/>
            <a:ext cx="4752975" cy="5256212"/>
          </a:xfrm>
          <a:ln>
            <a:solidFill>
              <a:srgbClr val="A50021"/>
            </a:solidFill>
            <a:miter/>
          </a:ln>
        </p:spPr>
        <p:txBody>
          <a:bodyPr/>
          <a:p>
            <a:pPr>
              <a:lnSpc>
                <a:spcPct val="80000"/>
              </a:lnSpc>
              <a:buNone/>
            </a:pPr>
            <a:r>
              <a:rPr lang="en-US" altLang="zh-CN" sz="1600"/>
              <a:t>model:</a:t>
            </a:r>
            <a:endParaRPr lang="en-US" altLang="zh-CN" sz="1600"/>
          </a:p>
          <a:p>
            <a:pPr>
              <a:lnSpc>
                <a:spcPct val="80000"/>
              </a:lnSpc>
              <a:buNone/>
            </a:pPr>
            <a:r>
              <a:rPr lang="en-US" altLang="zh-CN" sz="1600"/>
              <a:t> </a:t>
            </a:r>
            <a:r>
              <a:rPr lang="en-US" altLang="zh-CN" sz="1600">
                <a:latin typeface="Times New Roman" panose="02020603050405020304" pitchFamily="18" charset="0"/>
              </a:rPr>
              <a:t>sets:</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 kar/1..3/;</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 car/1..4/;</a:t>
            </a:r>
            <a:endParaRPr lang="en-US" altLang="zh-CN" sz="1600">
              <a:latin typeface="Times New Roman" panose="02020603050405020304" pitchFamily="18" charset="0"/>
            </a:endParaRPr>
          </a:p>
          <a:p>
            <a:pPr>
              <a:lnSpc>
                <a:spcPct val="80000"/>
              </a:lnSpc>
              <a:buNone/>
            </a:pPr>
            <a:r>
              <a:rPr lang="en-US" altLang="zh-CN" sz="1600" dirty="0" err="1">
                <a:latin typeface="Times New Roman" panose="02020603050405020304" pitchFamily="18" charset="0"/>
              </a:rPr>
              <a:t> var(kar,car</a:t>
            </a:r>
            <a:r>
              <a:rPr lang="en-US" altLang="zh-CN" sz="1600" dirty="0">
                <a:latin typeface="Times New Roman" panose="02020603050405020304" pitchFamily="18" charset="0"/>
              </a:rPr>
              <a:t>):x;</a:t>
            </a:r>
            <a:endParaRPr lang="en-US" altLang="zh-CN" sz="1600">
              <a:latin typeface="Times New Roman" panose="02020603050405020304" pitchFamily="18" charset="0"/>
            </a:endParaRPr>
          </a:p>
          <a:p>
            <a:pPr>
              <a:lnSpc>
                <a:spcPct val="80000"/>
              </a:lnSpc>
              <a:buNone/>
            </a:pPr>
            <a:r>
              <a:rPr lang="en-US" altLang="zh-CN" sz="1600" dirty="0" err="1">
                <a:latin typeface="Times New Roman" panose="02020603050405020304" pitchFamily="18" charset="0"/>
              </a:rPr>
              <a:t>endsets</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min=160*x(1,1)+130*x(1,2)+220*x(1,3)+</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170*x(1,4)+140*x(2,1)+130*x(2,2)+190*x(2,3)</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+150*x(2,4)+190*x(3,1)+200*x(3,2)+230*x(3,3);</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x(1,1)+x(1,2)+x(1,3)+x(1,4)=50;</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x(2,1)+x(2,2)+x(2,3)+x(2,4)=60;</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x(3,1)+x(3,2)+x(3,3)=50;</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x(1,1)+x(2,1)+x(3,1)&lt;=80;</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x(1,1)+x(2,1)+x(3,1)&gt;=30;</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x(1,2)+x(2,2)+x(3,2)&lt;=140;</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x(1,2)+x(2,2)+x(3,2)&gt;=70;</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 x(1,3)+x(2,3)+x(3,3)&lt;=30;</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x(1,3)+x(2,3)+x(3,3)&gt;=10;</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 x(1,4)+x(2,4)&lt;=50;</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x(1,4)+x(2,4)&gt;=10;</a:t>
            </a:r>
            <a:endParaRPr lang="en-US" altLang="zh-CN" sz="1600">
              <a:latin typeface="Times New Roman" panose="02020603050405020304" pitchFamily="18" charset="0"/>
            </a:endParaRPr>
          </a:p>
          <a:p>
            <a:pPr>
              <a:lnSpc>
                <a:spcPct val="80000"/>
              </a:lnSpc>
              <a:buNone/>
            </a:pPr>
            <a:r>
              <a:rPr lang="en-US" altLang="zh-CN" sz="1600">
                <a:latin typeface="Times New Roman" panose="02020603050405020304" pitchFamily="18" charset="0"/>
              </a:rPr>
              <a:t>End</a:t>
            </a:r>
            <a:endParaRPr lang="en-US" altLang="zh-CN" sz="1600">
              <a:latin typeface="Times New Roman" panose="02020603050405020304" pitchFamily="18" charset="0"/>
            </a:endParaRPr>
          </a:p>
          <a:p>
            <a:pPr>
              <a:lnSpc>
                <a:spcPct val="80000"/>
              </a:lnSpc>
              <a:buNone/>
            </a:pPr>
            <a:endParaRPr lang="en-US" altLang="zh-CN" sz="1600">
              <a:latin typeface="Times New Roman" panose="02020603050405020304" pitchFamily="18" charset="0"/>
            </a:endParaRPr>
          </a:p>
        </p:txBody>
      </p:sp>
      <p:sp>
        <p:nvSpPr>
          <p:cNvPr id="242692" name="文本框 242691"/>
          <p:cNvSpPr txBox="1"/>
          <p:nvPr/>
        </p:nvSpPr>
        <p:spPr>
          <a:xfrm>
            <a:off x="5075238" y="1619250"/>
            <a:ext cx="4068762" cy="4770438"/>
          </a:xfrm>
          <a:prstGeom prst="rect">
            <a:avLst/>
          </a:prstGeom>
          <a:noFill/>
          <a:ln w="9525" cap="flat" cmpd="sng">
            <a:solidFill>
              <a:srgbClr val="0000FF"/>
            </a:solidFill>
            <a:prstDash val="solid"/>
            <a:miter/>
            <a:headEnd type="none" w="med" len="med"/>
            <a:tailEnd type="none" w="med" len="med"/>
          </a:ln>
        </p:spPr>
        <p:txBody>
          <a:bodyPr anchor="b">
            <a:spAutoFit/>
          </a:bodyPr>
          <a:p>
            <a:pPr algn="l"/>
            <a:r>
              <a:rPr lang="en-US" altLang="zh-CN" sz="1800" dirty="0">
                <a:latin typeface="Times New Roman" panose="02020603050405020304" pitchFamily="18" charset="0"/>
              </a:rPr>
              <a:t>     </a:t>
            </a:r>
            <a:r>
              <a:rPr lang="en-US" altLang="zh-CN" sz="1800">
                <a:latin typeface="Times New Roman" panose="02020603050405020304" pitchFamily="18" charset="0"/>
              </a:rPr>
              <a:t>Objective value:              24400.00</a:t>
            </a:r>
            <a:endParaRPr lang="en-US" altLang="zh-CN" sz="1800">
              <a:latin typeface="Times New Roman" panose="02020603050405020304" pitchFamily="18" charset="0"/>
            </a:endParaRPr>
          </a:p>
          <a:p>
            <a:pPr algn="l"/>
            <a:endParaRPr lang="en-US" altLang="zh-CN" sz="1800">
              <a:latin typeface="Times New Roman" panose="02020603050405020304" pitchFamily="18" charset="0"/>
            </a:endParaRPr>
          </a:p>
          <a:p>
            <a:pPr algn="l"/>
            <a:endParaRPr lang="en-US" altLang="zh-CN" sz="1800">
              <a:latin typeface="Times New Roman" panose="02020603050405020304" pitchFamily="18" charset="0"/>
            </a:endParaRPr>
          </a:p>
          <a:p>
            <a:pPr algn="l"/>
            <a:r>
              <a:rPr lang="en-US" altLang="zh-CN" sz="1800">
                <a:latin typeface="Times New Roman" panose="02020603050405020304" pitchFamily="18" charset="0"/>
              </a:rPr>
              <a:t>Variable           Value        Reduced Cost</a:t>
            </a:r>
            <a:endParaRPr lang="en-US" altLang="zh-CN" sz="1800">
              <a:latin typeface="Times New Roman" panose="02020603050405020304" pitchFamily="18" charset="0"/>
            </a:endParaRPr>
          </a:p>
          <a:p>
            <a:pPr algn="l"/>
            <a:r>
              <a:rPr lang="en-US" altLang="zh-CN" sz="1800">
                <a:latin typeface="Times New Roman" panose="02020603050405020304" pitchFamily="18" charset="0"/>
              </a:rPr>
              <a:t>  X( 1, 1)        0.000000            30.00000</a:t>
            </a:r>
            <a:endParaRPr lang="en-US" altLang="zh-CN" sz="1800">
              <a:latin typeface="Times New Roman" panose="02020603050405020304" pitchFamily="18" charset="0"/>
            </a:endParaRPr>
          </a:p>
          <a:p>
            <a:pPr algn="l"/>
            <a:r>
              <a:rPr lang="en-US" altLang="zh-CN" sz="1800">
                <a:latin typeface="Times New Roman" panose="02020603050405020304" pitchFamily="18" charset="0"/>
              </a:rPr>
              <a:t>  X( 1, 2)        50.00000            0.000000</a:t>
            </a:r>
            <a:endParaRPr lang="en-US" altLang="zh-CN" sz="1800">
              <a:latin typeface="Times New Roman" panose="02020603050405020304" pitchFamily="18" charset="0"/>
            </a:endParaRPr>
          </a:p>
          <a:p>
            <a:pPr algn="l"/>
            <a:r>
              <a:rPr lang="en-US" altLang="zh-CN" sz="1800">
                <a:latin typeface="Times New Roman" panose="02020603050405020304" pitchFamily="18" charset="0"/>
              </a:rPr>
              <a:t>  X( 1, 3)        0.000000            50.00000</a:t>
            </a:r>
            <a:endParaRPr lang="en-US" altLang="zh-CN" sz="1800">
              <a:latin typeface="Times New Roman" panose="02020603050405020304" pitchFamily="18" charset="0"/>
            </a:endParaRPr>
          </a:p>
          <a:p>
            <a:pPr algn="l"/>
            <a:r>
              <a:rPr lang="en-US" altLang="zh-CN" sz="1800">
                <a:latin typeface="Times New Roman" panose="02020603050405020304" pitchFamily="18" charset="0"/>
              </a:rPr>
              <a:t>  X( 1, 4)        0.000000            20.00000</a:t>
            </a:r>
            <a:endParaRPr lang="en-US" altLang="zh-CN" sz="1800">
              <a:latin typeface="Times New Roman" panose="02020603050405020304" pitchFamily="18" charset="0"/>
            </a:endParaRPr>
          </a:p>
          <a:p>
            <a:pPr algn="l"/>
            <a:r>
              <a:rPr lang="en-US" altLang="zh-CN" sz="1800">
                <a:latin typeface="Times New Roman" panose="02020603050405020304" pitchFamily="18" charset="0"/>
              </a:rPr>
              <a:t>  X( 2, 1)        0.000000            10.00000</a:t>
            </a:r>
            <a:endParaRPr lang="en-US" altLang="zh-CN" sz="1800">
              <a:latin typeface="Times New Roman" panose="02020603050405020304" pitchFamily="18" charset="0"/>
            </a:endParaRPr>
          </a:p>
          <a:p>
            <a:pPr algn="l"/>
            <a:r>
              <a:rPr lang="en-US" altLang="zh-CN" sz="1800">
                <a:latin typeface="Times New Roman" panose="02020603050405020304" pitchFamily="18" charset="0"/>
              </a:rPr>
              <a:t>  X( 2, 2)        50.00000            0.000000</a:t>
            </a:r>
            <a:endParaRPr lang="en-US" altLang="zh-CN" sz="1800">
              <a:latin typeface="Times New Roman" panose="02020603050405020304" pitchFamily="18" charset="0"/>
            </a:endParaRPr>
          </a:p>
          <a:p>
            <a:pPr algn="l"/>
            <a:r>
              <a:rPr lang="en-US" altLang="zh-CN" sz="1800">
                <a:latin typeface="Times New Roman" panose="02020603050405020304" pitchFamily="18" charset="0"/>
              </a:rPr>
              <a:t>  X( 2, 3)        0.000000            20.00000</a:t>
            </a:r>
            <a:endParaRPr lang="en-US" altLang="zh-CN" sz="1800">
              <a:latin typeface="Times New Roman" panose="02020603050405020304" pitchFamily="18" charset="0"/>
            </a:endParaRPr>
          </a:p>
          <a:p>
            <a:pPr algn="l"/>
            <a:r>
              <a:rPr lang="en-US" altLang="zh-CN" sz="1800">
                <a:latin typeface="Times New Roman" panose="02020603050405020304" pitchFamily="18" charset="0"/>
              </a:rPr>
              <a:t>  X( 2, 4)        10.00000            0.000000</a:t>
            </a:r>
            <a:endParaRPr lang="en-US" altLang="zh-CN" sz="1800">
              <a:latin typeface="Times New Roman" panose="02020603050405020304" pitchFamily="18" charset="0"/>
            </a:endParaRPr>
          </a:p>
          <a:p>
            <a:pPr algn="l"/>
            <a:r>
              <a:rPr lang="en-US" altLang="zh-CN" sz="1800">
                <a:latin typeface="Times New Roman" panose="02020603050405020304" pitchFamily="18" charset="0"/>
              </a:rPr>
              <a:t>  X( 3, 1)        40.00000            0.000000</a:t>
            </a:r>
            <a:endParaRPr lang="en-US" altLang="zh-CN" sz="1800">
              <a:latin typeface="Times New Roman" panose="02020603050405020304" pitchFamily="18" charset="0"/>
            </a:endParaRPr>
          </a:p>
          <a:p>
            <a:pPr algn="l"/>
            <a:r>
              <a:rPr lang="en-US" altLang="zh-CN" sz="1800">
                <a:latin typeface="Times New Roman" panose="02020603050405020304" pitchFamily="18" charset="0"/>
              </a:rPr>
              <a:t>  X( 3, 2)        0.000000            10.00000</a:t>
            </a:r>
            <a:endParaRPr lang="en-US" altLang="zh-CN" sz="1800">
              <a:latin typeface="Times New Roman" panose="02020603050405020304" pitchFamily="18" charset="0"/>
            </a:endParaRPr>
          </a:p>
          <a:p>
            <a:pPr algn="l"/>
            <a:r>
              <a:rPr lang="en-US" altLang="zh-CN" sz="1800">
                <a:latin typeface="Times New Roman" panose="02020603050405020304" pitchFamily="18" charset="0"/>
              </a:rPr>
              <a:t>  X( 3, 3)        10.00000            0.000000</a:t>
            </a:r>
            <a:endParaRPr lang="en-US" altLang="zh-CN" sz="1800">
              <a:latin typeface="Times New Roman" panose="02020603050405020304" pitchFamily="18" charset="0"/>
            </a:endParaRPr>
          </a:p>
          <a:p>
            <a:pPr algn="l"/>
            <a:r>
              <a:rPr lang="en-US" altLang="zh-CN" sz="1800" dirty="0" err="1">
                <a:latin typeface="Times New Roman" panose="02020603050405020304" pitchFamily="18" charset="0"/>
              </a:rPr>
              <a:t>  X( 3, 4)        0.000000            0.000000</a:t>
            </a:r>
            <a:endParaRPr lang="en-US" altLang="zh-CN" sz="1800">
              <a:latin typeface="Times New Roman" panose="02020603050405020304" pitchFamily="18" charset="0"/>
            </a:endParaRPr>
          </a:p>
          <a:p>
            <a:pPr algn="l"/>
            <a:endParaRPr lang="en-US" altLang="zh-CN" sz="1800">
              <a:latin typeface="Times New Roman" panose="02020603050405020304" pitchFamily="18" charset="0"/>
            </a:endParaRPr>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6" name="文本框 241665"/>
          <p:cNvSpPr txBox="1"/>
          <p:nvPr/>
        </p:nvSpPr>
        <p:spPr>
          <a:xfrm>
            <a:off x="685800" y="381000"/>
            <a:ext cx="2514600" cy="579438"/>
          </a:xfrm>
          <a:prstGeom prst="rect">
            <a:avLst/>
          </a:prstGeom>
          <a:solidFill>
            <a:srgbClr val="FFFF99"/>
          </a:solidFill>
          <a:ln w="9525">
            <a:noFill/>
          </a:ln>
        </p:spPr>
        <p:txBody>
          <a:bodyPr>
            <a:spAutoFit/>
          </a:bodyPr>
          <a:p>
            <a:pPr algn="ctr">
              <a:spcBef>
                <a:spcPct val="50000"/>
              </a:spcBef>
              <a:buClr>
                <a:schemeClr val="bg1"/>
              </a:buClr>
            </a:pPr>
            <a:r>
              <a:rPr lang="zh-CN" altLang="en-US" sz="3200" dirty="0">
                <a:latin typeface="楷体_GB2312" panose="02010609030101010101" pitchFamily="49" charset="-122"/>
                <a:ea typeface="楷体_GB2312" panose="02010609030101010101" pitchFamily="49" charset="-122"/>
              </a:rPr>
              <a:t>结果解释</a:t>
            </a:r>
            <a:r>
              <a:rPr lang="zh-CN" altLang="en-US" sz="3200" b="0" dirty="0">
                <a:latin typeface="楷体_GB2312" panose="02010609030101010101" pitchFamily="49" charset="-122"/>
                <a:ea typeface="楷体_GB2312" panose="02010609030101010101" pitchFamily="49" charset="-122"/>
              </a:rPr>
              <a:t> </a:t>
            </a:r>
            <a:endParaRPr lang="zh-CN" altLang="en-US" sz="3200" b="0">
              <a:latin typeface="楷体_GB2312" panose="02010609030101010101" pitchFamily="49" charset="-122"/>
              <a:ea typeface="楷体_GB2312" panose="02010609030101010101" pitchFamily="49" charset="-122"/>
            </a:endParaRPr>
          </a:p>
        </p:txBody>
      </p:sp>
      <p:sp>
        <p:nvSpPr>
          <p:cNvPr id="241668" name="文本框 241667"/>
          <p:cNvSpPr txBox="1"/>
          <p:nvPr/>
        </p:nvSpPr>
        <p:spPr>
          <a:xfrm>
            <a:off x="228600" y="4191000"/>
            <a:ext cx="3581400" cy="2143125"/>
          </a:xfrm>
          <a:prstGeom prst="rect">
            <a:avLst/>
          </a:prstGeom>
          <a:gradFill rotWithShape="1">
            <a:gsLst>
              <a:gs pos="0">
                <a:srgbClr val="FFFFFF"/>
              </a:gs>
              <a:gs pos="100000">
                <a:srgbClr val="CCECFF"/>
              </a:gs>
            </a:gsLst>
            <a:lin ang="5400000" scaled="1"/>
            <a:tileRect/>
          </a:gradFill>
          <a:ln w="9525">
            <a:noFill/>
          </a:ln>
        </p:spPr>
        <p:txBody>
          <a:bodyPr>
            <a:spAutoFit/>
          </a:bodyPr>
          <a:p>
            <a:pPr algn="just">
              <a:lnSpc>
                <a:spcPct val="120000"/>
              </a:lnSpc>
              <a:spcBef>
                <a:spcPct val="50000"/>
              </a:spcBef>
              <a:buClr>
                <a:schemeClr val="bg1"/>
              </a:buClr>
            </a:pPr>
            <a:r>
              <a:rPr lang="zh-CN" altLang="en-US" sz="2800" dirty="0">
                <a:latin typeface="宋体" panose="02010600030101010101" pitchFamily="2" charset="-122"/>
              </a:rPr>
              <a:t>利润</a:t>
            </a:r>
            <a:r>
              <a:rPr lang="en-US" altLang="zh-CN" sz="2800" dirty="0">
                <a:latin typeface="宋体" panose="02010600030101010101" pitchFamily="2" charset="-122"/>
              </a:rPr>
              <a:t>=</a:t>
            </a:r>
            <a:r>
              <a:rPr lang="zh-CN" altLang="en-US" sz="2800" dirty="0">
                <a:latin typeface="宋体" panose="02010600030101010101" pitchFamily="2" charset="-122"/>
              </a:rPr>
              <a:t>总收入</a:t>
            </a:r>
            <a:r>
              <a:rPr lang="en-US" altLang="zh-CN" sz="2800" dirty="0">
                <a:latin typeface="宋体" panose="02010600030101010101" pitchFamily="2" charset="-122"/>
              </a:rPr>
              <a:t>-</a:t>
            </a:r>
            <a:r>
              <a:rPr lang="zh-CN" altLang="en-US" sz="2800" dirty="0">
                <a:latin typeface="宋体" panose="02010600030101010101" pitchFamily="2" charset="-122"/>
              </a:rPr>
              <a:t>其它费用</a:t>
            </a:r>
            <a:r>
              <a:rPr lang="en-US" altLang="zh-CN" sz="2800" dirty="0">
                <a:latin typeface="宋体" panose="02010600030101010101" pitchFamily="2" charset="-122"/>
              </a:rPr>
              <a:t>-</a:t>
            </a:r>
            <a:r>
              <a:rPr lang="zh-CN" altLang="en-US" sz="2800" dirty="0">
                <a:latin typeface="宋体" panose="02010600030101010101" pitchFamily="2" charset="-122"/>
              </a:rPr>
              <a:t>引水管理费</a:t>
            </a:r>
            <a:r>
              <a:rPr lang="en-US" altLang="zh-CN" sz="2800">
                <a:latin typeface="Times New Roman" panose="02020603050405020304" pitchFamily="18" charset="0"/>
              </a:rPr>
              <a:t>=144000-72000-24400 = 47600</a:t>
            </a:r>
            <a:r>
              <a:rPr lang="zh-CN" altLang="en-US" sz="2800" dirty="0">
                <a:latin typeface="宋体" panose="02010600030101010101" pitchFamily="2" charset="-122"/>
              </a:rPr>
              <a:t>（元）</a:t>
            </a:r>
            <a:r>
              <a:rPr lang="zh-CN" altLang="en-US" sz="2800" dirty="0">
                <a:latin typeface="Times New Roman" panose="02020603050405020304" pitchFamily="18" charset="0"/>
              </a:rPr>
              <a:t> </a:t>
            </a:r>
            <a:endParaRPr lang="zh-CN" altLang="en-US" sz="2800">
              <a:latin typeface="Times New Roman" panose="02020603050405020304" pitchFamily="18" charset="0"/>
            </a:endParaRPr>
          </a:p>
        </p:txBody>
      </p:sp>
      <p:grpSp>
        <p:nvGrpSpPr>
          <p:cNvPr id="241669" name="组合 241668"/>
          <p:cNvGrpSpPr/>
          <p:nvPr/>
        </p:nvGrpSpPr>
        <p:grpSpPr>
          <a:xfrm>
            <a:off x="76200" y="1066800"/>
            <a:ext cx="3962400" cy="2133600"/>
            <a:chOff x="48" y="672"/>
            <a:chExt cx="2496" cy="1344"/>
          </a:xfrm>
        </p:grpSpPr>
        <p:sp>
          <p:nvSpPr>
            <p:cNvPr id="241670" name="椭圆 241669"/>
            <p:cNvSpPr/>
            <p:nvPr/>
          </p:nvSpPr>
          <p:spPr>
            <a:xfrm>
              <a:off x="96" y="672"/>
              <a:ext cx="624" cy="384"/>
            </a:xfrm>
            <a:prstGeom prst="ellipse">
              <a:avLst/>
            </a:prstGeom>
            <a:noFill/>
            <a:ln w="9525" cap="flat" cmpd="sng">
              <a:solidFill>
                <a:schemeClr val="tx1"/>
              </a:solidFill>
              <a:prstDash val="solid"/>
              <a:headEnd type="none" w="med" len="med"/>
              <a:tailEnd type="none" w="med" len="med"/>
            </a:ln>
          </p:spPr>
          <p:txBody>
            <a:bodyPr/>
            <a:p>
              <a:endParaRPr lang="zh-CN" altLang="en-US"/>
            </a:p>
          </p:txBody>
        </p:sp>
        <p:sp>
          <p:nvSpPr>
            <p:cNvPr id="241671" name="文本框 241670"/>
            <p:cNvSpPr txBox="1"/>
            <p:nvPr/>
          </p:nvSpPr>
          <p:spPr>
            <a:xfrm>
              <a:off x="96" y="720"/>
              <a:ext cx="621" cy="288"/>
            </a:xfrm>
            <a:prstGeom prst="rect">
              <a:avLst/>
            </a:prstGeom>
            <a:noFill/>
            <a:ln w="9525">
              <a:noFill/>
            </a:ln>
          </p:spPr>
          <p:txBody>
            <a:bodyPr>
              <a:spAutoFit/>
            </a:bodyPr>
            <a:p>
              <a:pPr algn="l">
                <a:spcBef>
                  <a:spcPct val="50000"/>
                </a:spcBef>
                <a:buClr>
                  <a:schemeClr val="bg1"/>
                </a:buClr>
              </a:pPr>
              <a:r>
                <a:rPr lang="en-US" altLang="zh-CN" sz="2400">
                  <a:latin typeface="Times New Roman" panose="02020603050405020304" pitchFamily="18" charset="0"/>
                </a:rPr>
                <a:t>A(50)</a:t>
              </a:r>
              <a:endParaRPr lang="en-US" altLang="zh-CN" sz="2400">
                <a:latin typeface="Times New Roman" panose="02020603050405020304" pitchFamily="18" charset="0"/>
              </a:endParaRPr>
            </a:p>
          </p:txBody>
        </p:sp>
        <p:sp>
          <p:nvSpPr>
            <p:cNvPr id="241672" name="椭圆 241671"/>
            <p:cNvSpPr/>
            <p:nvPr/>
          </p:nvSpPr>
          <p:spPr>
            <a:xfrm>
              <a:off x="48" y="1104"/>
              <a:ext cx="672" cy="385"/>
            </a:xfrm>
            <a:prstGeom prst="ellipse">
              <a:avLst/>
            </a:prstGeom>
            <a:noFill/>
            <a:ln w="9525" cap="flat" cmpd="sng">
              <a:solidFill>
                <a:schemeClr val="tx1"/>
              </a:solidFill>
              <a:prstDash val="solid"/>
              <a:headEnd type="none" w="med" len="med"/>
              <a:tailEnd type="none" w="med" len="med"/>
            </a:ln>
          </p:spPr>
          <p:txBody>
            <a:bodyPr/>
            <a:p>
              <a:endParaRPr lang="zh-CN" altLang="en-US"/>
            </a:p>
          </p:txBody>
        </p:sp>
        <p:sp>
          <p:nvSpPr>
            <p:cNvPr id="241673" name="文本框 241672"/>
            <p:cNvSpPr txBox="1"/>
            <p:nvPr/>
          </p:nvSpPr>
          <p:spPr>
            <a:xfrm>
              <a:off x="92" y="1180"/>
              <a:ext cx="580" cy="288"/>
            </a:xfrm>
            <a:prstGeom prst="rect">
              <a:avLst/>
            </a:prstGeom>
            <a:noFill/>
            <a:ln w="9525">
              <a:noFill/>
            </a:ln>
          </p:spPr>
          <p:txBody>
            <a:bodyPr>
              <a:spAutoFit/>
            </a:bodyPr>
            <a:p>
              <a:pPr algn="l">
                <a:spcBef>
                  <a:spcPct val="50000"/>
                </a:spcBef>
                <a:buClr>
                  <a:schemeClr val="bg1"/>
                </a:buClr>
              </a:pPr>
              <a:r>
                <a:rPr lang="en-US" altLang="zh-CN" sz="2400">
                  <a:latin typeface="Times New Roman" panose="02020603050405020304" pitchFamily="18" charset="0"/>
                </a:rPr>
                <a:t>B(</a:t>
              </a:r>
              <a:r>
                <a:rPr lang="en-US" altLang="zh-CN" sz="2400">
                  <a:solidFill>
                    <a:srgbClr val="FF3300"/>
                  </a:solidFill>
                  <a:latin typeface="Times New Roman" panose="02020603050405020304" pitchFamily="18" charset="0"/>
                </a:rPr>
                <a:t>60</a:t>
              </a:r>
              <a:r>
                <a:rPr lang="en-US" altLang="zh-CN" sz="2400">
                  <a:latin typeface="Times New Roman" panose="02020603050405020304" pitchFamily="18" charset="0"/>
                </a:rPr>
                <a:t>)</a:t>
              </a:r>
              <a:endParaRPr lang="en-US" altLang="zh-CN" sz="2400">
                <a:latin typeface="Times New Roman" panose="02020603050405020304" pitchFamily="18" charset="0"/>
              </a:endParaRPr>
            </a:p>
          </p:txBody>
        </p:sp>
        <p:sp>
          <p:nvSpPr>
            <p:cNvPr id="241674" name="椭圆 241673"/>
            <p:cNvSpPr/>
            <p:nvPr/>
          </p:nvSpPr>
          <p:spPr>
            <a:xfrm>
              <a:off x="48" y="1567"/>
              <a:ext cx="672" cy="385"/>
            </a:xfrm>
            <a:prstGeom prst="ellipse">
              <a:avLst/>
            </a:prstGeom>
            <a:noFill/>
            <a:ln w="9525" cap="flat" cmpd="sng">
              <a:solidFill>
                <a:schemeClr val="tx1"/>
              </a:solidFill>
              <a:prstDash val="solid"/>
              <a:headEnd type="none" w="med" len="med"/>
              <a:tailEnd type="none" w="med" len="med"/>
            </a:ln>
          </p:spPr>
          <p:txBody>
            <a:bodyPr/>
            <a:p>
              <a:endParaRPr lang="zh-CN" altLang="en-US"/>
            </a:p>
          </p:txBody>
        </p:sp>
        <p:sp>
          <p:nvSpPr>
            <p:cNvPr id="241675" name="文本框 241674"/>
            <p:cNvSpPr txBox="1"/>
            <p:nvPr/>
          </p:nvSpPr>
          <p:spPr>
            <a:xfrm>
              <a:off x="48" y="1632"/>
              <a:ext cx="580" cy="288"/>
            </a:xfrm>
            <a:prstGeom prst="rect">
              <a:avLst/>
            </a:prstGeom>
            <a:noFill/>
            <a:ln w="9525">
              <a:noFill/>
            </a:ln>
          </p:spPr>
          <p:txBody>
            <a:bodyPr>
              <a:spAutoFit/>
            </a:bodyPr>
            <a:p>
              <a:pPr algn="l">
                <a:spcBef>
                  <a:spcPct val="50000"/>
                </a:spcBef>
                <a:buClr>
                  <a:schemeClr val="bg1"/>
                </a:buClr>
              </a:pPr>
              <a:r>
                <a:rPr lang="en-US" altLang="zh-CN" sz="2400">
                  <a:latin typeface="Times New Roman" panose="02020603050405020304" pitchFamily="18" charset="0"/>
                </a:rPr>
                <a:t>C(</a:t>
              </a:r>
              <a:r>
                <a:rPr lang="en-US" altLang="zh-CN" sz="2400">
                  <a:solidFill>
                    <a:srgbClr val="008080"/>
                  </a:solidFill>
                  <a:latin typeface="Times New Roman" panose="02020603050405020304" pitchFamily="18" charset="0"/>
                </a:rPr>
                <a:t>50</a:t>
              </a:r>
              <a:r>
                <a:rPr lang="en-US" altLang="zh-CN" sz="2400">
                  <a:latin typeface="Times New Roman" panose="02020603050405020304" pitchFamily="18" charset="0"/>
                </a:rPr>
                <a:t>)</a:t>
              </a:r>
              <a:endParaRPr lang="en-US" altLang="zh-CN" sz="2400">
                <a:latin typeface="Times New Roman" panose="02020603050405020304" pitchFamily="18" charset="0"/>
              </a:endParaRPr>
            </a:p>
          </p:txBody>
        </p:sp>
        <p:sp>
          <p:nvSpPr>
            <p:cNvPr id="241676" name="文本框 241675"/>
            <p:cNvSpPr txBox="1"/>
            <p:nvPr/>
          </p:nvSpPr>
          <p:spPr>
            <a:xfrm>
              <a:off x="1632" y="720"/>
              <a:ext cx="912"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a:latin typeface="Times New Roman" panose="02020603050405020304" pitchFamily="18" charset="0"/>
                </a:rPr>
                <a:t>甲</a:t>
              </a:r>
              <a:r>
                <a:rPr lang="en-US" altLang="zh-CN" sz="2400">
                  <a:latin typeface="Times New Roman" panose="02020603050405020304" pitchFamily="18" charset="0"/>
                </a:rPr>
                <a:t>(30;</a:t>
              </a:r>
              <a:r>
                <a:rPr lang="en-US" altLang="zh-CN" sz="2400">
                  <a:solidFill>
                    <a:srgbClr val="FF3300"/>
                  </a:solidFill>
                  <a:latin typeface="Times New Roman" panose="02020603050405020304" pitchFamily="18" charset="0"/>
                </a:rPr>
                <a:t>50)</a:t>
              </a:r>
              <a:endParaRPr lang="en-US" altLang="zh-CN" sz="2400">
                <a:solidFill>
                  <a:srgbClr val="FF3300"/>
                </a:solidFill>
                <a:latin typeface="Times New Roman" panose="02020603050405020304" pitchFamily="18" charset="0"/>
              </a:endParaRPr>
            </a:p>
          </p:txBody>
        </p:sp>
        <p:sp>
          <p:nvSpPr>
            <p:cNvPr id="241677" name="文本框 241676"/>
            <p:cNvSpPr txBox="1"/>
            <p:nvPr/>
          </p:nvSpPr>
          <p:spPr>
            <a:xfrm>
              <a:off x="1610" y="1044"/>
              <a:ext cx="912"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a:latin typeface="Times New Roman" panose="02020603050405020304" pitchFamily="18" charset="0"/>
                </a:rPr>
                <a:t>乙</a:t>
              </a:r>
              <a:r>
                <a:rPr lang="en-US" altLang="zh-CN" sz="2400">
                  <a:latin typeface="Times New Roman" panose="02020603050405020304" pitchFamily="18" charset="0"/>
                </a:rPr>
                <a:t>(70;</a:t>
              </a:r>
              <a:r>
                <a:rPr lang="en-US" altLang="zh-CN" sz="2400">
                  <a:solidFill>
                    <a:srgbClr val="FF3300"/>
                  </a:solidFill>
                  <a:latin typeface="Times New Roman" panose="02020603050405020304" pitchFamily="18" charset="0"/>
                </a:rPr>
                <a:t>70)</a:t>
              </a:r>
              <a:endParaRPr lang="en-US" altLang="zh-CN" sz="2400">
                <a:solidFill>
                  <a:srgbClr val="FF3300"/>
                </a:solidFill>
                <a:latin typeface="Times New Roman" panose="02020603050405020304" pitchFamily="18" charset="0"/>
              </a:endParaRPr>
            </a:p>
          </p:txBody>
        </p:sp>
        <p:sp>
          <p:nvSpPr>
            <p:cNvPr id="241678" name="文本框 241677"/>
            <p:cNvSpPr txBox="1"/>
            <p:nvPr/>
          </p:nvSpPr>
          <p:spPr>
            <a:xfrm>
              <a:off x="1610" y="1386"/>
              <a:ext cx="912"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a:latin typeface="Times New Roman" panose="02020603050405020304" pitchFamily="18" charset="0"/>
                </a:rPr>
                <a:t>丙</a:t>
              </a:r>
              <a:r>
                <a:rPr lang="en-US" altLang="zh-CN" sz="2400">
                  <a:latin typeface="Times New Roman" panose="02020603050405020304" pitchFamily="18" charset="0"/>
                </a:rPr>
                <a:t>(10;</a:t>
              </a:r>
              <a:r>
                <a:rPr lang="en-US" altLang="zh-CN" sz="2400">
                  <a:solidFill>
                    <a:srgbClr val="FF3300"/>
                  </a:solidFill>
                  <a:latin typeface="Times New Roman" panose="02020603050405020304" pitchFamily="18" charset="0"/>
                </a:rPr>
                <a:t>20)</a:t>
              </a:r>
              <a:endParaRPr lang="en-US" altLang="zh-CN" sz="2400">
                <a:solidFill>
                  <a:srgbClr val="FF3300"/>
                </a:solidFill>
                <a:latin typeface="Times New Roman" panose="02020603050405020304" pitchFamily="18" charset="0"/>
              </a:endParaRPr>
            </a:p>
          </p:txBody>
        </p:sp>
        <p:sp>
          <p:nvSpPr>
            <p:cNvPr id="241679" name="文本框 241678"/>
            <p:cNvSpPr txBox="1"/>
            <p:nvPr/>
          </p:nvSpPr>
          <p:spPr>
            <a:xfrm>
              <a:off x="1610" y="1722"/>
              <a:ext cx="912"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a:latin typeface="Times New Roman" panose="02020603050405020304" pitchFamily="18" charset="0"/>
                </a:rPr>
                <a:t>丁</a:t>
              </a:r>
              <a:r>
                <a:rPr lang="en-US" altLang="zh-CN" sz="2400">
                  <a:latin typeface="Times New Roman" panose="02020603050405020304" pitchFamily="18" charset="0"/>
                </a:rPr>
                <a:t>(10;</a:t>
              </a:r>
              <a:r>
                <a:rPr lang="en-US" altLang="zh-CN" sz="2400">
                  <a:solidFill>
                    <a:srgbClr val="FF3300"/>
                  </a:solidFill>
                  <a:latin typeface="Times New Roman" panose="02020603050405020304" pitchFamily="18" charset="0"/>
                </a:rPr>
                <a:t>40)</a:t>
              </a:r>
              <a:endParaRPr lang="en-US" altLang="zh-CN" sz="2400">
                <a:solidFill>
                  <a:srgbClr val="FF3300"/>
                </a:solidFill>
                <a:latin typeface="Times New Roman" panose="02020603050405020304" pitchFamily="18" charset="0"/>
              </a:endParaRPr>
            </a:p>
          </p:txBody>
        </p:sp>
        <p:sp>
          <p:nvSpPr>
            <p:cNvPr id="241680" name="直接连接符 241679"/>
            <p:cNvSpPr/>
            <p:nvPr/>
          </p:nvSpPr>
          <p:spPr>
            <a:xfrm flipV="1">
              <a:off x="768" y="1248"/>
              <a:ext cx="816" cy="48"/>
            </a:xfrm>
            <a:prstGeom prst="line">
              <a:avLst/>
            </a:prstGeom>
            <a:ln w="9525" cap="flat" cmpd="sng">
              <a:solidFill>
                <a:schemeClr val="tx1"/>
              </a:solidFill>
              <a:prstDash val="solid"/>
              <a:headEnd type="none" w="med" len="med"/>
              <a:tailEnd type="triangle" w="med" len="med"/>
            </a:ln>
          </p:spPr>
        </p:sp>
        <p:sp>
          <p:nvSpPr>
            <p:cNvPr id="241681" name="直接连接符 241680"/>
            <p:cNvSpPr/>
            <p:nvPr/>
          </p:nvSpPr>
          <p:spPr>
            <a:xfrm>
              <a:off x="720" y="912"/>
              <a:ext cx="864" cy="288"/>
            </a:xfrm>
            <a:prstGeom prst="line">
              <a:avLst/>
            </a:prstGeom>
            <a:ln w="9525" cap="flat" cmpd="sng">
              <a:solidFill>
                <a:schemeClr val="tx1"/>
              </a:solidFill>
              <a:prstDash val="solid"/>
              <a:headEnd type="none" w="med" len="med"/>
              <a:tailEnd type="triangle" w="med" len="med"/>
            </a:ln>
          </p:spPr>
        </p:sp>
        <p:sp>
          <p:nvSpPr>
            <p:cNvPr id="241682" name="直接连接符 241681"/>
            <p:cNvSpPr/>
            <p:nvPr/>
          </p:nvSpPr>
          <p:spPr>
            <a:xfrm>
              <a:off x="768" y="1344"/>
              <a:ext cx="864" cy="528"/>
            </a:xfrm>
            <a:prstGeom prst="line">
              <a:avLst/>
            </a:prstGeom>
            <a:ln w="9525" cap="flat" cmpd="sng">
              <a:solidFill>
                <a:schemeClr val="tx1"/>
              </a:solidFill>
              <a:prstDash val="solid"/>
              <a:headEnd type="none" w="med" len="med"/>
              <a:tailEnd type="triangle" w="med" len="med"/>
            </a:ln>
          </p:spPr>
        </p:sp>
        <p:sp>
          <p:nvSpPr>
            <p:cNvPr id="241683" name="直接连接符 241682"/>
            <p:cNvSpPr/>
            <p:nvPr/>
          </p:nvSpPr>
          <p:spPr>
            <a:xfrm flipV="1">
              <a:off x="720" y="1536"/>
              <a:ext cx="912" cy="231"/>
            </a:xfrm>
            <a:prstGeom prst="line">
              <a:avLst/>
            </a:prstGeom>
            <a:ln w="9525" cap="flat" cmpd="sng">
              <a:solidFill>
                <a:schemeClr val="tx1"/>
              </a:solidFill>
              <a:prstDash val="solid"/>
              <a:headEnd type="none" w="med" len="med"/>
              <a:tailEnd type="triangle" w="med" len="med"/>
            </a:ln>
          </p:spPr>
        </p:sp>
        <p:sp>
          <p:nvSpPr>
            <p:cNvPr id="241684" name="直接连接符 241683"/>
            <p:cNvSpPr/>
            <p:nvPr/>
          </p:nvSpPr>
          <p:spPr>
            <a:xfrm flipV="1">
              <a:off x="720" y="912"/>
              <a:ext cx="864" cy="838"/>
            </a:xfrm>
            <a:prstGeom prst="line">
              <a:avLst/>
            </a:prstGeom>
            <a:ln w="9525" cap="flat" cmpd="sng">
              <a:solidFill>
                <a:schemeClr val="tx1"/>
              </a:solidFill>
              <a:prstDash val="solid"/>
              <a:headEnd type="none" w="med" len="med"/>
              <a:tailEnd type="triangle" w="med" len="med"/>
            </a:ln>
          </p:spPr>
        </p:sp>
        <p:sp>
          <p:nvSpPr>
            <p:cNvPr id="241685" name="文本框 241684"/>
            <p:cNvSpPr txBox="1"/>
            <p:nvPr/>
          </p:nvSpPr>
          <p:spPr>
            <a:xfrm>
              <a:off x="864" y="1056"/>
              <a:ext cx="336" cy="288"/>
            </a:xfrm>
            <a:prstGeom prst="rect">
              <a:avLst/>
            </a:prstGeom>
            <a:noFill/>
            <a:ln w="9525">
              <a:noFill/>
            </a:ln>
          </p:spPr>
          <p:txBody>
            <a:bodyPr>
              <a:spAutoFit/>
            </a:bodyPr>
            <a:p>
              <a:pPr algn="l">
                <a:spcBef>
                  <a:spcPct val="50000"/>
                </a:spcBef>
                <a:buClr>
                  <a:schemeClr val="bg1"/>
                </a:buClr>
              </a:pPr>
              <a:r>
                <a:rPr lang="en-US" altLang="zh-CN" sz="2400">
                  <a:solidFill>
                    <a:srgbClr val="FF3300"/>
                  </a:solidFill>
                  <a:latin typeface="Times New Roman" panose="02020603050405020304" pitchFamily="18" charset="0"/>
                </a:rPr>
                <a:t>50</a:t>
              </a:r>
              <a:endParaRPr lang="en-US" altLang="zh-CN" sz="2400">
                <a:solidFill>
                  <a:srgbClr val="FF3300"/>
                </a:solidFill>
                <a:latin typeface="Times New Roman" panose="02020603050405020304" pitchFamily="18" charset="0"/>
              </a:endParaRPr>
            </a:p>
          </p:txBody>
        </p:sp>
        <p:sp>
          <p:nvSpPr>
            <p:cNvPr id="241686" name="文本框 241685"/>
            <p:cNvSpPr txBox="1"/>
            <p:nvPr/>
          </p:nvSpPr>
          <p:spPr>
            <a:xfrm>
              <a:off x="864" y="768"/>
              <a:ext cx="336" cy="288"/>
            </a:xfrm>
            <a:prstGeom prst="rect">
              <a:avLst/>
            </a:prstGeom>
            <a:noFill/>
            <a:ln w="9525">
              <a:noFill/>
            </a:ln>
          </p:spPr>
          <p:txBody>
            <a:bodyPr>
              <a:spAutoFit/>
            </a:bodyPr>
            <a:p>
              <a:pPr algn="l">
                <a:spcBef>
                  <a:spcPct val="50000"/>
                </a:spcBef>
                <a:buClr>
                  <a:schemeClr val="bg1"/>
                </a:buClr>
              </a:pPr>
              <a:r>
                <a:rPr lang="en-US" altLang="zh-CN" sz="2400">
                  <a:latin typeface="Times New Roman" panose="02020603050405020304" pitchFamily="18" charset="0"/>
                </a:rPr>
                <a:t>50</a:t>
              </a:r>
              <a:endParaRPr lang="en-US" altLang="zh-CN" sz="2400">
                <a:latin typeface="Times New Roman" panose="02020603050405020304" pitchFamily="18" charset="0"/>
              </a:endParaRPr>
            </a:p>
          </p:txBody>
        </p:sp>
        <p:sp>
          <p:nvSpPr>
            <p:cNvPr id="241687" name="文本框 241686"/>
            <p:cNvSpPr txBox="1"/>
            <p:nvPr/>
          </p:nvSpPr>
          <p:spPr>
            <a:xfrm>
              <a:off x="1200" y="864"/>
              <a:ext cx="336" cy="288"/>
            </a:xfrm>
            <a:prstGeom prst="rect">
              <a:avLst/>
            </a:prstGeom>
            <a:noFill/>
            <a:ln w="9525">
              <a:noFill/>
            </a:ln>
          </p:spPr>
          <p:txBody>
            <a:bodyPr>
              <a:spAutoFit/>
            </a:bodyPr>
            <a:p>
              <a:pPr algn="l">
                <a:spcBef>
                  <a:spcPct val="50000"/>
                </a:spcBef>
                <a:buClr>
                  <a:schemeClr val="bg1"/>
                </a:buClr>
              </a:pPr>
              <a:r>
                <a:rPr lang="en-US" altLang="zh-CN" sz="2400">
                  <a:solidFill>
                    <a:srgbClr val="008080"/>
                  </a:solidFill>
                  <a:latin typeface="Times New Roman" panose="02020603050405020304" pitchFamily="18" charset="0"/>
                </a:rPr>
                <a:t>40</a:t>
              </a:r>
              <a:endParaRPr lang="en-US" altLang="zh-CN" sz="2400">
                <a:solidFill>
                  <a:srgbClr val="008080"/>
                </a:solidFill>
                <a:latin typeface="Times New Roman" panose="02020603050405020304" pitchFamily="18" charset="0"/>
              </a:endParaRPr>
            </a:p>
          </p:txBody>
        </p:sp>
        <p:sp>
          <p:nvSpPr>
            <p:cNvPr id="241688" name="文本框 241687"/>
            <p:cNvSpPr txBox="1"/>
            <p:nvPr/>
          </p:nvSpPr>
          <p:spPr>
            <a:xfrm>
              <a:off x="1248" y="1344"/>
              <a:ext cx="336" cy="288"/>
            </a:xfrm>
            <a:prstGeom prst="rect">
              <a:avLst/>
            </a:prstGeom>
            <a:noFill/>
            <a:ln w="9525">
              <a:noFill/>
            </a:ln>
          </p:spPr>
          <p:txBody>
            <a:bodyPr>
              <a:spAutoFit/>
            </a:bodyPr>
            <a:p>
              <a:pPr algn="l">
                <a:spcBef>
                  <a:spcPct val="50000"/>
                </a:spcBef>
                <a:buClr>
                  <a:schemeClr val="bg1"/>
                </a:buClr>
              </a:pPr>
              <a:r>
                <a:rPr lang="en-US" altLang="zh-CN" sz="2400">
                  <a:solidFill>
                    <a:srgbClr val="008080"/>
                  </a:solidFill>
                  <a:latin typeface="Times New Roman" panose="02020603050405020304" pitchFamily="18" charset="0"/>
                </a:rPr>
                <a:t>10</a:t>
              </a:r>
              <a:endParaRPr lang="en-US" altLang="zh-CN" sz="2400">
                <a:solidFill>
                  <a:srgbClr val="008080"/>
                </a:solidFill>
                <a:latin typeface="Times New Roman" panose="02020603050405020304" pitchFamily="18" charset="0"/>
              </a:endParaRPr>
            </a:p>
          </p:txBody>
        </p:sp>
        <p:sp>
          <p:nvSpPr>
            <p:cNvPr id="241689" name="文本框 241688"/>
            <p:cNvSpPr txBox="1"/>
            <p:nvPr/>
          </p:nvSpPr>
          <p:spPr>
            <a:xfrm>
              <a:off x="1200" y="1680"/>
              <a:ext cx="336" cy="288"/>
            </a:xfrm>
            <a:prstGeom prst="rect">
              <a:avLst/>
            </a:prstGeom>
            <a:noFill/>
            <a:ln w="9525">
              <a:noFill/>
            </a:ln>
          </p:spPr>
          <p:txBody>
            <a:bodyPr>
              <a:spAutoFit/>
            </a:bodyPr>
            <a:p>
              <a:pPr algn="l">
                <a:spcBef>
                  <a:spcPct val="50000"/>
                </a:spcBef>
                <a:buClr>
                  <a:schemeClr val="bg1"/>
                </a:buClr>
              </a:pPr>
              <a:r>
                <a:rPr lang="en-US" altLang="zh-CN" sz="2400">
                  <a:solidFill>
                    <a:srgbClr val="FF3300"/>
                  </a:solidFill>
                  <a:latin typeface="Times New Roman" panose="02020603050405020304" pitchFamily="18" charset="0"/>
                </a:rPr>
                <a:t>10</a:t>
              </a:r>
              <a:endParaRPr lang="en-US" altLang="zh-CN" sz="2400">
                <a:solidFill>
                  <a:srgbClr val="FF3300"/>
                </a:solidFill>
                <a:latin typeface="Times New Roman" panose="02020603050405020304" pitchFamily="18" charset="0"/>
              </a:endParaRPr>
            </a:p>
          </p:txBody>
        </p:sp>
      </p:grpSp>
      <p:sp>
        <p:nvSpPr>
          <p:cNvPr id="241690" name="文本框 241689"/>
          <p:cNvSpPr txBox="1"/>
          <p:nvPr/>
        </p:nvSpPr>
        <p:spPr>
          <a:xfrm>
            <a:off x="152400" y="3429000"/>
            <a:ext cx="3810000" cy="519113"/>
          </a:xfrm>
          <a:prstGeom prst="rect">
            <a:avLst/>
          </a:prstGeom>
          <a:solidFill>
            <a:srgbClr val="99FFCC"/>
          </a:solidFill>
          <a:ln w="9525">
            <a:noFill/>
          </a:ln>
        </p:spPr>
        <p:txBody>
          <a:bodyPr>
            <a:spAutoFit/>
          </a:bodyPr>
          <a:p>
            <a:pPr algn="l">
              <a:spcBef>
                <a:spcPct val="50000"/>
              </a:spcBef>
              <a:buClr>
                <a:schemeClr val="bg1"/>
              </a:buClr>
            </a:pPr>
            <a:r>
              <a:rPr lang="zh-CN" altLang="en-US" sz="2800" dirty="0">
                <a:latin typeface="宋体" panose="02010600030101010101" pitchFamily="2" charset="-122"/>
              </a:rPr>
              <a:t>引水管理费 </a:t>
            </a:r>
            <a:r>
              <a:rPr lang="en-US" altLang="zh-CN" sz="2800">
                <a:latin typeface="Times New Roman" panose="02020603050405020304" pitchFamily="18" charset="0"/>
              </a:rPr>
              <a:t>24400(</a:t>
            </a:r>
            <a:r>
              <a:rPr lang="zh-CN" altLang="en-US" sz="2800">
                <a:latin typeface="宋体" panose="02010600030101010101" pitchFamily="2" charset="-122"/>
              </a:rPr>
              <a:t>元</a:t>
            </a:r>
            <a:r>
              <a:rPr lang="en-US" altLang="zh-CN" sz="2800">
                <a:latin typeface="Times New Roman" panose="02020603050405020304" pitchFamily="18" charset="0"/>
              </a:rPr>
              <a:t>)</a:t>
            </a:r>
            <a:endParaRPr lang="en-US" altLang="zh-CN" sz="2800">
              <a:latin typeface="Times New Roman" panose="02020603050405020304" pitchFamily="18" charset="0"/>
            </a:endParaRPr>
          </a:p>
        </p:txBody>
      </p:sp>
      <p:sp>
        <p:nvSpPr>
          <p:cNvPr id="241691" name="矩形 241690"/>
          <p:cNvSpPr/>
          <p:nvPr/>
        </p:nvSpPr>
        <p:spPr>
          <a:xfrm>
            <a:off x="4284663" y="1341438"/>
            <a:ext cx="4572000" cy="4905375"/>
          </a:xfrm>
          <a:prstGeom prst="rect">
            <a:avLst/>
          </a:prstGeom>
          <a:noFill/>
          <a:ln w="9525" cap="flat" cmpd="sng">
            <a:solidFill>
              <a:srgbClr val="00FF00"/>
            </a:solidFill>
            <a:prstDash val="solid"/>
            <a:miter/>
            <a:headEnd type="none" w="med" len="med"/>
            <a:tailEnd type="none" w="med" len="med"/>
          </a:ln>
        </p:spPr>
        <p:txBody>
          <a:bodyPr anchor="b">
            <a:spAutoFit/>
          </a:bodyPr>
          <a:p>
            <a:r>
              <a:rPr lang="en-US" altLang="zh-CN" sz="2400">
                <a:latin typeface="Times New Roman" panose="02020603050405020304" pitchFamily="18" charset="0"/>
              </a:rPr>
              <a:t>Objective value:              24400.00</a:t>
            </a:r>
            <a:endParaRPr lang="en-US" altLang="zh-CN" sz="2400">
              <a:latin typeface="Times New Roman" panose="02020603050405020304" pitchFamily="18" charset="0"/>
            </a:endParaRPr>
          </a:p>
          <a:p>
            <a:endParaRPr lang="en-US" altLang="zh-CN" sz="2400">
              <a:latin typeface="Times New Roman" panose="02020603050405020304" pitchFamily="18" charset="0"/>
            </a:endParaRPr>
          </a:p>
          <a:p>
            <a:r>
              <a:rPr lang="en-US" altLang="zh-CN" sz="2400">
                <a:latin typeface="Times New Roman" panose="02020603050405020304" pitchFamily="18" charset="0"/>
              </a:rPr>
              <a:t>     </a:t>
            </a:r>
            <a:r>
              <a:rPr lang="en-US" altLang="zh-CN" sz="1800">
                <a:latin typeface="Times New Roman" panose="02020603050405020304" pitchFamily="18" charset="0"/>
              </a:rPr>
              <a:t>Variable           Value        Reduced Cost</a:t>
            </a:r>
            <a:endParaRPr lang="en-US" altLang="zh-CN" sz="1800">
              <a:latin typeface="Times New Roman" panose="02020603050405020304" pitchFamily="18" charset="0"/>
            </a:endParaRPr>
          </a:p>
          <a:p>
            <a:r>
              <a:rPr lang="en-US" altLang="zh-CN" sz="1800">
                <a:latin typeface="Times New Roman" panose="02020603050405020304" pitchFamily="18" charset="0"/>
              </a:rPr>
              <a:t>       X( 1, 1)        0.000000            30.00000</a:t>
            </a:r>
            <a:endParaRPr lang="en-US" altLang="zh-CN" sz="1800">
              <a:latin typeface="Times New Roman" panose="02020603050405020304" pitchFamily="18" charset="0"/>
            </a:endParaRPr>
          </a:p>
          <a:p>
            <a:r>
              <a:rPr lang="en-US" altLang="zh-CN" sz="1800">
                <a:latin typeface="Times New Roman" panose="02020603050405020304" pitchFamily="18" charset="0"/>
              </a:rPr>
              <a:t>       </a:t>
            </a:r>
            <a:r>
              <a:rPr lang="en-US" altLang="zh-CN" sz="1800">
                <a:solidFill>
                  <a:srgbClr val="FF5050"/>
                </a:solidFill>
                <a:latin typeface="Times New Roman" panose="02020603050405020304" pitchFamily="18" charset="0"/>
              </a:rPr>
              <a:t>X( 1, 2)        50.00000            0.000000</a:t>
            </a:r>
            <a:endParaRPr lang="en-US" altLang="zh-CN" sz="1800">
              <a:solidFill>
                <a:srgbClr val="FF5050"/>
              </a:solidFill>
              <a:latin typeface="Times New Roman" panose="02020603050405020304" pitchFamily="18" charset="0"/>
            </a:endParaRPr>
          </a:p>
          <a:p>
            <a:r>
              <a:rPr lang="en-US" altLang="zh-CN" sz="1800">
                <a:latin typeface="Times New Roman" panose="02020603050405020304" pitchFamily="18" charset="0"/>
              </a:rPr>
              <a:t>       X( 1, 3)        0.000000            50.00000</a:t>
            </a:r>
            <a:endParaRPr lang="en-US" altLang="zh-CN" sz="1800">
              <a:latin typeface="Times New Roman" panose="02020603050405020304" pitchFamily="18" charset="0"/>
            </a:endParaRPr>
          </a:p>
          <a:p>
            <a:r>
              <a:rPr lang="en-US" altLang="zh-CN" sz="1800">
                <a:latin typeface="Times New Roman" panose="02020603050405020304" pitchFamily="18" charset="0"/>
              </a:rPr>
              <a:t>       X( 1, 4)        0.000000            20.00000</a:t>
            </a:r>
            <a:endParaRPr lang="en-US" altLang="zh-CN" sz="1800">
              <a:latin typeface="Times New Roman" panose="02020603050405020304" pitchFamily="18" charset="0"/>
            </a:endParaRPr>
          </a:p>
          <a:p>
            <a:r>
              <a:rPr lang="en-US" altLang="zh-CN" sz="1800">
                <a:latin typeface="Times New Roman" panose="02020603050405020304" pitchFamily="18" charset="0"/>
              </a:rPr>
              <a:t>       X( 2, 1)        0.000000            10.00000</a:t>
            </a:r>
            <a:endParaRPr lang="en-US" altLang="zh-CN" sz="1800">
              <a:latin typeface="Times New Roman" panose="02020603050405020304" pitchFamily="18" charset="0"/>
            </a:endParaRPr>
          </a:p>
          <a:p>
            <a:r>
              <a:rPr lang="en-US" altLang="zh-CN" sz="1800">
                <a:latin typeface="Times New Roman" panose="02020603050405020304" pitchFamily="18" charset="0"/>
              </a:rPr>
              <a:t>        </a:t>
            </a:r>
            <a:r>
              <a:rPr lang="en-US" altLang="zh-CN" sz="1800">
                <a:solidFill>
                  <a:srgbClr val="3366FF"/>
                </a:solidFill>
                <a:latin typeface="Times New Roman" panose="02020603050405020304" pitchFamily="18" charset="0"/>
              </a:rPr>
              <a:t>X( 2, 2)        50.00000            0.000000</a:t>
            </a:r>
            <a:endParaRPr lang="en-US" altLang="zh-CN" sz="1800">
              <a:solidFill>
                <a:srgbClr val="3366FF"/>
              </a:solidFill>
              <a:latin typeface="Times New Roman" panose="02020603050405020304" pitchFamily="18" charset="0"/>
            </a:endParaRPr>
          </a:p>
          <a:p>
            <a:r>
              <a:rPr lang="en-US" altLang="zh-CN" sz="1800">
                <a:latin typeface="Times New Roman" panose="02020603050405020304" pitchFamily="18" charset="0"/>
              </a:rPr>
              <a:t>        X( 2, 3)        0.000000            20.00000</a:t>
            </a:r>
            <a:endParaRPr lang="en-US" altLang="zh-CN" sz="1800">
              <a:latin typeface="Times New Roman" panose="02020603050405020304" pitchFamily="18" charset="0"/>
            </a:endParaRPr>
          </a:p>
          <a:p>
            <a:r>
              <a:rPr lang="en-US" altLang="zh-CN" sz="1800">
                <a:latin typeface="Times New Roman" panose="02020603050405020304" pitchFamily="18" charset="0"/>
              </a:rPr>
              <a:t>        </a:t>
            </a:r>
            <a:r>
              <a:rPr lang="en-US" altLang="zh-CN" sz="1800">
                <a:solidFill>
                  <a:srgbClr val="3366FF"/>
                </a:solidFill>
                <a:latin typeface="Times New Roman" panose="02020603050405020304" pitchFamily="18" charset="0"/>
              </a:rPr>
              <a:t>X( 2, 4)        10.00000            0.000000</a:t>
            </a:r>
            <a:endParaRPr lang="en-US" altLang="zh-CN" sz="1800">
              <a:solidFill>
                <a:srgbClr val="3366FF"/>
              </a:solidFill>
              <a:latin typeface="Times New Roman" panose="02020603050405020304" pitchFamily="18" charset="0"/>
            </a:endParaRPr>
          </a:p>
          <a:p>
            <a:r>
              <a:rPr lang="en-US" altLang="zh-CN" sz="1800">
                <a:latin typeface="Times New Roman" panose="02020603050405020304" pitchFamily="18" charset="0"/>
              </a:rPr>
              <a:t>        </a:t>
            </a:r>
            <a:r>
              <a:rPr lang="en-US" altLang="zh-CN" sz="1800">
                <a:solidFill>
                  <a:srgbClr val="A50021"/>
                </a:solidFill>
                <a:latin typeface="Times New Roman" panose="02020603050405020304" pitchFamily="18" charset="0"/>
              </a:rPr>
              <a:t>X( 3, 1)        40.00000            0.000000</a:t>
            </a:r>
            <a:endParaRPr lang="en-US" altLang="zh-CN" sz="1800">
              <a:solidFill>
                <a:srgbClr val="A50021"/>
              </a:solidFill>
              <a:latin typeface="Times New Roman" panose="02020603050405020304" pitchFamily="18" charset="0"/>
            </a:endParaRPr>
          </a:p>
          <a:p>
            <a:r>
              <a:rPr lang="en-US" altLang="zh-CN" sz="1800">
                <a:latin typeface="Times New Roman" panose="02020603050405020304" pitchFamily="18" charset="0"/>
              </a:rPr>
              <a:t>        X( 3, 2)        0.000000            10.00000</a:t>
            </a:r>
            <a:endParaRPr lang="en-US" altLang="zh-CN" sz="1800">
              <a:latin typeface="Times New Roman" panose="02020603050405020304" pitchFamily="18" charset="0"/>
            </a:endParaRPr>
          </a:p>
          <a:p>
            <a:r>
              <a:rPr lang="en-US" altLang="zh-CN" sz="1800">
                <a:latin typeface="Times New Roman" panose="02020603050405020304" pitchFamily="18" charset="0"/>
              </a:rPr>
              <a:t>        </a:t>
            </a:r>
            <a:r>
              <a:rPr lang="en-US" altLang="zh-CN" sz="1800">
                <a:solidFill>
                  <a:srgbClr val="A50021"/>
                </a:solidFill>
                <a:latin typeface="Times New Roman" panose="02020603050405020304" pitchFamily="18" charset="0"/>
              </a:rPr>
              <a:t>X( 3, 3)        10.00000            0.000000</a:t>
            </a:r>
            <a:endParaRPr lang="en-US" altLang="zh-CN" sz="1800">
              <a:solidFill>
                <a:srgbClr val="A50021"/>
              </a:solidFill>
              <a:latin typeface="Times New Roman" panose="02020603050405020304" pitchFamily="18" charset="0"/>
            </a:endParaRPr>
          </a:p>
          <a:p>
            <a:r>
              <a:rPr lang="en-US" altLang="zh-CN" sz="1800" dirty="0" err="1">
                <a:latin typeface="Times New Roman" panose="02020603050405020304" pitchFamily="18" charset="0"/>
              </a:rPr>
              <a:t>        X( 3, 4)        0.000000            0.000000</a:t>
            </a:r>
            <a:endParaRPr lang="en-US" altLang="zh-CN" sz="1800">
              <a:latin typeface="Times New Roman" panose="02020603050405020304" pitchFamily="18" charset="0"/>
            </a:endParaRPr>
          </a:p>
          <a:p>
            <a:pPr>
              <a:spcBef>
                <a:spcPct val="50000"/>
              </a:spcBef>
            </a:pPr>
            <a:endParaRPr lang="en-US" altLang="zh-CN" sz="1800">
              <a:latin typeface="Times New Roman" panose="02020603050405020304" pitchFamily="18" charset="0"/>
            </a:endParaRPr>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1669"/>
                                        </p:tgtEl>
                                        <p:attrNameLst>
                                          <p:attrName>style.visibility</p:attrName>
                                        </p:attrNameLst>
                                      </p:cBhvr>
                                      <p:to>
                                        <p:strVal val="visible"/>
                                      </p:to>
                                    </p:set>
                                    <p:animEffect transition="in" filter="dissolve">
                                      <p:cBhvr>
                                        <p:cTn id="7" dur="500"/>
                                        <p:tgtEl>
                                          <p:spTgt spid="24166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41690"/>
                                        </p:tgtEl>
                                        <p:attrNameLst>
                                          <p:attrName>style.visibility</p:attrName>
                                        </p:attrNameLst>
                                      </p:cBhvr>
                                      <p:to>
                                        <p:strVal val="visible"/>
                                      </p:to>
                                    </p:set>
                                    <p:animEffect transition="in" filter="blinds(vertical)">
                                      <p:cBhvr>
                                        <p:cTn id="12" dur="500"/>
                                        <p:tgtEl>
                                          <p:spTgt spid="241690"/>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41668"/>
                                        </p:tgtEl>
                                        <p:attrNameLst>
                                          <p:attrName>style.visibility</p:attrName>
                                        </p:attrNameLst>
                                      </p:cBhvr>
                                      <p:to>
                                        <p:strVal val="visible"/>
                                      </p:to>
                                    </p:set>
                                    <p:animEffect transition="in" filter="checkerboard(across)">
                                      <p:cBhvr>
                                        <p:cTn id="17" dur="500"/>
                                        <p:tgtEl>
                                          <p:spTgt spid="241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8" grpId="0" animBg="1"/>
      <p:bldP spid="24169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3714" name="文本框 243713"/>
          <p:cNvSpPr txBox="1"/>
          <p:nvPr/>
        </p:nvSpPr>
        <p:spPr>
          <a:xfrm>
            <a:off x="0" y="4149725"/>
            <a:ext cx="1476375" cy="519113"/>
          </a:xfrm>
          <a:prstGeom prst="rect">
            <a:avLst/>
          </a:prstGeom>
          <a:solidFill>
            <a:srgbClr val="FFCCFF"/>
          </a:solidFill>
          <a:ln w="9525">
            <a:noFill/>
          </a:ln>
        </p:spPr>
        <p:txBody>
          <a:bodyPr>
            <a:spAutoFit/>
          </a:bodyPr>
          <a:p>
            <a:pPr algn="l">
              <a:spcBef>
                <a:spcPct val="50000"/>
              </a:spcBef>
              <a:buClr>
                <a:schemeClr val="bg1"/>
              </a:buClr>
            </a:pPr>
            <a:r>
              <a:rPr lang="zh-CN" altLang="en-US" sz="2400" dirty="0">
                <a:latin typeface="楷体_GB2312" panose="02010609030101010101" pitchFamily="49" charset="-122"/>
                <a:ea typeface="楷体_GB2312" panose="02010609030101010101" pitchFamily="49" charset="-122"/>
              </a:rPr>
              <a:t>目标函数</a:t>
            </a:r>
            <a:r>
              <a:rPr lang="zh-CN" altLang="en-US" sz="2800" b="0" dirty="0">
                <a:latin typeface="楷体_GB2312" panose="02010609030101010101" pitchFamily="49" charset="-122"/>
                <a:ea typeface="楷体_GB2312" panose="02010609030101010101" pitchFamily="49" charset="-122"/>
              </a:rPr>
              <a:t> </a:t>
            </a:r>
            <a:endParaRPr lang="zh-CN" altLang="en-US" sz="2800" b="0">
              <a:latin typeface="楷体_GB2312" panose="02010609030101010101" pitchFamily="49" charset="-122"/>
              <a:ea typeface="楷体_GB2312" panose="02010609030101010101" pitchFamily="49" charset="-122"/>
            </a:endParaRPr>
          </a:p>
        </p:txBody>
      </p:sp>
      <p:sp>
        <p:nvSpPr>
          <p:cNvPr id="243715" name="文本框 243714"/>
          <p:cNvSpPr txBox="1"/>
          <p:nvPr/>
        </p:nvSpPr>
        <p:spPr>
          <a:xfrm>
            <a:off x="0" y="1004888"/>
            <a:ext cx="5029200" cy="457200"/>
          </a:xfrm>
          <a:prstGeom prst="rect">
            <a:avLst/>
          </a:prstGeom>
          <a:noFill/>
          <a:ln w="9525">
            <a:noFill/>
          </a:ln>
        </p:spPr>
        <p:txBody>
          <a:bodyPr>
            <a:spAutoFit/>
          </a:bodyPr>
          <a:p>
            <a:pPr algn="l">
              <a:spcBef>
                <a:spcPct val="50000"/>
              </a:spcBef>
              <a:buClr>
                <a:schemeClr val="bg1"/>
              </a:buClr>
            </a:pPr>
            <a:r>
              <a:rPr lang="zh-CN" altLang="en-US" sz="2400" dirty="0">
                <a:latin typeface="楷体_GB2312" panose="02010609030101010101" pitchFamily="49" charset="-122"/>
                <a:ea typeface="楷体_GB2312" panose="02010609030101010101" pitchFamily="49" charset="-122"/>
              </a:rPr>
              <a:t>总供水量</a:t>
            </a:r>
            <a:r>
              <a:rPr lang="en-US" altLang="zh-CN" sz="2400" dirty="0">
                <a:latin typeface="楷体_GB2312" panose="02010609030101010101" pitchFamily="49" charset="-122"/>
                <a:ea typeface="楷体_GB2312" panose="02010609030101010101" pitchFamily="49" charset="-122"/>
              </a:rPr>
              <a:t>(320) &gt; </a:t>
            </a:r>
            <a:r>
              <a:rPr lang="zh-CN" altLang="en-US" sz="2400" dirty="0">
                <a:latin typeface="楷体_GB2312" panose="02010609030101010101" pitchFamily="49" charset="-122"/>
                <a:ea typeface="楷体_GB2312" panose="02010609030101010101" pitchFamily="49" charset="-122"/>
              </a:rPr>
              <a:t>总需求量</a:t>
            </a:r>
            <a:r>
              <a:rPr lang="en-US" altLang="zh-CN" sz="2400">
                <a:latin typeface="楷体_GB2312" panose="02010609030101010101" pitchFamily="49" charset="-122"/>
                <a:ea typeface="楷体_GB2312" panose="02010609030101010101" pitchFamily="49" charset="-122"/>
              </a:rPr>
              <a:t>(300)</a:t>
            </a:r>
            <a:endParaRPr lang="en-US" altLang="zh-CN" sz="2400">
              <a:latin typeface="楷体_GB2312" panose="02010609030101010101" pitchFamily="49" charset="-122"/>
              <a:ea typeface="楷体_GB2312" panose="02010609030101010101" pitchFamily="49" charset="-122"/>
            </a:endParaRPr>
          </a:p>
        </p:txBody>
      </p:sp>
      <p:sp>
        <p:nvSpPr>
          <p:cNvPr id="243716" name="文本框 243715"/>
          <p:cNvSpPr txBox="1"/>
          <p:nvPr/>
        </p:nvSpPr>
        <p:spPr>
          <a:xfrm>
            <a:off x="2590800" y="457200"/>
            <a:ext cx="5181600" cy="457200"/>
          </a:xfrm>
          <a:prstGeom prst="rect">
            <a:avLst/>
          </a:prstGeom>
          <a:noFill/>
          <a:ln w="9525">
            <a:noFill/>
          </a:ln>
        </p:spPr>
        <p:txBody>
          <a:bodyPr>
            <a:spAutoFit/>
          </a:bodyPr>
          <a:p>
            <a:pPr algn="ctr">
              <a:spcBef>
                <a:spcPct val="50000"/>
              </a:spcBef>
              <a:buClr>
                <a:schemeClr val="bg1"/>
              </a:buClr>
            </a:pPr>
            <a:r>
              <a:rPr lang="zh-CN" altLang="en-US" sz="2400" dirty="0">
                <a:latin typeface="华文楷体" panose="02010600040101010101" pitchFamily="2" charset="-122"/>
                <a:ea typeface="楷体_GB2312" panose="02010609030101010101" pitchFamily="49" charset="-122"/>
              </a:rPr>
              <a:t>每个水库最大供水量都提高一倍</a:t>
            </a:r>
            <a:endParaRPr lang="zh-CN" altLang="en-US" sz="2400" dirty="0">
              <a:latin typeface="楷体_GB2312" panose="02010609030101010101" pitchFamily="49" charset="-122"/>
              <a:ea typeface="楷体_GB2312" panose="02010609030101010101" pitchFamily="49" charset="-122"/>
            </a:endParaRPr>
          </a:p>
        </p:txBody>
      </p:sp>
      <p:sp>
        <p:nvSpPr>
          <p:cNvPr id="243717" name="文本框 243716"/>
          <p:cNvSpPr txBox="1"/>
          <p:nvPr/>
        </p:nvSpPr>
        <p:spPr>
          <a:xfrm>
            <a:off x="914400" y="1538288"/>
            <a:ext cx="7620000" cy="457200"/>
          </a:xfrm>
          <a:prstGeom prst="rect">
            <a:avLst/>
          </a:prstGeom>
          <a:noFill/>
          <a:ln w="9525">
            <a:noFill/>
          </a:ln>
        </p:spPr>
        <p:txBody>
          <a:bodyPr>
            <a:spAutoFit/>
          </a:bodyPr>
          <a:p>
            <a:pPr algn="l">
              <a:spcBef>
                <a:spcPct val="50000"/>
              </a:spcBef>
              <a:buClr>
                <a:schemeClr val="bg1"/>
              </a:buClr>
            </a:pPr>
            <a:r>
              <a:rPr lang="zh-CN" altLang="en-US" sz="2400" dirty="0">
                <a:latin typeface="楷体_GB2312" panose="02010609030101010101" pitchFamily="49" charset="-122"/>
                <a:ea typeface="楷体_GB2312" panose="02010609030101010101" pitchFamily="49" charset="-122"/>
              </a:rPr>
              <a:t>利润  </a:t>
            </a:r>
            <a:r>
              <a:rPr lang="en-US" altLang="zh-CN" sz="2400" dirty="0">
                <a:latin typeface="楷体_GB2312" panose="02010609030101010101" pitchFamily="49" charset="-122"/>
                <a:ea typeface="楷体_GB2312" panose="02010609030101010101" pitchFamily="49" charset="-122"/>
              </a:rPr>
              <a:t>= </a:t>
            </a:r>
            <a:r>
              <a:rPr lang="zh-CN" altLang="en-US" sz="2400" dirty="0">
                <a:latin typeface="楷体_GB2312" panose="02010609030101010101" pitchFamily="49" charset="-122"/>
                <a:ea typeface="楷体_GB2312" panose="02010609030101010101" pitchFamily="49" charset="-122"/>
              </a:rPr>
              <a:t>收入</a:t>
            </a:r>
            <a:r>
              <a:rPr lang="en-US" altLang="zh-CN" sz="2400" dirty="0">
                <a:latin typeface="楷体_GB2312" panose="02010609030101010101" pitchFamily="49" charset="-122"/>
                <a:ea typeface="楷体_GB2312" panose="02010609030101010101" pitchFamily="49" charset="-122"/>
              </a:rPr>
              <a:t>(900) –</a:t>
            </a:r>
            <a:r>
              <a:rPr lang="zh-CN" altLang="en-US" sz="2400" dirty="0">
                <a:latin typeface="楷体_GB2312" panose="02010609030101010101" pitchFamily="49" charset="-122"/>
                <a:ea typeface="楷体_GB2312" panose="02010609030101010101" pitchFamily="49" charset="-122"/>
              </a:rPr>
              <a:t>其它费用</a:t>
            </a:r>
            <a:r>
              <a:rPr lang="en-US" altLang="zh-CN" sz="2400" dirty="0">
                <a:latin typeface="楷体_GB2312" panose="02010609030101010101" pitchFamily="49" charset="-122"/>
                <a:ea typeface="楷体_GB2312" panose="02010609030101010101" pitchFamily="49" charset="-122"/>
              </a:rPr>
              <a:t>(450) –</a:t>
            </a:r>
            <a:r>
              <a:rPr lang="zh-CN" altLang="en-US" sz="2400" dirty="0">
                <a:latin typeface="楷体_GB2312" panose="02010609030101010101" pitchFamily="49" charset="-122"/>
                <a:ea typeface="楷体_GB2312" panose="02010609030101010101" pitchFamily="49" charset="-122"/>
              </a:rPr>
              <a:t>引水管理费</a:t>
            </a:r>
            <a:endParaRPr lang="zh-CN" altLang="en-US" sz="2400">
              <a:latin typeface="楷体_GB2312" panose="02010609030101010101" pitchFamily="49" charset="-122"/>
              <a:ea typeface="楷体_GB2312" panose="02010609030101010101" pitchFamily="49" charset="-122"/>
            </a:endParaRPr>
          </a:p>
        </p:txBody>
      </p:sp>
      <p:grpSp>
        <p:nvGrpSpPr>
          <p:cNvPr id="243718" name="组合 243717"/>
          <p:cNvGrpSpPr/>
          <p:nvPr/>
        </p:nvGrpSpPr>
        <p:grpSpPr>
          <a:xfrm>
            <a:off x="381000" y="2057400"/>
            <a:ext cx="8382000" cy="1828800"/>
            <a:chOff x="-3" y="-3"/>
            <a:chExt cx="2956" cy="2002"/>
          </a:xfrm>
        </p:grpSpPr>
        <p:grpSp>
          <p:nvGrpSpPr>
            <p:cNvPr id="243719" name="组合 243718"/>
            <p:cNvGrpSpPr/>
            <p:nvPr/>
          </p:nvGrpSpPr>
          <p:grpSpPr>
            <a:xfrm>
              <a:off x="0" y="0"/>
              <a:ext cx="2950" cy="1996"/>
              <a:chOff x="0" y="0"/>
              <a:chExt cx="2950" cy="1996"/>
            </a:xfrm>
          </p:grpSpPr>
          <p:grpSp>
            <p:nvGrpSpPr>
              <p:cNvPr id="243720" name="组合 243719"/>
              <p:cNvGrpSpPr/>
              <p:nvPr/>
            </p:nvGrpSpPr>
            <p:grpSpPr>
              <a:xfrm>
                <a:off x="0" y="0"/>
                <a:ext cx="894" cy="499"/>
                <a:chOff x="0" y="0"/>
                <a:chExt cx="894" cy="499"/>
              </a:xfrm>
            </p:grpSpPr>
            <p:sp>
              <p:nvSpPr>
                <p:cNvPr id="243721" name="矩形 243720"/>
                <p:cNvSpPr/>
                <p:nvPr/>
              </p:nvSpPr>
              <p:spPr>
                <a:xfrm>
                  <a:off x="43" y="0"/>
                  <a:ext cx="808" cy="499"/>
                </a:xfrm>
                <a:prstGeom prst="rect">
                  <a:avLst/>
                </a:prstGeom>
                <a:noFill/>
                <a:ln w="9525">
                  <a:noFill/>
                </a:ln>
              </p:spPr>
              <p:txBody>
                <a:bodyPr/>
                <a:p>
                  <a:pPr algn="ctr" defTabSz="0">
                    <a:buClr>
                      <a:schemeClr val="bg1"/>
                    </a:buClr>
                    <a:tabLst>
                      <a:tab pos="266700" algn="l"/>
                    </a:tabLst>
                  </a:pPr>
                  <a:r>
                    <a:rPr lang="zh-CN" altLang="en-US" sz="2400" dirty="0">
                      <a:latin typeface="楷体_GB2312" panose="02010609030101010101" pitchFamily="49" charset="-122"/>
                      <a:ea typeface="楷体_GB2312" panose="02010609030101010101" pitchFamily="49" charset="-122"/>
                    </a:rPr>
                    <a:t>利润</a:t>
                  </a:r>
                  <a:r>
                    <a:rPr lang="en-US" altLang="zh-CN" sz="2400" dirty="0">
                      <a:latin typeface="楷体_GB2312" panose="02010609030101010101" pitchFamily="49" charset="-122"/>
                      <a:ea typeface="楷体_GB2312" panose="02010609030101010101" pitchFamily="49" charset="-122"/>
                    </a:rPr>
                    <a:t>(</a:t>
                  </a:r>
                  <a:r>
                    <a:rPr lang="zh-CN" altLang="en-US" sz="2400" dirty="0">
                      <a:latin typeface="楷体_GB2312" panose="02010609030101010101" pitchFamily="49" charset="-122"/>
                      <a:ea typeface="楷体_GB2312" panose="02010609030101010101" pitchFamily="49" charset="-122"/>
                    </a:rPr>
                    <a:t>元</a:t>
                  </a:r>
                  <a:r>
                    <a:rPr lang="en-US" altLang="zh-CN" sz="2400" dirty="0">
                      <a:latin typeface="楷体_GB2312" panose="02010609030101010101" pitchFamily="49" charset="-122"/>
                      <a:ea typeface="楷体_GB2312" panose="02010609030101010101" pitchFamily="49" charset="-122"/>
                    </a:rPr>
                    <a:t>/</a:t>
                  </a:r>
                  <a:r>
                    <a:rPr lang="zh-CN" altLang="en-US" sz="2400" dirty="0">
                      <a:latin typeface="楷体_GB2312" panose="02010609030101010101" pitchFamily="49" charset="-122"/>
                      <a:ea typeface="楷体_GB2312" panose="02010609030101010101" pitchFamily="49" charset="-122"/>
                    </a:rPr>
                    <a:t>千吨</a:t>
                  </a:r>
                  <a:r>
                    <a:rPr lang="en-US" altLang="zh-CN" sz="2400">
                      <a:latin typeface="楷体_GB2312" panose="02010609030101010101" pitchFamily="49" charset="-122"/>
                      <a:ea typeface="楷体_GB2312" panose="02010609030101010101" pitchFamily="49" charset="-122"/>
                    </a:rPr>
                    <a:t>)</a:t>
                  </a:r>
                  <a:endParaRPr lang="en-US" altLang="zh-CN" sz="2400">
                    <a:latin typeface="楷体_GB2312" panose="02010609030101010101" pitchFamily="49" charset="-122"/>
                    <a:ea typeface="楷体_GB2312" panose="02010609030101010101" pitchFamily="49" charset="-122"/>
                  </a:endParaRPr>
                </a:p>
              </p:txBody>
            </p:sp>
            <p:sp>
              <p:nvSpPr>
                <p:cNvPr id="243722" name="矩形 243721"/>
                <p:cNvSpPr/>
                <p:nvPr/>
              </p:nvSpPr>
              <p:spPr>
                <a:xfrm>
                  <a:off x="0" y="0"/>
                  <a:ext cx="89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23" name="组合 243722"/>
              <p:cNvGrpSpPr/>
              <p:nvPr/>
            </p:nvGrpSpPr>
            <p:grpSpPr>
              <a:xfrm>
                <a:off x="894" y="0"/>
                <a:ext cx="514" cy="499"/>
                <a:chOff x="894" y="0"/>
                <a:chExt cx="514" cy="499"/>
              </a:xfrm>
            </p:grpSpPr>
            <p:sp>
              <p:nvSpPr>
                <p:cNvPr id="243724" name="矩形 243723"/>
                <p:cNvSpPr/>
                <p:nvPr/>
              </p:nvSpPr>
              <p:spPr>
                <a:xfrm>
                  <a:off x="937" y="0"/>
                  <a:ext cx="428" cy="499"/>
                </a:xfrm>
                <a:prstGeom prst="rect">
                  <a:avLst/>
                </a:prstGeom>
                <a:noFill/>
                <a:ln w="9525">
                  <a:noFill/>
                </a:ln>
              </p:spPr>
              <p:txBody>
                <a:bodyPr/>
                <a:p>
                  <a:pPr algn="ctr" defTabSz="0">
                    <a:buClr>
                      <a:schemeClr val="bg1"/>
                    </a:buClr>
                    <a:tabLst>
                      <a:tab pos="266700" algn="l"/>
                    </a:tabLst>
                  </a:pPr>
                  <a:r>
                    <a:rPr lang="zh-CN" altLang="en-US" sz="2400" dirty="0">
                      <a:latin typeface="Times New Roman" panose="02020603050405020304" pitchFamily="18" charset="0"/>
                    </a:rPr>
                    <a:t>甲</a:t>
                  </a:r>
                  <a:endParaRPr lang="zh-CN" altLang="en-US" sz="2400" dirty="0">
                    <a:latin typeface="Times New Roman" panose="02020603050405020304" pitchFamily="18" charset="0"/>
                  </a:endParaRPr>
                </a:p>
                <a:p>
                  <a:pPr algn="ctr" defTabSz="0" eaLnBrk="0" hangingPunct="0">
                    <a:buClr>
                      <a:schemeClr val="bg1"/>
                    </a:buClr>
                    <a:tabLst>
                      <a:tab pos="266700" algn="l"/>
                    </a:tabLst>
                  </a:pPr>
                  <a:endParaRPr lang="zh-CN" altLang="en-US" sz="2400" dirty="0">
                    <a:latin typeface="Times New Roman" panose="02020603050405020304" pitchFamily="18" charset="0"/>
                  </a:endParaRPr>
                </a:p>
              </p:txBody>
            </p:sp>
            <p:sp>
              <p:nvSpPr>
                <p:cNvPr id="243725" name="矩形 243724"/>
                <p:cNvSpPr/>
                <p:nvPr/>
              </p:nvSpPr>
              <p:spPr>
                <a:xfrm>
                  <a:off x="894" y="0"/>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26" name="组合 243725"/>
              <p:cNvGrpSpPr/>
              <p:nvPr/>
            </p:nvGrpSpPr>
            <p:grpSpPr>
              <a:xfrm>
                <a:off x="1408" y="0"/>
                <a:ext cx="514" cy="499"/>
                <a:chOff x="1408" y="0"/>
                <a:chExt cx="514" cy="499"/>
              </a:xfrm>
            </p:grpSpPr>
            <p:sp>
              <p:nvSpPr>
                <p:cNvPr id="243727" name="矩形 243726"/>
                <p:cNvSpPr/>
                <p:nvPr/>
              </p:nvSpPr>
              <p:spPr>
                <a:xfrm>
                  <a:off x="1451" y="0"/>
                  <a:ext cx="428" cy="499"/>
                </a:xfrm>
                <a:prstGeom prst="rect">
                  <a:avLst/>
                </a:prstGeom>
                <a:noFill/>
                <a:ln w="9525">
                  <a:noFill/>
                </a:ln>
              </p:spPr>
              <p:txBody>
                <a:bodyPr/>
                <a:p>
                  <a:pPr algn="ctr" defTabSz="0">
                    <a:buClr>
                      <a:schemeClr val="bg1"/>
                    </a:buClr>
                    <a:tabLst>
                      <a:tab pos="266700" algn="l"/>
                    </a:tabLst>
                  </a:pPr>
                  <a:r>
                    <a:rPr lang="zh-CN" altLang="en-US" sz="2400" dirty="0">
                      <a:latin typeface="Times New Roman" panose="02020603050405020304" pitchFamily="18" charset="0"/>
                    </a:rPr>
                    <a:t>乙</a:t>
                  </a:r>
                  <a:endParaRPr lang="zh-CN" altLang="en-US" sz="2400" dirty="0">
                    <a:latin typeface="Times New Roman" panose="02020603050405020304" pitchFamily="18" charset="0"/>
                  </a:endParaRPr>
                </a:p>
                <a:p>
                  <a:pPr algn="ctr" defTabSz="0" eaLnBrk="0" hangingPunct="0">
                    <a:buClr>
                      <a:schemeClr val="bg1"/>
                    </a:buClr>
                    <a:tabLst>
                      <a:tab pos="266700" algn="l"/>
                    </a:tabLst>
                  </a:pPr>
                  <a:endParaRPr lang="zh-CN" altLang="en-US" sz="2400" dirty="0">
                    <a:latin typeface="Times New Roman" panose="02020603050405020304" pitchFamily="18" charset="0"/>
                  </a:endParaRPr>
                </a:p>
              </p:txBody>
            </p:sp>
            <p:sp>
              <p:nvSpPr>
                <p:cNvPr id="243728" name="矩形 243727"/>
                <p:cNvSpPr/>
                <p:nvPr/>
              </p:nvSpPr>
              <p:spPr>
                <a:xfrm>
                  <a:off x="1408" y="0"/>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29" name="组合 243728"/>
              <p:cNvGrpSpPr/>
              <p:nvPr/>
            </p:nvGrpSpPr>
            <p:grpSpPr>
              <a:xfrm>
                <a:off x="1922" y="0"/>
                <a:ext cx="514" cy="499"/>
                <a:chOff x="1922" y="0"/>
                <a:chExt cx="514" cy="499"/>
              </a:xfrm>
            </p:grpSpPr>
            <p:sp>
              <p:nvSpPr>
                <p:cNvPr id="243730" name="矩形 243729"/>
                <p:cNvSpPr/>
                <p:nvPr/>
              </p:nvSpPr>
              <p:spPr>
                <a:xfrm>
                  <a:off x="1965" y="0"/>
                  <a:ext cx="428" cy="499"/>
                </a:xfrm>
                <a:prstGeom prst="rect">
                  <a:avLst/>
                </a:prstGeom>
                <a:noFill/>
                <a:ln w="9525">
                  <a:noFill/>
                </a:ln>
              </p:spPr>
              <p:txBody>
                <a:bodyPr/>
                <a:p>
                  <a:pPr algn="ctr" defTabSz="0">
                    <a:buClr>
                      <a:schemeClr val="bg1"/>
                    </a:buClr>
                    <a:tabLst>
                      <a:tab pos="266700" algn="l"/>
                    </a:tabLst>
                  </a:pPr>
                  <a:r>
                    <a:rPr lang="zh-CN" altLang="en-US" sz="2400" dirty="0">
                      <a:latin typeface="Times New Roman" panose="02020603050405020304" pitchFamily="18" charset="0"/>
                    </a:rPr>
                    <a:t>丙</a:t>
                  </a:r>
                  <a:endParaRPr lang="zh-CN" altLang="en-US" sz="2400" dirty="0">
                    <a:latin typeface="Times New Roman" panose="02020603050405020304" pitchFamily="18" charset="0"/>
                  </a:endParaRPr>
                </a:p>
                <a:p>
                  <a:pPr algn="ctr" defTabSz="0" eaLnBrk="0" hangingPunct="0">
                    <a:buClr>
                      <a:schemeClr val="bg1"/>
                    </a:buClr>
                    <a:tabLst>
                      <a:tab pos="266700" algn="l"/>
                    </a:tabLst>
                  </a:pPr>
                  <a:endParaRPr lang="zh-CN" altLang="en-US" sz="2400" dirty="0">
                    <a:latin typeface="Times New Roman" panose="02020603050405020304" pitchFamily="18" charset="0"/>
                  </a:endParaRPr>
                </a:p>
              </p:txBody>
            </p:sp>
            <p:sp>
              <p:nvSpPr>
                <p:cNvPr id="243731" name="矩形 243730"/>
                <p:cNvSpPr/>
                <p:nvPr/>
              </p:nvSpPr>
              <p:spPr>
                <a:xfrm>
                  <a:off x="1922" y="0"/>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32" name="组合 243731"/>
              <p:cNvGrpSpPr/>
              <p:nvPr/>
            </p:nvGrpSpPr>
            <p:grpSpPr>
              <a:xfrm>
                <a:off x="2436" y="0"/>
                <a:ext cx="514" cy="499"/>
                <a:chOff x="2436" y="0"/>
                <a:chExt cx="514" cy="499"/>
              </a:xfrm>
            </p:grpSpPr>
            <p:sp>
              <p:nvSpPr>
                <p:cNvPr id="243733" name="矩形 243732"/>
                <p:cNvSpPr/>
                <p:nvPr/>
              </p:nvSpPr>
              <p:spPr>
                <a:xfrm>
                  <a:off x="2479" y="0"/>
                  <a:ext cx="428" cy="499"/>
                </a:xfrm>
                <a:prstGeom prst="rect">
                  <a:avLst/>
                </a:prstGeom>
                <a:noFill/>
                <a:ln w="9525">
                  <a:noFill/>
                </a:ln>
              </p:spPr>
              <p:txBody>
                <a:bodyPr/>
                <a:p>
                  <a:pPr algn="ctr" defTabSz="0">
                    <a:buClr>
                      <a:schemeClr val="bg1"/>
                    </a:buClr>
                    <a:tabLst>
                      <a:tab pos="266700" algn="l"/>
                    </a:tabLst>
                  </a:pPr>
                  <a:r>
                    <a:rPr lang="zh-CN" altLang="en-US" sz="2400" dirty="0">
                      <a:latin typeface="Times New Roman" panose="02020603050405020304" pitchFamily="18" charset="0"/>
                    </a:rPr>
                    <a:t>丁</a:t>
                  </a:r>
                  <a:endParaRPr lang="zh-CN" altLang="en-US" sz="2400" dirty="0">
                    <a:latin typeface="Times New Roman" panose="02020603050405020304" pitchFamily="18" charset="0"/>
                  </a:endParaRPr>
                </a:p>
                <a:p>
                  <a:pPr algn="ctr" defTabSz="0" eaLnBrk="0" hangingPunct="0">
                    <a:buClr>
                      <a:schemeClr val="bg1"/>
                    </a:buClr>
                    <a:tabLst>
                      <a:tab pos="266700" algn="l"/>
                    </a:tabLst>
                  </a:pPr>
                  <a:endParaRPr lang="zh-CN" altLang="en-US" sz="2400" dirty="0">
                    <a:latin typeface="Times New Roman" panose="02020603050405020304" pitchFamily="18" charset="0"/>
                  </a:endParaRPr>
                </a:p>
              </p:txBody>
            </p:sp>
            <p:sp>
              <p:nvSpPr>
                <p:cNvPr id="243734" name="矩形 243733"/>
                <p:cNvSpPr/>
                <p:nvPr/>
              </p:nvSpPr>
              <p:spPr>
                <a:xfrm>
                  <a:off x="2436" y="0"/>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35" name="组合 243734"/>
              <p:cNvGrpSpPr/>
              <p:nvPr/>
            </p:nvGrpSpPr>
            <p:grpSpPr>
              <a:xfrm>
                <a:off x="0" y="499"/>
                <a:ext cx="894" cy="499"/>
                <a:chOff x="0" y="499"/>
                <a:chExt cx="894" cy="499"/>
              </a:xfrm>
            </p:grpSpPr>
            <p:sp>
              <p:nvSpPr>
                <p:cNvPr id="243736" name="矩形 243735"/>
                <p:cNvSpPr/>
                <p:nvPr/>
              </p:nvSpPr>
              <p:spPr>
                <a:xfrm>
                  <a:off x="43" y="499"/>
                  <a:ext cx="80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A</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37" name="矩形 243736"/>
                <p:cNvSpPr/>
                <p:nvPr/>
              </p:nvSpPr>
              <p:spPr>
                <a:xfrm>
                  <a:off x="0" y="499"/>
                  <a:ext cx="89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38" name="组合 243737"/>
              <p:cNvGrpSpPr/>
              <p:nvPr/>
            </p:nvGrpSpPr>
            <p:grpSpPr>
              <a:xfrm>
                <a:off x="894" y="499"/>
                <a:ext cx="514" cy="499"/>
                <a:chOff x="894" y="499"/>
                <a:chExt cx="514" cy="499"/>
              </a:xfrm>
            </p:grpSpPr>
            <p:sp>
              <p:nvSpPr>
                <p:cNvPr id="243739" name="矩形 243738"/>
                <p:cNvSpPr/>
                <p:nvPr/>
              </p:nvSpPr>
              <p:spPr>
                <a:xfrm>
                  <a:off x="937" y="499"/>
                  <a:ext cx="42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290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40" name="矩形 243739"/>
                <p:cNvSpPr/>
                <p:nvPr/>
              </p:nvSpPr>
              <p:spPr>
                <a:xfrm>
                  <a:off x="894" y="499"/>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41" name="组合 243740"/>
              <p:cNvGrpSpPr/>
              <p:nvPr/>
            </p:nvGrpSpPr>
            <p:grpSpPr>
              <a:xfrm>
                <a:off x="1408" y="499"/>
                <a:ext cx="514" cy="499"/>
                <a:chOff x="1408" y="499"/>
                <a:chExt cx="514" cy="499"/>
              </a:xfrm>
            </p:grpSpPr>
            <p:sp>
              <p:nvSpPr>
                <p:cNvPr id="243742" name="矩形 243741"/>
                <p:cNvSpPr/>
                <p:nvPr/>
              </p:nvSpPr>
              <p:spPr>
                <a:xfrm>
                  <a:off x="1451" y="499"/>
                  <a:ext cx="42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320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43" name="矩形 243742"/>
                <p:cNvSpPr/>
                <p:nvPr/>
              </p:nvSpPr>
              <p:spPr>
                <a:xfrm>
                  <a:off x="1408" y="499"/>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44" name="组合 243743"/>
              <p:cNvGrpSpPr/>
              <p:nvPr/>
            </p:nvGrpSpPr>
            <p:grpSpPr>
              <a:xfrm>
                <a:off x="1922" y="499"/>
                <a:ext cx="514" cy="499"/>
                <a:chOff x="1922" y="499"/>
                <a:chExt cx="514" cy="499"/>
              </a:xfrm>
            </p:grpSpPr>
            <p:sp>
              <p:nvSpPr>
                <p:cNvPr id="243745" name="矩形 243744"/>
                <p:cNvSpPr/>
                <p:nvPr/>
              </p:nvSpPr>
              <p:spPr>
                <a:xfrm>
                  <a:off x="1965" y="499"/>
                  <a:ext cx="42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230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46" name="矩形 243745"/>
                <p:cNvSpPr/>
                <p:nvPr/>
              </p:nvSpPr>
              <p:spPr>
                <a:xfrm>
                  <a:off x="1922" y="499"/>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47" name="组合 243746"/>
              <p:cNvGrpSpPr/>
              <p:nvPr/>
            </p:nvGrpSpPr>
            <p:grpSpPr>
              <a:xfrm>
                <a:off x="2436" y="499"/>
                <a:ext cx="514" cy="499"/>
                <a:chOff x="2436" y="499"/>
                <a:chExt cx="514" cy="499"/>
              </a:xfrm>
            </p:grpSpPr>
            <p:sp>
              <p:nvSpPr>
                <p:cNvPr id="243748" name="矩形 243747"/>
                <p:cNvSpPr/>
                <p:nvPr/>
              </p:nvSpPr>
              <p:spPr>
                <a:xfrm>
                  <a:off x="2479" y="499"/>
                  <a:ext cx="42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280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49" name="矩形 243748"/>
                <p:cNvSpPr/>
                <p:nvPr/>
              </p:nvSpPr>
              <p:spPr>
                <a:xfrm>
                  <a:off x="2436" y="499"/>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50" name="组合 243749"/>
              <p:cNvGrpSpPr/>
              <p:nvPr/>
            </p:nvGrpSpPr>
            <p:grpSpPr>
              <a:xfrm>
                <a:off x="0" y="998"/>
                <a:ext cx="894" cy="499"/>
                <a:chOff x="0" y="998"/>
                <a:chExt cx="894" cy="499"/>
              </a:xfrm>
            </p:grpSpPr>
            <p:sp>
              <p:nvSpPr>
                <p:cNvPr id="243751" name="矩形 243750"/>
                <p:cNvSpPr/>
                <p:nvPr/>
              </p:nvSpPr>
              <p:spPr>
                <a:xfrm>
                  <a:off x="43" y="998"/>
                  <a:ext cx="80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B</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52" name="矩形 243751"/>
                <p:cNvSpPr/>
                <p:nvPr/>
              </p:nvSpPr>
              <p:spPr>
                <a:xfrm>
                  <a:off x="0" y="998"/>
                  <a:ext cx="89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53" name="组合 243752"/>
              <p:cNvGrpSpPr/>
              <p:nvPr/>
            </p:nvGrpSpPr>
            <p:grpSpPr>
              <a:xfrm>
                <a:off x="894" y="998"/>
                <a:ext cx="514" cy="499"/>
                <a:chOff x="894" y="998"/>
                <a:chExt cx="514" cy="499"/>
              </a:xfrm>
            </p:grpSpPr>
            <p:sp>
              <p:nvSpPr>
                <p:cNvPr id="243754" name="矩形 243753"/>
                <p:cNvSpPr/>
                <p:nvPr/>
              </p:nvSpPr>
              <p:spPr>
                <a:xfrm>
                  <a:off x="937" y="998"/>
                  <a:ext cx="42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310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55" name="矩形 243754"/>
                <p:cNvSpPr/>
                <p:nvPr/>
              </p:nvSpPr>
              <p:spPr>
                <a:xfrm>
                  <a:off x="894" y="998"/>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56" name="组合 243755"/>
              <p:cNvGrpSpPr/>
              <p:nvPr/>
            </p:nvGrpSpPr>
            <p:grpSpPr>
              <a:xfrm>
                <a:off x="1408" y="998"/>
                <a:ext cx="514" cy="499"/>
                <a:chOff x="1408" y="998"/>
                <a:chExt cx="514" cy="499"/>
              </a:xfrm>
            </p:grpSpPr>
            <p:sp>
              <p:nvSpPr>
                <p:cNvPr id="243757" name="矩形 243756"/>
                <p:cNvSpPr/>
                <p:nvPr/>
              </p:nvSpPr>
              <p:spPr>
                <a:xfrm>
                  <a:off x="1451" y="998"/>
                  <a:ext cx="42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320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58" name="矩形 243757"/>
                <p:cNvSpPr/>
                <p:nvPr/>
              </p:nvSpPr>
              <p:spPr>
                <a:xfrm>
                  <a:off x="1408" y="998"/>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59" name="组合 243758"/>
              <p:cNvGrpSpPr/>
              <p:nvPr/>
            </p:nvGrpSpPr>
            <p:grpSpPr>
              <a:xfrm>
                <a:off x="1922" y="998"/>
                <a:ext cx="514" cy="499"/>
                <a:chOff x="1922" y="998"/>
                <a:chExt cx="514" cy="499"/>
              </a:xfrm>
            </p:grpSpPr>
            <p:sp>
              <p:nvSpPr>
                <p:cNvPr id="243760" name="矩形 243759"/>
                <p:cNvSpPr/>
                <p:nvPr/>
              </p:nvSpPr>
              <p:spPr>
                <a:xfrm>
                  <a:off x="1965" y="998"/>
                  <a:ext cx="42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260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61" name="矩形 243760"/>
                <p:cNvSpPr/>
                <p:nvPr/>
              </p:nvSpPr>
              <p:spPr>
                <a:xfrm>
                  <a:off x="1922" y="998"/>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62" name="组合 243761"/>
              <p:cNvGrpSpPr/>
              <p:nvPr/>
            </p:nvGrpSpPr>
            <p:grpSpPr>
              <a:xfrm>
                <a:off x="2436" y="998"/>
                <a:ext cx="514" cy="499"/>
                <a:chOff x="2436" y="998"/>
                <a:chExt cx="514" cy="499"/>
              </a:xfrm>
            </p:grpSpPr>
            <p:sp>
              <p:nvSpPr>
                <p:cNvPr id="243763" name="矩形 243762"/>
                <p:cNvSpPr/>
                <p:nvPr/>
              </p:nvSpPr>
              <p:spPr>
                <a:xfrm>
                  <a:off x="2479" y="998"/>
                  <a:ext cx="42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300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64" name="矩形 243763"/>
                <p:cNvSpPr/>
                <p:nvPr/>
              </p:nvSpPr>
              <p:spPr>
                <a:xfrm>
                  <a:off x="2436" y="998"/>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65" name="组合 243764"/>
              <p:cNvGrpSpPr/>
              <p:nvPr/>
            </p:nvGrpSpPr>
            <p:grpSpPr>
              <a:xfrm>
                <a:off x="0" y="1497"/>
                <a:ext cx="894" cy="499"/>
                <a:chOff x="0" y="1497"/>
                <a:chExt cx="894" cy="499"/>
              </a:xfrm>
            </p:grpSpPr>
            <p:sp>
              <p:nvSpPr>
                <p:cNvPr id="243766" name="矩形 243765"/>
                <p:cNvSpPr/>
                <p:nvPr/>
              </p:nvSpPr>
              <p:spPr>
                <a:xfrm>
                  <a:off x="43" y="1497"/>
                  <a:ext cx="80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C</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67" name="矩形 243766"/>
                <p:cNvSpPr/>
                <p:nvPr/>
              </p:nvSpPr>
              <p:spPr>
                <a:xfrm>
                  <a:off x="0" y="1497"/>
                  <a:ext cx="89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68" name="组合 243767"/>
              <p:cNvGrpSpPr/>
              <p:nvPr/>
            </p:nvGrpSpPr>
            <p:grpSpPr>
              <a:xfrm>
                <a:off x="894" y="1497"/>
                <a:ext cx="514" cy="499"/>
                <a:chOff x="894" y="1497"/>
                <a:chExt cx="514" cy="499"/>
              </a:xfrm>
            </p:grpSpPr>
            <p:sp>
              <p:nvSpPr>
                <p:cNvPr id="243769" name="矩形 243768"/>
                <p:cNvSpPr/>
                <p:nvPr/>
              </p:nvSpPr>
              <p:spPr>
                <a:xfrm>
                  <a:off x="937" y="1497"/>
                  <a:ext cx="42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260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70" name="矩形 243769"/>
                <p:cNvSpPr/>
                <p:nvPr/>
              </p:nvSpPr>
              <p:spPr>
                <a:xfrm>
                  <a:off x="894" y="1497"/>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71" name="组合 243770"/>
              <p:cNvGrpSpPr/>
              <p:nvPr/>
            </p:nvGrpSpPr>
            <p:grpSpPr>
              <a:xfrm>
                <a:off x="1408" y="1497"/>
                <a:ext cx="514" cy="499"/>
                <a:chOff x="1408" y="1497"/>
                <a:chExt cx="514" cy="499"/>
              </a:xfrm>
            </p:grpSpPr>
            <p:sp>
              <p:nvSpPr>
                <p:cNvPr id="243772" name="矩形 243771"/>
                <p:cNvSpPr/>
                <p:nvPr/>
              </p:nvSpPr>
              <p:spPr>
                <a:xfrm>
                  <a:off x="1451" y="1497"/>
                  <a:ext cx="42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250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73" name="矩形 243772"/>
                <p:cNvSpPr/>
                <p:nvPr/>
              </p:nvSpPr>
              <p:spPr>
                <a:xfrm>
                  <a:off x="1408" y="1497"/>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74" name="组合 243773"/>
              <p:cNvGrpSpPr/>
              <p:nvPr/>
            </p:nvGrpSpPr>
            <p:grpSpPr>
              <a:xfrm>
                <a:off x="1922" y="1497"/>
                <a:ext cx="514" cy="499"/>
                <a:chOff x="1922" y="1497"/>
                <a:chExt cx="514" cy="499"/>
              </a:xfrm>
            </p:grpSpPr>
            <p:sp>
              <p:nvSpPr>
                <p:cNvPr id="243775" name="矩形 243774"/>
                <p:cNvSpPr/>
                <p:nvPr/>
              </p:nvSpPr>
              <p:spPr>
                <a:xfrm>
                  <a:off x="1965" y="1497"/>
                  <a:ext cx="42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220</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76" name="矩形 243775"/>
                <p:cNvSpPr/>
                <p:nvPr/>
              </p:nvSpPr>
              <p:spPr>
                <a:xfrm>
                  <a:off x="1922" y="1497"/>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3777" name="组合 243776"/>
              <p:cNvGrpSpPr/>
              <p:nvPr/>
            </p:nvGrpSpPr>
            <p:grpSpPr>
              <a:xfrm>
                <a:off x="2436" y="1497"/>
                <a:ext cx="514" cy="499"/>
                <a:chOff x="2436" y="1497"/>
                <a:chExt cx="514" cy="499"/>
              </a:xfrm>
            </p:grpSpPr>
            <p:sp>
              <p:nvSpPr>
                <p:cNvPr id="243778" name="矩形 243777"/>
                <p:cNvSpPr/>
                <p:nvPr/>
              </p:nvSpPr>
              <p:spPr>
                <a:xfrm>
                  <a:off x="2479" y="1497"/>
                  <a:ext cx="428" cy="499"/>
                </a:xfrm>
                <a:prstGeom prst="rect">
                  <a:avLst/>
                </a:prstGeom>
                <a:noFill/>
                <a:ln w="9525">
                  <a:noFill/>
                </a:ln>
              </p:spPr>
              <p:txBody>
                <a:bodyPr/>
                <a:p>
                  <a:pPr algn="ctr" defTabSz="0">
                    <a:buClr>
                      <a:schemeClr val="bg1"/>
                    </a:buClr>
                    <a:tabLst>
                      <a:tab pos="266700" algn="l"/>
                    </a:tabLst>
                  </a:pPr>
                  <a:r>
                    <a:rPr lang="en-US" altLang="zh-CN" sz="2400">
                      <a:latin typeface="Times New Roman" panose="02020603050405020304" pitchFamily="18" charset="0"/>
                    </a:rPr>
                    <a:t>/</a:t>
                  </a:r>
                  <a:endParaRPr lang="en-US" altLang="zh-CN" sz="2400">
                    <a:latin typeface="Times New Roman" panose="02020603050405020304" pitchFamily="18" charset="0"/>
                  </a:endParaRPr>
                </a:p>
                <a:p>
                  <a:pPr algn="ctr" defTabSz="0" eaLnBrk="0" hangingPunct="0">
                    <a:buClr>
                      <a:schemeClr val="bg1"/>
                    </a:buClr>
                    <a:tabLst>
                      <a:tab pos="266700" algn="l"/>
                    </a:tabLst>
                  </a:pPr>
                  <a:endParaRPr lang="en-US" altLang="zh-CN" sz="2400">
                    <a:latin typeface="Times New Roman" panose="02020603050405020304" pitchFamily="18" charset="0"/>
                  </a:endParaRPr>
                </a:p>
              </p:txBody>
            </p:sp>
            <p:sp>
              <p:nvSpPr>
                <p:cNvPr id="243779" name="矩形 243778"/>
                <p:cNvSpPr/>
                <p:nvPr/>
              </p:nvSpPr>
              <p:spPr>
                <a:xfrm>
                  <a:off x="2436" y="1497"/>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sp>
          <p:nvSpPr>
            <p:cNvPr id="243780" name="矩形 243779"/>
            <p:cNvSpPr/>
            <p:nvPr/>
          </p:nvSpPr>
          <p:spPr>
            <a:xfrm>
              <a:off x="-3" y="-3"/>
              <a:ext cx="2956" cy="2002"/>
            </a:xfrm>
            <a:prstGeom prst="rect">
              <a:avLst/>
            </a:prstGeom>
            <a:noFill/>
            <a:ln w="9525" cap="flat" cmpd="sng">
              <a:solidFill>
                <a:srgbClr val="A0A0A0"/>
              </a:solidFill>
              <a:prstDash val="solid"/>
              <a:miter/>
              <a:headEnd type="none" w="med" len="med"/>
              <a:tailEnd type="none" w="med" len="med"/>
            </a:ln>
          </p:spPr>
          <p:txBody>
            <a:bodyPr/>
            <a:p>
              <a:endParaRPr sz="3200" dirty="0">
                <a:latin typeface="Arial Black" panose="020B0A04020102020204" pitchFamily="34" charset="0"/>
                <a:ea typeface="楷体_GB2312" panose="02010609030101010101" pitchFamily="49" charset="-122"/>
              </a:endParaRPr>
            </a:p>
          </p:txBody>
        </p:sp>
      </p:grpSp>
      <p:graphicFrame>
        <p:nvGraphicFramePr>
          <p:cNvPr id="243781" name="对象 243780"/>
          <p:cNvGraphicFramePr/>
          <p:nvPr/>
        </p:nvGraphicFramePr>
        <p:xfrm>
          <a:off x="1619250" y="4076700"/>
          <a:ext cx="7343775" cy="936625"/>
        </p:xfrm>
        <a:graphic>
          <a:graphicData uri="http://schemas.openxmlformats.org/presentationml/2006/ole">
            <mc:AlternateContent xmlns:mc="http://schemas.openxmlformats.org/markup-compatibility/2006">
              <mc:Choice xmlns:v="urn:schemas-microsoft-com:vml" Requires="v">
                <p:oleObj spid="_x0000_s3117" name="" r:id="rId1" imgW="3810000" imgH="457200" progId="Equation.3">
                  <p:embed/>
                </p:oleObj>
              </mc:Choice>
              <mc:Fallback>
                <p:oleObj name="" r:id="rId1" imgW="3810000" imgH="457200" progId="Equation.3">
                  <p:embed/>
                  <p:pic>
                    <p:nvPicPr>
                      <p:cNvPr id="0" name="图片 3116"/>
                      <p:cNvPicPr/>
                      <p:nvPr/>
                    </p:nvPicPr>
                    <p:blipFill>
                      <a:blip r:embed="rId2"/>
                      <a:stretch>
                        <a:fillRect/>
                      </a:stretch>
                    </p:blipFill>
                    <p:spPr>
                      <a:xfrm>
                        <a:off x="1619250" y="4076700"/>
                        <a:ext cx="7343775" cy="936625"/>
                      </a:xfrm>
                      <a:prstGeom prst="rect">
                        <a:avLst/>
                      </a:prstGeom>
                      <a:noFill/>
                      <a:ln w="38100">
                        <a:noFill/>
                        <a:miter/>
                      </a:ln>
                    </p:spPr>
                  </p:pic>
                </p:oleObj>
              </mc:Fallback>
            </mc:AlternateContent>
          </a:graphicData>
        </a:graphic>
      </p:graphicFrame>
      <p:sp>
        <p:nvSpPr>
          <p:cNvPr id="243782" name="文本框 243781"/>
          <p:cNvSpPr txBox="1"/>
          <p:nvPr/>
        </p:nvSpPr>
        <p:spPr>
          <a:xfrm>
            <a:off x="0" y="5084763"/>
            <a:ext cx="1547813" cy="457200"/>
          </a:xfrm>
          <a:prstGeom prst="rect">
            <a:avLst/>
          </a:prstGeom>
          <a:solidFill>
            <a:srgbClr val="FFFF99"/>
          </a:solidFill>
          <a:ln w="9525">
            <a:noFill/>
          </a:ln>
        </p:spPr>
        <p:txBody>
          <a:bodyPr>
            <a:spAutoFit/>
          </a:bodyPr>
          <a:p>
            <a:pPr algn="l">
              <a:spcBef>
                <a:spcPct val="50000"/>
              </a:spcBef>
              <a:buClr>
                <a:schemeClr val="bg1"/>
              </a:buClr>
            </a:pPr>
            <a:r>
              <a:rPr lang="zh-CN" altLang="en-US" sz="2400" dirty="0">
                <a:latin typeface="宋体" panose="02010600030101010101" pitchFamily="2" charset="-122"/>
                <a:ea typeface="楷体_GB2312" panose="02010609030101010101" pitchFamily="49" charset="-122"/>
              </a:rPr>
              <a:t>供应限制</a:t>
            </a:r>
            <a:endParaRPr lang="zh-CN" altLang="en-US" sz="2400" b="0">
              <a:latin typeface="Times New Roman" panose="02020603050405020304" pitchFamily="18" charset="0"/>
              <a:ea typeface="楷体_GB2312" panose="02010609030101010101" pitchFamily="49" charset="-122"/>
            </a:endParaRPr>
          </a:p>
        </p:txBody>
      </p:sp>
      <p:graphicFrame>
        <p:nvGraphicFramePr>
          <p:cNvPr id="243784" name="对象 243783"/>
          <p:cNvGraphicFramePr/>
          <p:nvPr/>
        </p:nvGraphicFramePr>
        <p:xfrm>
          <a:off x="1763713" y="5084763"/>
          <a:ext cx="3079750" cy="506412"/>
        </p:xfrm>
        <a:graphic>
          <a:graphicData uri="http://schemas.openxmlformats.org/presentationml/2006/ole">
            <mc:AlternateContent xmlns:mc="http://schemas.openxmlformats.org/markup-compatibility/2006">
              <mc:Choice xmlns:v="urn:schemas-microsoft-com:vml" Requires="v">
                <p:oleObj spid="_x0000_s3116" name="" r:id="rId3" imgW="1676400" imgH="228600" progId="Equation.3">
                  <p:embed/>
                </p:oleObj>
              </mc:Choice>
              <mc:Fallback>
                <p:oleObj name="" r:id="rId3" imgW="1676400" imgH="228600" progId="Equation.3">
                  <p:embed/>
                  <p:pic>
                    <p:nvPicPr>
                      <p:cNvPr id="0" name="图片 3115"/>
                      <p:cNvPicPr/>
                      <p:nvPr/>
                    </p:nvPicPr>
                    <p:blipFill>
                      <a:blip r:embed="rId4"/>
                      <a:stretch>
                        <a:fillRect/>
                      </a:stretch>
                    </p:blipFill>
                    <p:spPr>
                      <a:xfrm>
                        <a:off x="1763713" y="5084763"/>
                        <a:ext cx="3079750" cy="506412"/>
                      </a:xfrm>
                      <a:prstGeom prst="rect">
                        <a:avLst/>
                      </a:prstGeom>
                      <a:noFill/>
                      <a:ln w="38100">
                        <a:noFill/>
                        <a:miter/>
                      </a:ln>
                    </p:spPr>
                  </p:pic>
                </p:oleObj>
              </mc:Fallback>
            </mc:AlternateContent>
          </a:graphicData>
        </a:graphic>
      </p:graphicFrame>
      <p:grpSp>
        <p:nvGrpSpPr>
          <p:cNvPr id="243785" name="组合 243784"/>
          <p:cNvGrpSpPr/>
          <p:nvPr/>
        </p:nvGrpSpPr>
        <p:grpSpPr>
          <a:xfrm>
            <a:off x="5076825" y="5084763"/>
            <a:ext cx="3527425" cy="525462"/>
            <a:chOff x="3264" y="3408"/>
            <a:chExt cx="2496" cy="331"/>
          </a:xfrm>
        </p:grpSpPr>
        <p:graphicFrame>
          <p:nvGraphicFramePr>
            <p:cNvPr id="243786" name="对象 243785"/>
            <p:cNvGraphicFramePr/>
            <p:nvPr/>
          </p:nvGraphicFramePr>
          <p:xfrm>
            <a:off x="3456" y="3408"/>
            <a:ext cx="2304" cy="331"/>
          </p:xfrm>
          <a:graphic>
            <a:graphicData uri="http://schemas.openxmlformats.org/presentationml/2006/ole">
              <mc:AlternateContent xmlns:mc="http://schemas.openxmlformats.org/markup-compatibility/2006">
                <mc:Choice xmlns:v="urn:schemas-microsoft-com:vml" Requires="v">
                  <p:oleObj spid="_x0000_s3118" name="" r:id="rId5" imgW="1587500" imgH="228600" progId="Equation.3">
                    <p:embed/>
                  </p:oleObj>
                </mc:Choice>
                <mc:Fallback>
                  <p:oleObj name="" r:id="rId5" imgW="1587500" imgH="228600" progId="Equation.3">
                    <p:embed/>
                    <p:pic>
                      <p:nvPicPr>
                        <p:cNvPr id="0" name="图片 3117"/>
                        <p:cNvPicPr/>
                        <p:nvPr/>
                      </p:nvPicPr>
                      <p:blipFill>
                        <a:blip r:embed="rId6"/>
                        <a:stretch>
                          <a:fillRect/>
                        </a:stretch>
                      </p:blipFill>
                      <p:spPr>
                        <a:xfrm>
                          <a:off x="3456" y="3408"/>
                          <a:ext cx="2304" cy="331"/>
                        </a:xfrm>
                        <a:prstGeom prst="rect">
                          <a:avLst/>
                        </a:prstGeom>
                        <a:noFill/>
                        <a:ln w="38100">
                          <a:noFill/>
                          <a:miter/>
                        </a:ln>
                      </p:spPr>
                    </p:pic>
                  </p:oleObj>
                </mc:Fallback>
              </mc:AlternateContent>
            </a:graphicData>
          </a:graphic>
        </p:graphicFrame>
        <p:sp>
          <p:nvSpPr>
            <p:cNvPr id="243787" name="右箭头 243786"/>
            <p:cNvSpPr/>
            <p:nvPr/>
          </p:nvSpPr>
          <p:spPr>
            <a:xfrm>
              <a:off x="3264" y="3504"/>
              <a:ext cx="96" cy="192"/>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a:p>
              <a:endParaRPr lang="zh-CN" altLang="en-US"/>
            </a:p>
          </p:txBody>
        </p:sp>
      </p:grpSp>
      <p:sp>
        <p:nvSpPr>
          <p:cNvPr id="243788" name="文本框 243787"/>
          <p:cNvSpPr txBox="1"/>
          <p:nvPr/>
        </p:nvSpPr>
        <p:spPr>
          <a:xfrm>
            <a:off x="304800" y="381000"/>
            <a:ext cx="2057400" cy="579438"/>
          </a:xfrm>
          <a:prstGeom prst="rect">
            <a:avLst/>
          </a:prstGeom>
          <a:solidFill>
            <a:srgbClr val="FFFF99"/>
          </a:solidFill>
          <a:ln w="9525">
            <a:noFill/>
          </a:ln>
        </p:spPr>
        <p:txBody>
          <a:bodyPr>
            <a:spAutoFit/>
          </a:bodyPr>
          <a:p>
            <a:pPr algn="ctr">
              <a:spcBef>
                <a:spcPct val="50000"/>
              </a:spcBef>
              <a:buClr>
                <a:schemeClr val="bg1"/>
              </a:buClr>
            </a:pPr>
            <a:r>
              <a:rPr lang="zh-CN" altLang="en-US" sz="3200" dirty="0">
                <a:latin typeface="楷体_GB2312" panose="02010609030101010101" pitchFamily="49" charset="-122"/>
                <a:ea typeface="楷体_GB2312" panose="02010609030101010101" pitchFamily="49" charset="-122"/>
              </a:rPr>
              <a:t>问题讨论</a:t>
            </a:r>
            <a:r>
              <a:rPr lang="zh-CN" altLang="en-US" sz="3200" b="0" dirty="0">
                <a:latin typeface="楷体_GB2312" panose="02010609030101010101" pitchFamily="49" charset="-122"/>
                <a:ea typeface="楷体_GB2312" panose="02010609030101010101" pitchFamily="49" charset="-122"/>
              </a:rPr>
              <a:t> </a:t>
            </a:r>
            <a:endParaRPr lang="zh-CN" altLang="en-US" sz="3200" b="0" dirty="0">
              <a:latin typeface="楷体_GB2312" panose="02010609030101010101" pitchFamily="49" charset="-122"/>
              <a:ea typeface="楷体_GB2312" panose="02010609030101010101" pitchFamily="49" charset="-122"/>
            </a:endParaRPr>
          </a:p>
        </p:txBody>
      </p:sp>
      <p:sp>
        <p:nvSpPr>
          <p:cNvPr id="243789" name="文本框 243788"/>
          <p:cNvSpPr txBox="1"/>
          <p:nvPr/>
        </p:nvSpPr>
        <p:spPr>
          <a:xfrm>
            <a:off x="4787900" y="1052513"/>
            <a:ext cx="4191000" cy="457200"/>
          </a:xfrm>
          <a:prstGeom prst="rect">
            <a:avLst/>
          </a:prstGeom>
          <a:noFill/>
          <a:ln w="9525">
            <a:noFill/>
          </a:ln>
        </p:spPr>
        <p:txBody>
          <a:bodyPr>
            <a:spAutoFit/>
          </a:bodyPr>
          <a:p>
            <a:pPr algn="l">
              <a:spcBef>
                <a:spcPct val="50000"/>
              </a:spcBef>
              <a:buClr>
                <a:schemeClr val="bg1"/>
              </a:buClr>
            </a:pPr>
            <a:r>
              <a:rPr lang="zh-CN" altLang="en-US" sz="2400" dirty="0">
                <a:latin typeface="Times New Roman" panose="02020603050405020304" pitchFamily="18" charset="0"/>
                <a:ea typeface="楷体_GB2312" panose="02010609030101010101" pitchFamily="49" charset="-122"/>
              </a:rPr>
              <a:t>确定送水方案</a:t>
            </a:r>
            <a:r>
              <a:rPr lang="zh-CN" altLang="en-US" sz="2400" dirty="0">
                <a:latin typeface="宋体" panose="02010600030101010101" pitchFamily="2" charset="-122"/>
                <a:ea typeface="楷体_GB2312" panose="02010609030101010101" pitchFamily="49" charset="-122"/>
              </a:rPr>
              <a:t>使利润最大</a:t>
            </a:r>
            <a:endParaRPr lang="zh-CN" altLang="en-US" sz="2400">
              <a:latin typeface="Times New Roman" panose="02020603050405020304" pitchFamily="18" charset="0"/>
              <a:ea typeface="楷体_GB2312" panose="02010609030101010101" pitchFamily="49" charset="-122"/>
            </a:endParaRPr>
          </a:p>
        </p:txBody>
      </p:sp>
      <p:sp>
        <p:nvSpPr>
          <p:cNvPr id="243790" name="文本框 243789"/>
          <p:cNvSpPr txBox="1"/>
          <p:nvPr/>
        </p:nvSpPr>
        <p:spPr>
          <a:xfrm>
            <a:off x="0" y="5805488"/>
            <a:ext cx="1331913" cy="822325"/>
          </a:xfrm>
          <a:prstGeom prst="rect">
            <a:avLst/>
          </a:prstGeom>
          <a:solidFill>
            <a:srgbClr val="CCFFFF"/>
          </a:solidFill>
          <a:ln w="9525">
            <a:noFill/>
          </a:ln>
        </p:spPr>
        <p:txBody>
          <a:bodyPr>
            <a:spAutoFit/>
          </a:bodyPr>
          <a:p>
            <a:pPr algn="l">
              <a:spcBef>
                <a:spcPct val="50000"/>
              </a:spcBef>
              <a:buClr>
                <a:schemeClr val="bg1"/>
              </a:buClr>
            </a:pPr>
            <a:r>
              <a:rPr lang="zh-CN" altLang="en-US" sz="2400" dirty="0">
                <a:latin typeface="Times New Roman" panose="02020603050405020304" pitchFamily="18" charset="0"/>
                <a:ea typeface="楷体_GB2312" panose="02010609030101010101" pitchFamily="49" charset="-122"/>
              </a:rPr>
              <a:t>需求约束不变</a:t>
            </a:r>
            <a:endParaRPr lang="zh-CN" altLang="en-US" sz="2400">
              <a:latin typeface="Times New Roman" panose="02020603050405020304" pitchFamily="18" charset="0"/>
              <a:ea typeface="楷体_GB2312" panose="02010609030101010101" pitchFamily="49" charset="-122"/>
            </a:endParaRPr>
          </a:p>
        </p:txBody>
      </p:sp>
      <p:sp>
        <p:nvSpPr>
          <p:cNvPr id="243792" name="矩形 243791"/>
          <p:cNvSpPr/>
          <p:nvPr/>
        </p:nvSpPr>
        <p:spPr>
          <a:xfrm>
            <a:off x="0" y="3314700"/>
            <a:ext cx="9144000" cy="0"/>
          </a:xfrm>
          <a:prstGeom prst="rect">
            <a:avLst/>
          </a:prstGeom>
          <a:noFill/>
          <a:ln w="9525">
            <a:noFill/>
          </a:ln>
        </p:spPr>
        <p:txBody>
          <a:bodyPr/>
          <a:p>
            <a:endParaRPr lang="zh-CN" altLang="en-US"/>
          </a:p>
        </p:txBody>
      </p:sp>
      <p:graphicFrame>
        <p:nvGraphicFramePr>
          <p:cNvPr id="243791" name="对象 243790"/>
          <p:cNvGraphicFramePr/>
          <p:nvPr/>
        </p:nvGraphicFramePr>
        <p:xfrm>
          <a:off x="1692275" y="5589588"/>
          <a:ext cx="6913563" cy="503237"/>
        </p:xfrm>
        <a:graphic>
          <a:graphicData uri="http://schemas.openxmlformats.org/presentationml/2006/ole">
            <mc:AlternateContent xmlns:mc="http://schemas.openxmlformats.org/markup-compatibility/2006">
              <mc:Choice xmlns:v="urn:schemas-microsoft-com:vml" Requires="v">
                <p:oleObj spid="_x0000_s3119" name="" r:id="rId7" imgW="3365500" imgH="228600" progId="Equation.3">
                  <p:embed/>
                </p:oleObj>
              </mc:Choice>
              <mc:Fallback>
                <p:oleObj name="" r:id="rId7" imgW="3365500" imgH="228600" progId="Equation.3">
                  <p:embed/>
                  <p:pic>
                    <p:nvPicPr>
                      <p:cNvPr id="0" name="图片 3118"/>
                      <p:cNvPicPr/>
                      <p:nvPr/>
                    </p:nvPicPr>
                    <p:blipFill>
                      <a:blip r:embed="rId8"/>
                      <a:stretch>
                        <a:fillRect/>
                      </a:stretch>
                    </p:blipFill>
                    <p:spPr>
                      <a:xfrm>
                        <a:off x="1692275" y="5589588"/>
                        <a:ext cx="6913563" cy="503237"/>
                      </a:xfrm>
                      <a:prstGeom prst="rect">
                        <a:avLst/>
                      </a:prstGeom>
                      <a:noFill/>
                      <a:ln w="38100">
                        <a:noFill/>
                        <a:miter/>
                      </a:ln>
                    </p:spPr>
                  </p:pic>
                </p:oleObj>
              </mc:Fallback>
            </mc:AlternateContent>
          </a:graphicData>
        </a:graphic>
      </p:graphicFrame>
      <p:sp>
        <p:nvSpPr>
          <p:cNvPr id="243794" name="矩形 243793"/>
          <p:cNvSpPr/>
          <p:nvPr/>
        </p:nvSpPr>
        <p:spPr>
          <a:xfrm>
            <a:off x="0" y="3314700"/>
            <a:ext cx="9144000" cy="0"/>
          </a:xfrm>
          <a:prstGeom prst="rect">
            <a:avLst/>
          </a:prstGeom>
          <a:noFill/>
          <a:ln w="9525">
            <a:noFill/>
          </a:ln>
        </p:spPr>
        <p:txBody>
          <a:bodyPr/>
          <a:p>
            <a:endParaRPr lang="zh-CN" altLang="en-US"/>
          </a:p>
        </p:txBody>
      </p:sp>
      <p:graphicFrame>
        <p:nvGraphicFramePr>
          <p:cNvPr id="243793" name="对象 243792"/>
          <p:cNvGraphicFramePr/>
          <p:nvPr/>
        </p:nvGraphicFramePr>
        <p:xfrm>
          <a:off x="1908175" y="6092825"/>
          <a:ext cx="6192838" cy="504825"/>
        </p:xfrm>
        <a:graphic>
          <a:graphicData uri="http://schemas.openxmlformats.org/presentationml/2006/ole">
            <mc:AlternateContent xmlns:mc="http://schemas.openxmlformats.org/markup-compatibility/2006">
              <mc:Choice xmlns:v="urn:schemas-microsoft-com:vml" Requires="v">
                <p:oleObj spid="_x0000_s3115" name="" r:id="rId9" imgW="3022600" imgH="228600" progId="Equation.3">
                  <p:embed/>
                </p:oleObj>
              </mc:Choice>
              <mc:Fallback>
                <p:oleObj name="" r:id="rId9" imgW="3022600" imgH="228600" progId="Equation.3">
                  <p:embed/>
                  <p:pic>
                    <p:nvPicPr>
                      <p:cNvPr id="0" name="图片 3114"/>
                      <p:cNvPicPr/>
                      <p:nvPr/>
                    </p:nvPicPr>
                    <p:blipFill>
                      <a:blip r:embed="rId10"/>
                      <a:stretch>
                        <a:fillRect/>
                      </a:stretch>
                    </p:blipFill>
                    <p:spPr>
                      <a:xfrm>
                        <a:off x="1908175" y="6092825"/>
                        <a:ext cx="6192838" cy="504825"/>
                      </a:xfrm>
                      <a:prstGeom prst="rect">
                        <a:avLst/>
                      </a:prstGeom>
                      <a:noFill/>
                      <a:ln w="38100">
                        <a:noFill/>
                        <a:miter/>
                      </a:ln>
                    </p:spPr>
                  </p:pic>
                </p:oleObj>
              </mc:Fallback>
            </mc:AlternateContent>
          </a:graphicData>
        </a:graphic>
      </p:graphicFrame>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43716"/>
                                        </p:tgtEl>
                                        <p:attrNameLst>
                                          <p:attrName>style.visibility</p:attrName>
                                        </p:attrNameLst>
                                      </p:cBhvr>
                                      <p:to>
                                        <p:strVal val="visible"/>
                                      </p:to>
                                    </p:set>
                                    <p:anim calcmode="lin" valueType="num">
                                      <p:cBhvr additive="base">
                                        <p:cTn id="7" dur="500" fill="hold"/>
                                        <p:tgtEl>
                                          <p:spTgt spid="243716"/>
                                        </p:tgtEl>
                                        <p:attrNameLst>
                                          <p:attrName>ppt_x</p:attrName>
                                        </p:attrNameLst>
                                      </p:cBhvr>
                                      <p:tavLst>
                                        <p:tav tm="0">
                                          <p:val>
                                            <p:strVal val="#ppt_x"/>
                                          </p:val>
                                        </p:tav>
                                        <p:tav tm="100000">
                                          <p:val>
                                            <p:strVal val="#ppt_x"/>
                                          </p:val>
                                        </p:tav>
                                      </p:tavLst>
                                    </p:anim>
                                    <p:anim calcmode="lin" valueType="num">
                                      <p:cBhvr additive="base">
                                        <p:cTn id="8" dur="500" fill="hold"/>
                                        <p:tgtEl>
                                          <p:spTgt spid="24371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243715"/>
                                        </p:tgtEl>
                                        <p:attrNameLst>
                                          <p:attrName>style.visibility</p:attrName>
                                        </p:attrNameLst>
                                      </p:cBhvr>
                                      <p:to>
                                        <p:strVal val="visible"/>
                                      </p:to>
                                    </p:set>
                                    <p:animEffect transition="in" filter="blinds(vertical)">
                                      <p:cBhvr>
                                        <p:cTn id="13" dur="500"/>
                                        <p:tgtEl>
                                          <p:spTgt spid="243715"/>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243789"/>
                                        </p:tgtEl>
                                        <p:attrNameLst>
                                          <p:attrName>style.visibility</p:attrName>
                                        </p:attrNameLst>
                                      </p:cBhvr>
                                      <p:to>
                                        <p:strVal val="visible"/>
                                      </p:to>
                                    </p:set>
                                    <p:animEffect transition="in" filter="blinds(vertical)">
                                      <p:cBhvr>
                                        <p:cTn id="18" dur="500"/>
                                        <p:tgtEl>
                                          <p:spTgt spid="243789"/>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243717"/>
                                        </p:tgtEl>
                                        <p:attrNameLst>
                                          <p:attrName>style.visibility</p:attrName>
                                        </p:attrNameLst>
                                      </p:cBhvr>
                                      <p:to>
                                        <p:strVal val="visible"/>
                                      </p:to>
                                    </p:set>
                                    <p:animEffect transition="in" filter="box(in)">
                                      <p:cBhvr>
                                        <p:cTn id="23" dur="500"/>
                                        <p:tgtEl>
                                          <p:spTgt spid="243717"/>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243718"/>
                                        </p:tgtEl>
                                        <p:attrNameLst>
                                          <p:attrName>style.visibility</p:attrName>
                                        </p:attrNameLst>
                                      </p:cBhvr>
                                      <p:to>
                                        <p:strVal val="visible"/>
                                      </p:to>
                                    </p:set>
                                    <p:animEffect transition="in" filter="box(out)">
                                      <p:cBhvr>
                                        <p:cTn id="28" dur="500"/>
                                        <p:tgtEl>
                                          <p:spTgt spid="24371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2437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43781"/>
                                        </p:tgtEl>
                                        <p:attrNameLst>
                                          <p:attrName>style.visibility</p:attrName>
                                        </p:attrNameLst>
                                      </p:cBhvr>
                                      <p:to>
                                        <p:strVal val="visible"/>
                                      </p:to>
                                    </p:set>
                                    <p:animEffect transition="in" filter="dissolve">
                                      <p:cBhvr>
                                        <p:cTn id="37" dur="500"/>
                                        <p:tgtEl>
                                          <p:spTgt spid="243781"/>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24378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6" presetClass="entr" presetSubtype="42" fill="hold" nodeType="clickEffect">
                                  <p:stCondLst>
                                    <p:cond delay="0"/>
                                  </p:stCondLst>
                                  <p:childTnLst>
                                    <p:set>
                                      <p:cBhvr>
                                        <p:cTn id="45" dur="1" fill="hold">
                                          <p:stCondLst>
                                            <p:cond delay="0"/>
                                          </p:stCondLst>
                                        </p:cTn>
                                        <p:tgtEl>
                                          <p:spTgt spid="243784"/>
                                        </p:tgtEl>
                                        <p:attrNameLst>
                                          <p:attrName>style.visibility</p:attrName>
                                        </p:attrNameLst>
                                      </p:cBhvr>
                                      <p:to>
                                        <p:strVal val="visible"/>
                                      </p:to>
                                    </p:set>
                                    <p:animEffect transition="in" filter="barn(outHorizontal)">
                                      <p:cBhvr>
                                        <p:cTn id="46" dur="500"/>
                                        <p:tgtEl>
                                          <p:spTgt spid="243784"/>
                                        </p:tgtEl>
                                      </p:cBhvr>
                                    </p:animEffect>
                                  </p:childTnLst>
                                </p:cTn>
                              </p:par>
                            </p:childTnLst>
                          </p:cTn>
                        </p:par>
                      </p:childTnLst>
                    </p:cTn>
                  </p:par>
                  <p:par>
                    <p:cTn id="47" fill="hold">
                      <p:stCondLst>
                        <p:cond delay="indefinite"/>
                      </p:stCondLst>
                      <p:childTnLst>
                        <p:par>
                          <p:cTn id="48" fill="hold">
                            <p:stCondLst>
                              <p:cond delay="0"/>
                            </p:stCondLst>
                            <p:childTnLst>
                              <p:par>
                                <p:cTn id="49" presetID="23" presetClass="entr" presetSubtype="16" fill="hold" nodeType="clickEffect">
                                  <p:stCondLst>
                                    <p:cond delay="0"/>
                                  </p:stCondLst>
                                  <p:childTnLst>
                                    <p:set>
                                      <p:cBhvr>
                                        <p:cTn id="50" dur="1" fill="hold">
                                          <p:stCondLst>
                                            <p:cond delay="0"/>
                                          </p:stCondLst>
                                        </p:cTn>
                                        <p:tgtEl>
                                          <p:spTgt spid="243785"/>
                                        </p:tgtEl>
                                        <p:attrNameLst>
                                          <p:attrName>style.visibility</p:attrName>
                                        </p:attrNameLst>
                                      </p:cBhvr>
                                      <p:to>
                                        <p:strVal val="visible"/>
                                      </p:to>
                                    </p:set>
                                    <p:anim calcmode="lin" valueType="num">
                                      <p:cBhvr>
                                        <p:cTn id="51" dur="500" fill="hold"/>
                                        <p:tgtEl>
                                          <p:spTgt spid="243785"/>
                                        </p:tgtEl>
                                        <p:attrNameLst>
                                          <p:attrName>ppt_w</p:attrName>
                                        </p:attrNameLst>
                                      </p:cBhvr>
                                      <p:tavLst>
                                        <p:tav tm="0">
                                          <p:val>
                                            <p:fltVal val="0.000000"/>
                                          </p:val>
                                        </p:tav>
                                        <p:tav tm="100000">
                                          <p:val>
                                            <p:strVal val="#ppt_w"/>
                                          </p:val>
                                        </p:tav>
                                      </p:tavLst>
                                    </p:anim>
                                    <p:anim calcmode="lin" valueType="num">
                                      <p:cBhvr>
                                        <p:cTn id="52" dur="500" fill="hold"/>
                                        <p:tgtEl>
                                          <p:spTgt spid="243785"/>
                                        </p:tgtEl>
                                        <p:attrNameLst>
                                          <p:attrName>ppt_h</p:attrName>
                                        </p:attrNameLst>
                                      </p:cBhvr>
                                      <p:tavLst>
                                        <p:tav tm="0">
                                          <p:val>
                                            <p:fltVal val="0.00000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nodeType="clickEffect">
                                  <p:stCondLst>
                                    <p:cond delay="0"/>
                                  </p:stCondLst>
                                  <p:childTnLst>
                                    <p:set>
                                      <p:cBhvr>
                                        <p:cTn id="56" dur="1" fill="hold">
                                          <p:stCondLst>
                                            <p:cond delay="0"/>
                                          </p:stCondLst>
                                        </p:cTn>
                                        <p:tgtEl>
                                          <p:spTgt spid="243791"/>
                                        </p:tgtEl>
                                        <p:attrNameLst>
                                          <p:attrName>style.visibility</p:attrName>
                                        </p:attrNameLst>
                                      </p:cBhvr>
                                      <p:to>
                                        <p:strVal val="visible"/>
                                      </p:to>
                                    </p:set>
                                    <p:animEffect transition="in" filter="box(in)">
                                      <p:cBhvr>
                                        <p:cTn id="57" dur="500"/>
                                        <p:tgtEl>
                                          <p:spTgt spid="243791"/>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243793"/>
                                        </p:tgtEl>
                                        <p:attrNameLst>
                                          <p:attrName>style.visibility</p:attrName>
                                        </p:attrNameLst>
                                      </p:cBhvr>
                                      <p:to>
                                        <p:strVal val="visible"/>
                                      </p:to>
                                    </p:set>
                                    <p:anim calcmode="lin" valueType="num">
                                      <p:cBhvr additive="base">
                                        <p:cTn id="62" dur="500" fill="hold"/>
                                        <p:tgtEl>
                                          <p:spTgt spid="243793"/>
                                        </p:tgtEl>
                                        <p:attrNameLst>
                                          <p:attrName>ppt_x</p:attrName>
                                        </p:attrNameLst>
                                      </p:cBhvr>
                                      <p:tavLst>
                                        <p:tav tm="0">
                                          <p:val>
                                            <p:strVal val="#ppt_x"/>
                                          </p:val>
                                        </p:tav>
                                        <p:tav tm="100000">
                                          <p:val>
                                            <p:strVal val="#ppt_x"/>
                                          </p:val>
                                        </p:tav>
                                      </p:tavLst>
                                    </p:anim>
                                    <p:anim calcmode="lin" valueType="num">
                                      <p:cBhvr additive="base">
                                        <p:cTn id="63" dur="500" fill="hold"/>
                                        <p:tgtEl>
                                          <p:spTgt spid="243793"/>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 presetClass="entr" presetSubtype="16" fill="hold" grpId="0" nodeType="clickEffect">
                                  <p:stCondLst>
                                    <p:cond delay="0"/>
                                  </p:stCondLst>
                                  <p:childTnLst>
                                    <p:set>
                                      <p:cBhvr>
                                        <p:cTn id="67" dur="1" fill="hold">
                                          <p:stCondLst>
                                            <p:cond delay="0"/>
                                          </p:stCondLst>
                                        </p:cTn>
                                        <p:tgtEl>
                                          <p:spTgt spid="243790"/>
                                        </p:tgtEl>
                                        <p:attrNameLst>
                                          <p:attrName>style.visibility</p:attrName>
                                        </p:attrNameLst>
                                      </p:cBhvr>
                                      <p:to>
                                        <p:strVal val="visible"/>
                                      </p:to>
                                    </p:set>
                                    <p:animEffect transition="in" filter="box(in)">
                                      <p:cBhvr>
                                        <p:cTn id="68" dur="500"/>
                                        <p:tgtEl>
                                          <p:spTgt spid="243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4" grpId="0" animBg="1"/>
      <p:bldP spid="243715" grpId="0"/>
      <p:bldP spid="243716" grpId="0"/>
      <p:bldP spid="243717" grpId="0"/>
      <p:bldP spid="243782" grpId="0" animBg="1"/>
      <p:bldP spid="243789" grpId="0"/>
      <p:bldP spid="24379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6786" name="标题 246785"/>
          <p:cNvSpPr>
            <a:spLocks noGrp="1"/>
          </p:cNvSpPr>
          <p:nvPr>
            <p:ph type="title"/>
          </p:nvPr>
        </p:nvSpPr>
        <p:spPr>
          <a:xfrm>
            <a:off x="468313" y="404813"/>
            <a:ext cx="8135937" cy="1079500"/>
          </a:xfrm>
        </p:spPr>
        <p:txBody>
          <a:bodyPr anchor="ctr"/>
          <a:p>
            <a:r>
              <a:rPr lang="zh-CN" altLang="en-US" sz="2800" dirty="0">
                <a:ea typeface="楷体_GB2312" panose="02010609030101010101" pitchFamily="49" charset="-122"/>
              </a:rPr>
              <a:t>计算三个水库分别向四个小区供应每千吨水的利润</a:t>
            </a:r>
            <a:endParaRPr lang="zh-CN" altLang="en-US" sz="2800" dirty="0">
              <a:ea typeface="楷体_GB2312" panose="02010609030101010101" pitchFamily="49" charset="-122"/>
            </a:endParaRPr>
          </a:p>
        </p:txBody>
      </p:sp>
      <p:sp>
        <p:nvSpPr>
          <p:cNvPr id="246788" name="矩形 246787"/>
          <p:cNvSpPr/>
          <p:nvPr/>
        </p:nvSpPr>
        <p:spPr>
          <a:xfrm>
            <a:off x="250825" y="1816100"/>
            <a:ext cx="7737475" cy="1004888"/>
          </a:xfrm>
          <a:prstGeom prst="rect">
            <a:avLst/>
          </a:prstGeom>
          <a:noFill/>
          <a:ln w="9525">
            <a:noFill/>
          </a:ln>
        </p:spPr>
        <p:txBody>
          <a:bodyPr wrap="none" anchor="b">
            <a:spAutoFit/>
          </a:bodyPr>
          <a:p>
            <a:pPr algn="l">
              <a:spcBef>
                <a:spcPct val="50000"/>
              </a:spcBef>
              <a:buClr>
                <a:schemeClr val="bg1"/>
              </a:buClr>
            </a:pPr>
            <a:r>
              <a:rPr lang="zh-CN" altLang="en-US" sz="2400" dirty="0">
                <a:latin typeface="楷体_GB2312" panose="02010609030101010101" pitchFamily="49" charset="-122"/>
                <a:ea typeface="楷体_GB2312" panose="02010609030101010101" pitchFamily="49" charset="-122"/>
              </a:rPr>
              <a:t>利润</a:t>
            </a:r>
            <a:r>
              <a:rPr lang="en-US" altLang="zh-CN" sz="2400" dirty="0">
                <a:latin typeface="楷体_GB2312" panose="02010609030101010101" pitchFamily="49" charset="-122"/>
                <a:ea typeface="楷体_GB2312" panose="02010609030101010101" pitchFamily="49" charset="-122"/>
              </a:rPr>
              <a:t>/</a:t>
            </a:r>
            <a:r>
              <a:rPr lang="zh-CN" altLang="en-US" sz="2400" dirty="0">
                <a:latin typeface="楷体_GB2312" panose="02010609030101010101" pitchFamily="49" charset="-122"/>
                <a:ea typeface="楷体_GB2312" panose="02010609030101010101" pitchFamily="49" charset="-122"/>
              </a:rPr>
              <a:t>千吨  </a:t>
            </a:r>
            <a:r>
              <a:rPr lang="en-US" altLang="zh-CN" sz="2400" dirty="0">
                <a:latin typeface="楷体_GB2312" panose="02010609030101010101" pitchFamily="49" charset="-122"/>
                <a:ea typeface="楷体_GB2312" panose="02010609030101010101" pitchFamily="49" charset="-122"/>
              </a:rPr>
              <a:t>= </a:t>
            </a:r>
            <a:r>
              <a:rPr lang="zh-CN" altLang="en-US" sz="2400" dirty="0">
                <a:latin typeface="楷体_GB2312" panose="02010609030101010101" pitchFamily="49" charset="-122"/>
                <a:ea typeface="楷体_GB2312" panose="02010609030101010101" pitchFamily="49" charset="-122"/>
              </a:rPr>
              <a:t>收入</a:t>
            </a:r>
            <a:r>
              <a:rPr lang="en-US" altLang="zh-CN" sz="2400" dirty="0">
                <a:latin typeface="楷体_GB2312" panose="02010609030101010101" pitchFamily="49" charset="-122"/>
                <a:ea typeface="楷体_GB2312" panose="02010609030101010101" pitchFamily="49" charset="-122"/>
              </a:rPr>
              <a:t>(900) –</a:t>
            </a:r>
            <a:r>
              <a:rPr lang="zh-CN" altLang="en-US" sz="2400" dirty="0">
                <a:latin typeface="楷体_GB2312" panose="02010609030101010101" pitchFamily="49" charset="-122"/>
                <a:ea typeface="楷体_GB2312" panose="02010609030101010101" pitchFamily="49" charset="-122"/>
              </a:rPr>
              <a:t>其它费用</a:t>
            </a:r>
            <a:r>
              <a:rPr lang="en-US" altLang="zh-CN" sz="2400" dirty="0">
                <a:latin typeface="楷体_GB2312" panose="02010609030101010101" pitchFamily="49" charset="-122"/>
                <a:ea typeface="楷体_GB2312" panose="02010609030101010101" pitchFamily="49" charset="-122"/>
              </a:rPr>
              <a:t>(450) –</a:t>
            </a:r>
            <a:r>
              <a:rPr lang="zh-CN" altLang="en-US" sz="2400" dirty="0">
                <a:latin typeface="楷体_GB2312" panose="02010609030101010101" pitchFamily="49" charset="-122"/>
                <a:ea typeface="楷体_GB2312" panose="02010609030101010101" pitchFamily="49" charset="-122"/>
              </a:rPr>
              <a:t>引水管理费</a:t>
            </a:r>
            <a:endParaRPr lang="zh-CN" altLang="en-US" sz="2400" dirty="0">
              <a:latin typeface="楷体_GB2312" panose="02010609030101010101" pitchFamily="49" charset="-122"/>
              <a:ea typeface="楷体_GB2312" panose="02010609030101010101" pitchFamily="49" charset="-122"/>
            </a:endParaRPr>
          </a:p>
          <a:p>
            <a:pPr algn="l">
              <a:spcBef>
                <a:spcPct val="50000"/>
              </a:spcBef>
              <a:buClr>
                <a:schemeClr val="bg1"/>
              </a:buClr>
            </a:pPr>
            <a:r>
              <a:rPr lang="zh-CN" altLang="en-US" sz="2400" dirty="0">
                <a:latin typeface="楷体_GB2312" panose="02010609030101010101" pitchFamily="49" charset="-122"/>
                <a:ea typeface="楷体_GB2312" panose="02010609030101010101" pitchFamily="49" charset="-122"/>
              </a:rPr>
              <a:t>              </a:t>
            </a:r>
            <a:r>
              <a:rPr lang="en-US" altLang="zh-CN" sz="2400" dirty="0">
                <a:latin typeface="楷体_GB2312" panose="02010609030101010101" pitchFamily="49" charset="-122"/>
                <a:ea typeface="楷体_GB2312" panose="02010609030101010101" pitchFamily="49" charset="-122"/>
              </a:rPr>
              <a:t>=450-</a:t>
            </a:r>
            <a:r>
              <a:rPr lang="zh-CN" altLang="en-US" sz="2400" dirty="0">
                <a:latin typeface="楷体_GB2312" panose="02010609030101010101" pitchFamily="49" charset="-122"/>
                <a:ea typeface="楷体_GB2312" panose="02010609030101010101" pitchFamily="49" charset="-122"/>
              </a:rPr>
              <a:t>引水管理费</a:t>
            </a:r>
            <a:endParaRPr lang="zh-CN" altLang="en-US" sz="2400" dirty="0">
              <a:latin typeface="楷体_GB2312" panose="02010609030101010101" pitchFamily="49" charset="-122"/>
              <a:ea typeface="楷体_GB2312" panose="02010609030101010101" pitchFamily="49" charset="-122"/>
            </a:endParaRPr>
          </a:p>
        </p:txBody>
      </p:sp>
      <p:grpSp>
        <p:nvGrpSpPr>
          <p:cNvPr id="246789" name="组合 246788"/>
          <p:cNvGrpSpPr/>
          <p:nvPr/>
        </p:nvGrpSpPr>
        <p:grpSpPr>
          <a:xfrm>
            <a:off x="1908175" y="2997200"/>
            <a:ext cx="5257800" cy="1600200"/>
            <a:chOff x="144" y="2352"/>
            <a:chExt cx="3216" cy="960"/>
          </a:xfrm>
        </p:grpSpPr>
        <p:grpSp>
          <p:nvGrpSpPr>
            <p:cNvPr id="246790" name="组合 246789"/>
            <p:cNvGrpSpPr/>
            <p:nvPr/>
          </p:nvGrpSpPr>
          <p:grpSpPr>
            <a:xfrm>
              <a:off x="147" y="2354"/>
              <a:ext cx="1057" cy="239"/>
              <a:chOff x="0" y="0"/>
              <a:chExt cx="1009" cy="442"/>
            </a:xfrm>
          </p:grpSpPr>
          <p:sp>
            <p:nvSpPr>
              <p:cNvPr id="246791" name="矩形 246790"/>
              <p:cNvSpPr/>
              <p:nvPr/>
            </p:nvSpPr>
            <p:spPr>
              <a:xfrm>
                <a:off x="43" y="0"/>
                <a:ext cx="923" cy="442"/>
              </a:xfrm>
              <a:prstGeom prst="rect">
                <a:avLst/>
              </a:prstGeom>
              <a:noFill/>
              <a:ln w="9525">
                <a:noFill/>
              </a:ln>
            </p:spPr>
            <p:txBody>
              <a:bodyPr/>
              <a:p>
                <a:pPr algn="ctr" defTabSz="0">
                  <a:buClr>
                    <a:schemeClr val="bg1"/>
                  </a:buClr>
                  <a:tabLst>
                    <a:tab pos="266700" algn="l"/>
                  </a:tabLst>
                </a:pPr>
                <a:r>
                  <a:rPr lang="zh-CN" altLang="en-US" sz="2400" dirty="0">
                    <a:latin typeface="楷体_GB2312" panose="02010609030101010101" pitchFamily="49" charset="-122"/>
                    <a:ea typeface="楷体_GB2312" panose="02010609030101010101" pitchFamily="49" charset="-122"/>
                  </a:rPr>
                  <a:t>元</a:t>
                </a:r>
                <a:r>
                  <a:rPr lang="en-US" altLang="zh-CN" sz="2400" dirty="0">
                    <a:latin typeface="楷体_GB2312" panose="02010609030101010101" pitchFamily="49" charset="-122"/>
                    <a:ea typeface="楷体_GB2312" panose="02010609030101010101" pitchFamily="49" charset="-122"/>
                  </a:rPr>
                  <a:t>/</a:t>
                </a:r>
                <a:r>
                  <a:rPr lang="zh-CN" altLang="en-US" sz="2400" dirty="0">
                    <a:latin typeface="楷体_GB2312" panose="02010609030101010101" pitchFamily="49" charset="-122"/>
                    <a:ea typeface="楷体_GB2312" panose="02010609030101010101" pitchFamily="49" charset="-122"/>
                  </a:rPr>
                  <a:t>千吨</a:t>
                </a:r>
                <a:endParaRPr lang="zh-CN" altLang="en-US" sz="2400" dirty="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zh-CN" altLang="en-US" sz="2400" dirty="0">
                  <a:latin typeface="楷体_GB2312" panose="02010609030101010101" pitchFamily="49" charset="-122"/>
                  <a:ea typeface="楷体_GB2312" panose="02010609030101010101" pitchFamily="49" charset="-122"/>
                </a:endParaRPr>
              </a:p>
            </p:txBody>
          </p:sp>
          <p:sp>
            <p:nvSpPr>
              <p:cNvPr id="246792" name="矩形 246791"/>
              <p:cNvSpPr/>
              <p:nvPr/>
            </p:nvSpPr>
            <p:spPr>
              <a:xfrm>
                <a:off x="0" y="0"/>
                <a:ext cx="1009"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793" name="组合 246792"/>
            <p:cNvGrpSpPr/>
            <p:nvPr/>
          </p:nvGrpSpPr>
          <p:grpSpPr>
            <a:xfrm>
              <a:off x="1204" y="2354"/>
              <a:ext cx="538" cy="239"/>
              <a:chOff x="1009" y="0"/>
              <a:chExt cx="514" cy="442"/>
            </a:xfrm>
          </p:grpSpPr>
          <p:sp>
            <p:nvSpPr>
              <p:cNvPr id="246794" name="矩形 246793"/>
              <p:cNvSpPr/>
              <p:nvPr/>
            </p:nvSpPr>
            <p:spPr>
              <a:xfrm>
                <a:off x="1052" y="0"/>
                <a:ext cx="428" cy="442"/>
              </a:xfrm>
              <a:prstGeom prst="rect">
                <a:avLst/>
              </a:prstGeom>
              <a:noFill/>
              <a:ln w="9525">
                <a:noFill/>
              </a:ln>
            </p:spPr>
            <p:txBody>
              <a:bodyPr/>
              <a:p>
                <a:pPr algn="ctr" defTabSz="0">
                  <a:buClr>
                    <a:schemeClr val="bg1"/>
                  </a:buClr>
                  <a:tabLst>
                    <a:tab pos="266700" algn="l"/>
                  </a:tabLst>
                </a:pPr>
                <a:r>
                  <a:rPr lang="zh-CN" altLang="en-US" sz="2400" dirty="0">
                    <a:latin typeface="楷体_GB2312" panose="02010609030101010101" pitchFamily="49" charset="-122"/>
                    <a:ea typeface="楷体_GB2312" panose="02010609030101010101" pitchFamily="49" charset="-122"/>
                  </a:rPr>
                  <a:t>甲</a:t>
                </a:r>
                <a:endParaRPr lang="zh-CN" altLang="en-US" sz="2400" dirty="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zh-CN" altLang="en-US" sz="2400" dirty="0">
                  <a:latin typeface="楷体_GB2312" panose="02010609030101010101" pitchFamily="49" charset="-122"/>
                  <a:ea typeface="楷体_GB2312" panose="02010609030101010101" pitchFamily="49" charset="-122"/>
                </a:endParaRPr>
              </a:p>
            </p:txBody>
          </p:sp>
          <p:sp>
            <p:nvSpPr>
              <p:cNvPr id="246795" name="矩形 246794"/>
              <p:cNvSpPr/>
              <p:nvPr/>
            </p:nvSpPr>
            <p:spPr>
              <a:xfrm>
                <a:off x="1009" y="0"/>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796" name="组合 246795"/>
            <p:cNvGrpSpPr/>
            <p:nvPr/>
          </p:nvGrpSpPr>
          <p:grpSpPr>
            <a:xfrm>
              <a:off x="1742" y="2354"/>
              <a:ext cx="538" cy="239"/>
              <a:chOff x="1523" y="0"/>
              <a:chExt cx="514" cy="442"/>
            </a:xfrm>
          </p:grpSpPr>
          <p:sp>
            <p:nvSpPr>
              <p:cNvPr id="246797" name="矩形 246796"/>
              <p:cNvSpPr/>
              <p:nvPr/>
            </p:nvSpPr>
            <p:spPr>
              <a:xfrm>
                <a:off x="1566" y="0"/>
                <a:ext cx="428" cy="442"/>
              </a:xfrm>
              <a:prstGeom prst="rect">
                <a:avLst/>
              </a:prstGeom>
              <a:noFill/>
              <a:ln w="9525">
                <a:noFill/>
              </a:ln>
            </p:spPr>
            <p:txBody>
              <a:bodyPr/>
              <a:p>
                <a:pPr algn="ctr" defTabSz="0">
                  <a:buClr>
                    <a:schemeClr val="bg1"/>
                  </a:buClr>
                  <a:tabLst>
                    <a:tab pos="266700" algn="l"/>
                  </a:tabLst>
                </a:pPr>
                <a:r>
                  <a:rPr lang="zh-CN" altLang="en-US" sz="2400" dirty="0">
                    <a:latin typeface="楷体_GB2312" panose="02010609030101010101" pitchFamily="49" charset="-122"/>
                    <a:ea typeface="楷体_GB2312" panose="02010609030101010101" pitchFamily="49" charset="-122"/>
                  </a:rPr>
                  <a:t>乙</a:t>
                </a:r>
                <a:endParaRPr lang="zh-CN" altLang="en-US" sz="2400" dirty="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zh-CN" altLang="en-US" sz="2400" dirty="0">
                  <a:latin typeface="楷体_GB2312" panose="02010609030101010101" pitchFamily="49" charset="-122"/>
                  <a:ea typeface="楷体_GB2312" panose="02010609030101010101" pitchFamily="49" charset="-122"/>
                </a:endParaRPr>
              </a:p>
            </p:txBody>
          </p:sp>
          <p:sp>
            <p:nvSpPr>
              <p:cNvPr id="246798" name="矩形 246797"/>
              <p:cNvSpPr/>
              <p:nvPr/>
            </p:nvSpPr>
            <p:spPr>
              <a:xfrm>
                <a:off x="1523" y="0"/>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799" name="组合 246798"/>
            <p:cNvGrpSpPr/>
            <p:nvPr/>
          </p:nvGrpSpPr>
          <p:grpSpPr>
            <a:xfrm>
              <a:off x="2280" y="2354"/>
              <a:ext cx="539" cy="239"/>
              <a:chOff x="2037" y="0"/>
              <a:chExt cx="514" cy="442"/>
            </a:xfrm>
          </p:grpSpPr>
          <p:sp>
            <p:nvSpPr>
              <p:cNvPr id="246800" name="矩形 246799"/>
              <p:cNvSpPr/>
              <p:nvPr/>
            </p:nvSpPr>
            <p:spPr>
              <a:xfrm>
                <a:off x="2080" y="0"/>
                <a:ext cx="428" cy="442"/>
              </a:xfrm>
              <a:prstGeom prst="rect">
                <a:avLst/>
              </a:prstGeom>
              <a:noFill/>
              <a:ln w="9525">
                <a:noFill/>
              </a:ln>
            </p:spPr>
            <p:txBody>
              <a:bodyPr/>
              <a:p>
                <a:pPr algn="ctr" defTabSz="0">
                  <a:buClr>
                    <a:schemeClr val="bg1"/>
                  </a:buClr>
                  <a:tabLst>
                    <a:tab pos="266700" algn="l"/>
                  </a:tabLst>
                </a:pPr>
                <a:r>
                  <a:rPr lang="zh-CN" altLang="en-US" sz="2400" dirty="0">
                    <a:latin typeface="楷体_GB2312" panose="02010609030101010101" pitchFamily="49" charset="-122"/>
                    <a:ea typeface="楷体_GB2312" panose="02010609030101010101" pitchFamily="49" charset="-122"/>
                  </a:rPr>
                  <a:t>丙</a:t>
                </a:r>
                <a:endParaRPr lang="zh-CN" altLang="en-US" sz="2400" dirty="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zh-CN" altLang="en-US" sz="2400" dirty="0">
                  <a:latin typeface="楷体_GB2312" panose="02010609030101010101" pitchFamily="49" charset="-122"/>
                  <a:ea typeface="楷体_GB2312" panose="02010609030101010101" pitchFamily="49" charset="-122"/>
                </a:endParaRPr>
              </a:p>
            </p:txBody>
          </p:sp>
          <p:sp>
            <p:nvSpPr>
              <p:cNvPr id="246801" name="矩形 246800"/>
              <p:cNvSpPr/>
              <p:nvPr/>
            </p:nvSpPr>
            <p:spPr>
              <a:xfrm>
                <a:off x="2037" y="0"/>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02" name="组合 246801"/>
            <p:cNvGrpSpPr/>
            <p:nvPr/>
          </p:nvGrpSpPr>
          <p:grpSpPr>
            <a:xfrm>
              <a:off x="2819" y="2354"/>
              <a:ext cx="538" cy="239"/>
              <a:chOff x="2551" y="0"/>
              <a:chExt cx="514" cy="442"/>
            </a:xfrm>
          </p:grpSpPr>
          <p:sp>
            <p:nvSpPr>
              <p:cNvPr id="246803" name="矩形 246802"/>
              <p:cNvSpPr/>
              <p:nvPr/>
            </p:nvSpPr>
            <p:spPr>
              <a:xfrm>
                <a:off x="2594" y="0"/>
                <a:ext cx="428" cy="442"/>
              </a:xfrm>
              <a:prstGeom prst="rect">
                <a:avLst/>
              </a:prstGeom>
              <a:noFill/>
              <a:ln w="9525">
                <a:noFill/>
              </a:ln>
            </p:spPr>
            <p:txBody>
              <a:bodyPr/>
              <a:p>
                <a:pPr algn="ctr" defTabSz="0">
                  <a:buClr>
                    <a:schemeClr val="bg1"/>
                  </a:buClr>
                  <a:tabLst>
                    <a:tab pos="266700" algn="l"/>
                  </a:tabLst>
                </a:pPr>
                <a:r>
                  <a:rPr lang="zh-CN" altLang="en-US" sz="2400" dirty="0">
                    <a:latin typeface="楷体_GB2312" panose="02010609030101010101" pitchFamily="49" charset="-122"/>
                    <a:ea typeface="楷体_GB2312" panose="02010609030101010101" pitchFamily="49" charset="-122"/>
                  </a:rPr>
                  <a:t>丁</a:t>
                </a:r>
                <a:endParaRPr lang="zh-CN" altLang="en-US" sz="2400" dirty="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zh-CN" altLang="en-US" sz="2400" dirty="0">
                  <a:latin typeface="楷体_GB2312" panose="02010609030101010101" pitchFamily="49" charset="-122"/>
                  <a:ea typeface="楷体_GB2312" panose="02010609030101010101" pitchFamily="49" charset="-122"/>
                </a:endParaRPr>
              </a:p>
            </p:txBody>
          </p:sp>
          <p:sp>
            <p:nvSpPr>
              <p:cNvPr id="246804" name="矩形 246803"/>
              <p:cNvSpPr/>
              <p:nvPr/>
            </p:nvSpPr>
            <p:spPr>
              <a:xfrm>
                <a:off x="2551" y="0"/>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05" name="组合 246804"/>
            <p:cNvGrpSpPr/>
            <p:nvPr/>
          </p:nvGrpSpPr>
          <p:grpSpPr>
            <a:xfrm>
              <a:off x="147" y="2593"/>
              <a:ext cx="1057" cy="239"/>
              <a:chOff x="0" y="442"/>
              <a:chExt cx="1009" cy="442"/>
            </a:xfrm>
          </p:grpSpPr>
          <p:sp>
            <p:nvSpPr>
              <p:cNvPr id="246806" name="矩形 246805"/>
              <p:cNvSpPr/>
              <p:nvPr/>
            </p:nvSpPr>
            <p:spPr>
              <a:xfrm>
                <a:off x="43" y="442"/>
                <a:ext cx="923"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A</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07" name="矩形 246806"/>
              <p:cNvSpPr/>
              <p:nvPr/>
            </p:nvSpPr>
            <p:spPr>
              <a:xfrm>
                <a:off x="0" y="442"/>
                <a:ext cx="1009"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08" name="组合 246807"/>
            <p:cNvGrpSpPr/>
            <p:nvPr/>
          </p:nvGrpSpPr>
          <p:grpSpPr>
            <a:xfrm>
              <a:off x="1204" y="2593"/>
              <a:ext cx="538" cy="239"/>
              <a:chOff x="1009" y="442"/>
              <a:chExt cx="514" cy="442"/>
            </a:xfrm>
          </p:grpSpPr>
          <p:sp>
            <p:nvSpPr>
              <p:cNvPr id="246809" name="矩形 246808"/>
              <p:cNvSpPr/>
              <p:nvPr/>
            </p:nvSpPr>
            <p:spPr>
              <a:xfrm>
                <a:off x="1052" y="442"/>
                <a:ext cx="428"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160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10" name="矩形 246809"/>
              <p:cNvSpPr/>
              <p:nvPr/>
            </p:nvSpPr>
            <p:spPr>
              <a:xfrm>
                <a:off x="1009" y="442"/>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11" name="组合 246810"/>
            <p:cNvGrpSpPr/>
            <p:nvPr/>
          </p:nvGrpSpPr>
          <p:grpSpPr>
            <a:xfrm>
              <a:off x="1742" y="2593"/>
              <a:ext cx="538" cy="239"/>
              <a:chOff x="1523" y="442"/>
              <a:chExt cx="514" cy="442"/>
            </a:xfrm>
          </p:grpSpPr>
          <p:sp>
            <p:nvSpPr>
              <p:cNvPr id="246812" name="矩形 246811"/>
              <p:cNvSpPr/>
              <p:nvPr/>
            </p:nvSpPr>
            <p:spPr>
              <a:xfrm>
                <a:off x="1566" y="442"/>
                <a:ext cx="428"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130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13" name="矩形 246812"/>
              <p:cNvSpPr/>
              <p:nvPr/>
            </p:nvSpPr>
            <p:spPr>
              <a:xfrm>
                <a:off x="1523" y="442"/>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14" name="组合 246813"/>
            <p:cNvGrpSpPr/>
            <p:nvPr/>
          </p:nvGrpSpPr>
          <p:grpSpPr>
            <a:xfrm>
              <a:off x="2280" y="2593"/>
              <a:ext cx="539" cy="239"/>
              <a:chOff x="2037" y="442"/>
              <a:chExt cx="514" cy="442"/>
            </a:xfrm>
          </p:grpSpPr>
          <p:sp>
            <p:nvSpPr>
              <p:cNvPr id="246815" name="矩形 246814"/>
              <p:cNvSpPr/>
              <p:nvPr/>
            </p:nvSpPr>
            <p:spPr>
              <a:xfrm>
                <a:off x="2080" y="442"/>
                <a:ext cx="428"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220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16" name="矩形 246815"/>
              <p:cNvSpPr/>
              <p:nvPr/>
            </p:nvSpPr>
            <p:spPr>
              <a:xfrm>
                <a:off x="2037" y="442"/>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17" name="组合 246816"/>
            <p:cNvGrpSpPr/>
            <p:nvPr/>
          </p:nvGrpSpPr>
          <p:grpSpPr>
            <a:xfrm>
              <a:off x="2819" y="2593"/>
              <a:ext cx="538" cy="239"/>
              <a:chOff x="2551" y="442"/>
              <a:chExt cx="514" cy="442"/>
            </a:xfrm>
          </p:grpSpPr>
          <p:sp>
            <p:nvSpPr>
              <p:cNvPr id="246818" name="矩形 246817"/>
              <p:cNvSpPr/>
              <p:nvPr/>
            </p:nvSpPr>
            <p:spPr>
              <a:xfrm>
                <a:off x="2594" y="442"/>
                <a:ext cx="428"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170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19" name="矩形 246818"/>
              <p:cNvSpPr/>
              <p:nvPr/>
            </p:nvSpPr>
            <p:spPr>
              <a:xfrm>
                <a:off x="2551" y="442"/>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20" name="组合 246819"/>
            <p:cNvGrpSpPr/>
            <p:nvPr/>
          </p:nvGrpSpPr>
          <p:grpSpPr>
            <a:xfrm>
              <a:off x="147" y="2832"/>
              <a:ext cx="1057" cy="239"/>
              <a:chOff x="0" y="884"/>
              <a:chExt cx="1009" cy="442"/>
            </a:xfrm>
          </p:grpSpPr>
          <p:sp>
            <p:nvSpPr>
              <p:cNvPr id="246821" name="矩形 246820"/>
              <p:cNvSpPr/>
              <p:nvPr/>
            </p:nvSpPr>
            <p:spPr>
              <a:xfrm>
                <a:off x="43" y="884"/>
                <a:ext cx="923"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B</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22" name="矩形 246821"/>
              <p:cNvSpPr/>
              <p:nvPr/>
            </p:nvSpPr>
            <p:spPr>
              <a:xfrm>
                <a:off x="0" y="884"/>
                <a:ext cx="1009"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23" name="组合 246822"/>
            <p:cNvGrpSpPr/>
            <p:nvPr/>
          </p:nvGrpSpPr>
          <p:grpSpPr>
            <a:xfrm>
              <a:off x="1204" y="2832"/>
              <a:ext cx="538" cy="239"/>
              <a:chOff x="1009" y="884"/>
              <a:chExt cx="514" cy="442"/>
            </a:xfrm>
          </p:grpSpPr>
          <p:sp>
            <p:nvSpPr>
              <p:cNvPr id="246824" name="矩形 246823"/>
              <p:cNvSpPr/>
              <p:nvPr/>
            </p:nvSpPr>
            <p:spPr>
              <a:xfrm>
                <a:off x="1052" y="884"/>
                <a:ext cx="428"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140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25" name="矩形 246824"/>
              <p:cNvSpPr/>
              <p:nvPr/>
            </p:nvSpPr>
            <p:spPr>
              <a:xfrm>
                <a:off x="1009" y="884"/>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26" name="组合 246825"/>
            <p:cNvGrpSpPr/>
            <p:nvPr/>
          </p:nvGrpSpPr>
          <p:grpSpPr>
            <a:xfrm>
              <a:off x="1742" y="2832"/>
              <a:ext cx="538" cy="239"/>
              <a:chOff x="1523" y="884"/>
              <a:chExt cx="514" cy="442"/>
            </a:xfrm>
          </p:grpSpPr>
          <p:sp>
            <p:nvSpPr>
              <p:cNvPr id="246827" name="矩形 246826"/>
              <p:cNvSpPr/>
              <p:nvPr/>
            </p:nvSpPr>
            <p:spPr>
              <a:xfrm>
                <a:off x="1566" y="884"/>
                <a:ext cx="428"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130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28" name="矩形 246827"/>
              <p:cNvSpPr/>
              <p:nvPr/>
            </p:nvSpPr>
            <p:spPr>
              <a:xfrm>
                <a:off x="1523" y="884"/>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29" name="组合 246828"/>
            <p:cNvGrpSpPr/>
            <p:nvPr/>
          </p:nvGrpSpPr>
          <p:grpSpPr>
            <a:xfrm>
              <a:off x="2280" y="2832"/>
              <a:ext cx="539" cy="239"/>
              <a:chOff x="2037" y="884"/>
              <a:chExt cx="514" cy="442"/>
            </a:xfrm>
          </p:grpSpPr>
          <p:sp>
            <p:nvSpPr>
              <p:cNvPr id="246830" name="矩形 246829"/>
              <p:cNvSpPr/>
              <p:nvPr/>
            </p:nvSpPr>
            <p:spPr>
              <a:xfrm>
                <a:off x="2080" y="884"/>
                <a:ext cx="428"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190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31" name="矩形 246830"/>
              <p:cNvSpPr/>
              <p:nvPr/>
            </p:nvSpPr>
            <p:spPr>
              <a:xfrm>
                <a:off x="2037" y="884"/>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32" name="组合 246831"/>
            <p:cNvGrpSpPr/>
            <p:nvPr/>
          </p:nvGrpSpPr>
          <p:grpSpPr>
            <a:xfrm>
              <a:off x="2819" y="2832"/>
              <a:ext cx="538" cy="239"/>
              <a:chOff x="2551" y="884"/>
              <a:chExt cx="514" cy="442"/>
            </a:xfrm>
          </p:grpSpPr>
          <p:sp>
            <p:nvSpPr>
              <p:cNvPr id="246833" name="矩形 246832"/>
              <p:cNvSpPr/>
              <p:nvPr/>
            </p:nvSpPr>
            <p:spPr>
              <a:xfrm>
                <a:off x="2594" y="884"/>
                <a:ext cx="428"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150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34" name="矩形 246833"/>
              <p:cNvSpPr/>
              <p:nvPr/>
            </p:nvSpPr>
            <p:spPr>
              <a:xfrm>
                <a:off x="2551" y="884"/>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35" name="组合 246834"/>
            <p:cNvGrpSpPr/>
            <p:nvPr/>
          </p:nvGrpSpPr>
          <p:grpSpPr>
            <a:xfrm>
              <a:off x="147" y="3071"/>
              <a:ext cx="1057" cy="239"/>
              <a:chOff x="0" y="1326"/>
              <a:chExt cx="1009" cy="442"/>
            </a:xfrm>
          </p:grpSpPr>
          <p:sp>
            <p:nvSpPr>
              <p:cNvPr id="246836" name="矩形 246835"/>
              <p:cNvSpPr/>
              <p:nvPr/>
            </p:nvSpPr>
            <p:spPr>
              <a:xfrm>
                <a:off x="43" y="1326"/>
                <a:ext cx="923"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C</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37" name="矩形 246836"/>
              <p:cNvSpPr/>
              <p:nvPr/>
            </p:nvSpPr>
            <p:spPr>
              <a:xfrm>
                <a:off x="0" y="1326"/>
                <a:ext cx="1009"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38" name="组合 246837"/>
            <p:cNvGrpSpPr/>
            <p:nvPr/>
          </p:nvGrpSpPr>
          <p:grpSpPr>
            <a:xfrm>
              <a:off x="1204" y="3071"/>
              <a:ext cx="538" cy="239"/>
              <a:chOff x="1009" y="1326"/>
              <a:chExt cx="514" cy="442"/>
            </a:xfrm>
          </p:grpSpPr>
          <p:sp>
            <p:nvSpPr>
              <p:cNvPr id="246839" name="矩形 246838"/>
              <p:cNvSpPr/>
              <p:nvPr/>
            </p:nvSpPr>
            <p:spPr>
              <a:xfrm>
                <a:off x="1052" y="1326"/>
                <a:ext cx="428"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190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40" name="矩形 246839"/>
              <p:cNvSpPr/>
              <p:nvPr/>
            </p:nvSpPr>
            <p:spPr>
              <a:xfrm>
                <a:off x="1009" y="1326"/>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41" name="组合 246840"/>
            <p:cNvGrpSpPr/>
            <p:nvPr/>
          </p:nvGrpSpPr>
          <p:grpSpPr>
            <a:xfrm>
              <a:off x="1742" y="3071"/>
              <a:ext cx="538" cy="239"/>
              <a:chOff x="1523" y="1326"/>
              <a:chExt cx="514" cy="442"/>
            </a:xfrm>
          </p:grpSpPr>
          <p:sp>
            <p:nvSpPr>
              <p:cNvPr id="246842" name="矩形 246841"/>
              <p:cNvSpPr/>
              <p:nvPr/>
            </p:nvSpPr>
            <p:spPr>
              <a:xfrm>
                <a:off x="1566" y="1326"/>
                <a:ext cx="428"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200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43" name="矩形 246842"/>
              <p:cNvSpPr/>
              <p:nvPr/>
            </p:nvSpPr>
            <p:spPr>
              <a:xfrm>
                <a:off x="1523" y="1326"/>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44" name="组合 246843"/>
            <p:cNvGrpSpPr/>
            <p:nvPr/>
          </p:nvGrpSpPr>
          <p:grpSpPr>
            <a:xfrm>
              <a:off x="2280" y="3071"/>
              <a:ext cx="539" cy="239"/>
              <a:chOff x="2037" y="1326"/>
              <a:chExt cx="514" cy="442"/>
            </a:xfrm>
          </p:grpSpPr>
          <p:sp>
            <p:nvSpPr>
              <p:cNvPr id="246845" name="矩形 246844"/>
              <p:cNvSpPr/>
              <p:nvPr/>
            </p:nvSpPr>
            <p:spPr>
              <a:xfrm>
                <a:off x="2080" y="1326"/>
                <a:ext cx="428"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230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46" name="矩形 246845"/>
              <p:cNvSpPr/>
              <p:nvPr/>
            </p:nvSpPr>
            <p:spPr>
              <a:xfrm>
                <a:off x="2037" y="1326"/>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47" name="组合 246846"/>
            <p:cNvGrpSpPr/>
            <p:nvPr/>
          </p:nvGrpSpPr>
          <p:grpSpPr>
            <a:xfrm>
              <a:off x="2819" y="3071"/>
              <a:ext cx="538" cy="239"/>
              <a:chOff x="2551" y="1326"/>
              <a:chExt cx="514" cy="442"/>
            </a:xfrm>
          </p:grpSpPr>
          <p:sp>
            <p:nvSpPr>
              <p:cNvPr id="246848" name="矩形 246847"/>
              <p:cNvSpPr/>
              <p:nvPr/>
            </p:nvSpPr>
            <p:spPr>
              <a:xfrm>
                <a:off x="2594" y="1326"/>
                <a:ext cx="428" cy="442"/>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49" name="矩形 246848"/>
              <p:cNvSpPr/>
              <p:nvPr/>
            </p:nvSpPr>
            <p:spPr>
              <a:xfrm>
                <a:off x="2551" y="1326"/>
                <a:ext cx="514" cy="442"/>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sp>
          <p:nvSpPr>
            <p:cNvPr id="246850" name="矩形 246849"/>
            <p:cNvSpPr/>
            <p:nvPr/>
          </p:nvSpPr>
          <p:spPr>
            <a:xfrm>
              <a:off x="144" y="2352"/>
              <a:ext cx="3216" cy="960"/>
            </a:xfrm>
            <a:prstGeom prst="rect">
              <a:avLst/>
            </a:prstGeom>
            <a:noFill/>
            <a:ln w="9525" cap="flat" cmpd="sng">
              <a:solidFill>
                <a:srgbClr val="A0A0A0"/>
              </a:solidFill>
              <a:prstDash val="solid"/>
              <a:miter/>
              <a:headEnd type="none" w="med" len="med"/>
              <a:tailEnd type="none" w="med" len="med"/>
            </a:ln>
          </p:spPr>
          <p:txBody>
            <a:bodyPr/>
            <a:p>
              <a:endParaRPr lang="zh-CN" altLang="en-US"/>
            </a:p>
          </p:txBody>
        </p:sp>
      </p:grpSp>
      <p:sp>
        <p:nvSpPr>
          <p:cNvPr id="246851" name="文本框 246850"/>
          <p:cNvSpPr txBox="1"/>
          <p:nvPr/>
        </p:nvSpPr>
        <p:spPr>
          <a:xfrm>
            <a:off x="323850" y="3141663"/>
            <a:ext cx="1152525" cy="822325"/>
          </a:xfrm>
          <a:prstGeom prst="rect">
            <a:avLst/>
          </a:prstGeom>
          <a:solidFill>
            <a:srgbClr val="EAEAEA"/>
          </a:solidFill>
          <a:ln w="9525">
            <a:noFill/>
          </a:ln>
        </p:spPr>
        <p:txBody>
          <a:bodyPr anchor="b">
            <a:spAutoFit/>
          </a:bodyPr>
          <a:p>
            <a:pPr algn="l"/>
            <a:r>
              <a:rPr lang="en-US" altLang="zh-CN" sz="2400" dirty="0">
                <a:latin typeface="Arial Black" panose="020B0A04020102020204" pitchFamily="34" charset="0"/>
              </a:rPr>
              <a:t> </a:t>
            </a:r>
            <a:r>
              <a:rPr lang="zh-CN" altLang="en-US" sz="2400" dirty="0">
                <a:latin typeface="Arial Black" panose="020B0A04020102020204" pitchFamily="34" charset="0"/>
                <a:ea typeface="楷体_GB2312" panose="02010609030101010101" pitchFamily="49" charset="-122"/>
              </a:rPr>
              <a:t>引水</a:t>
            </a:r>
            <a:endParaRPr lang="zh-CN" altLang="en-US" sz="2400" dirty="0">
              <a:latin typeface="Arial Black" panose="020B0A04020102020204" pitchFamily="34" charset="0"/>
              <a:ea typeface="楷体_GB2312" panose="02010609030101010101" pitchFamily="49" charset="-122"/>
            </a:endParaRPr>
          </a:p>
          <a:p>
            <a:pPr algn="l"/>
            <a:r>
              <a:rPr lang="zh-CN" altLang="en-US" sz="2400" dirty="0">
                <a:latin typeface="Arial Black" panose="020B0A04020102020204" pitchFamily="34" charset="0"/>
                <a:ea typeface="楷体_GB2312" panose="02010609030101010101" pitchFamily="49" charset="-122"/>
              </a:rPr>
              <a:t>管理费</a:t>
            </a:r>
            <a:endParaRPr lang="zh-CN" altLang="en-US" sz="2400" dirty="0">
              <a:latin typeface="Arial Black" panose="020B0A04020102020204" pitchFamily="34" charset="0"/>
              <a:ea typeface="楷体_GB2312" panose="02010609030101010101" pitchFamily="49" charset="-122"/>
            </a:endParaRPr>
          </a:p>
        </p:txBody>
      </p:sp>
      <p:grpSp>
        <p:nvGrpSpPr>
          <p:cNvPr id="246852" name="组合 246851"/>
          <p:cNvGrpSpPr/>
          <p:nvPr/>
        </p:nvGrpSpPr>
        <p:grpSpPr>
          <a:xfrm>
            <a:off x="762000" y="4797425"/>
            <a:ext cx="8382000" cy="1828800"/>
            <a:chOff x="-3" y="-3"/>
            <a:chExt cx="2956" cy="2002"/>
          </a:xfrm>
        </p:grpSpPr>
        <p:grpSp>
          <p:nvGrpSpPr>
            <p:cNvPr id="246853" name="组合 246852"/>
            <p:cNvGrpSpPr/>
            <p:nvPr/>
          </p:nvGrpSpPr>
          <p:grpSpPr>
            <a:xfrm>
              <a:off x="0" y="0"/>
              <a:ext cx="2950" cy="1996"/>
              <a:chOff x="0" y="0"/>
              <a:chExt cx="2950" cy="1996"/>
            </a:xfrm>
          </p:grpSpPr>
          <p:grpSp>
            <p:nvGrpSpPr>
              <p:cNvPr id="246854" name="组合 246853"/>
              <p:cNvGrpSpPr/>
              <p:nvPr/>
            </p:nvGrpSpPr>
            <p:grpSpPr>
              <a:xfrm>
                <a:off x="0" y="0"/>
                <a:ext cx="894" cy="499"/>
                <a:chOff x="0" y="0"/>
                <a:chExt cx="894" cy="499"/>
              </a:xfrm>
            </p:grpSpPr>
            <p:sp>
              <p:nvSpPr>
                <p:cNvPr id="246855" name="矩形 246854"/>
                <p:cNvSpPr/>
                <p:nvPr/>
              </p:nvSpPr>
              <p:spPr>
                <a:xfrm>
                  <a:off x="43" y="0"/>
                  <a:ext cx="808" cy="499"/>
                </a:xfrm>
                <a:prstGeom prst="rect">
                  <a:avLst/>
                </a:prstGeom>
                <a:noFill/>
                <a:ln w="9525">
                  <a:noFill/>
                </a:ln>
              </p:spPr>
              <p:txBody>
                <a:bodyPr/>
                <a:p>
                  <a:pPr algn="ctr" defTabSz="0">
                    <a:buClr>
                      <a:schemeClr val="bg1"/>
                    </a:buClr>
                    <a:tabLst>
                      <a:tab pos="266700" algn="l"/>
                    </a:tabLst>
                  </a:pPr>
                  <a:r>
                    <a:rPr lang="zh-CN" altLang="en-US" sz="2400" dirty="0">
                      <a:latin typeface="楷体_GB2312" panose="02010609030101010101" pitchFamily="49" charset="-122"/>
                      <a:ea typeface="楷体_GB2312" panose="02010609030101010101" pitchFamily="49" charset="-122"/>
                    </a:rPr>
                    <a:t>利润</a:t>
                  </a:r>
                  <a:r>
                    <a:rPr lang="en-US" altLang="zh-CN" sz="2400" dirty="0">
                      <a:latin typeface="楷体_GB2312" panose="02010609030101010101" pitchFamily="49" charset="-122"/>
                      <a:ea typeface="楷体_GB2312" panose="02010609030101010101" pitchFamily="49" charset="-122"/>
                    </a:rPr>
                    <a:t>(</a:t>
                  </a:r>
                  <a:r>
                    <a:rPr lang="zh-CN" altLang="en-US" sz="2400" dirty="0">
                      <a:latin typeface="楷体_GB2312" panose="02010609030101010101" pitchFamily="49" charset="-122"/>
                      <a:ea typeface="楷体_GB2312" panose="02010609030101010101" pitchFamily="49" charset="-122"/>
                    </a:rPr>
                    <a:t>元</a:t>
                  </a:r>
                  <a:r>
                    <a:rPr lang="en-US" altLang="zh-CN" sz="2400" dirty="0">
                      <a:latin typeface="楷体_GB2312" panose="02010609030101010101" pitchFamily="49" charset="-122"/>
                      <a:ea typeface="楷体_GB2312" panose="02010609030101010101" pitchFamily="49" charset="-122"/>
                    </a:rPr>
                    <a:t>/</a:t>
                  </a:r>
                  <a:r>
                    <a:rPr lang="zh-CN" altLang="en-US" sz="2400" dirty="0">
                      <a:latin typeface="楷体_GB2312" panose="02010609030101010101" pitchFamily="49" charset="-122"/>
                      <a:ea typeface="楷体_GB2312" panose="02010609030101010101" pitchFamily="49" charset="-122"/>
                    </a:rPr>
                    <a:t>千吨</a:t>
                  </a:r>
                  <a:r>
                    <a:rPr lang="en-US" altLang="zh-CN" sz="2400">
                      <a:latin typeface="楷体_GB2312" panose="02010609030101010101" pitchFamily="49" charset="-122"/>
                      <a:ea typeface="楷体_GB2312" panose="02010609030101010101" pitchFamily="49" charset="-122"/>
                    </a:rPr>
                    <a:t>)</a:t>
                  </a:r>
                  <a:endParaRPr lang="en-US" altLang="zh-CN" sz="2400">
                    <a:latin typeface="楷体_GB2312" panose="02010609030101010101" pitchFamily="49" charset="-122"/>
                    <a:ea typeface="楷体_GB2312" panose="02010609030101010101" pitchFamily="49" charset="-122"/>
                  </a:endParaRPr>
                </a:p>
              </p:txBody>
            </p:sp>
            <p:sp>
              <p:nvSpPr>
                <p:cNvPr id="246856" name="矩形 246855"/>
                <p:cNvSpPr/>
                <p:nvPr/>
              </p:nvSpPr>
              <p:spPr>
                <a:xfrm>
                  <a:off x="0" y="0"/>
                  <a:ext cx="89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57" name="组合 246856"/>
              <p:cNvGrpSpPr/>
              <p:nvPr/>
            </p:nvGrpSpPr>
            <p:grpSpPr>
              <a:xfrm>
                <a:off x="894" y="0"/>
                <a:ext cx="514" cy="499"/>
                <a:chOff x="894" y="0"/>
                <a:chExt cx="514" cy="499"/>
              </a:xfrm>
            </p:grpSpPr>
            <p:sp>
              <p:nvSpPr>
                <p:cNvPr id="246858" name="矩形 246857"/>
                <p:cNvSpPr/>
                <p:nvPr/>
              </p:nvSpPr>
              <p:spPr>
                <a:xfrm>
                  <a:off x="937" y="0"/>
                  <a:ext cx="428" cy="499"/>
                </a:xfrm>
                <a:prstGeom prst="rect">
                  <a:avLst/>
                </a:prstGeom>
                <a:noFill/>
                <a:ln w="9525">
                  <a:noFill/>
                </a:ln>
              </p:spPr>
              <p:txBody>
                <a:bodyPr/>
                <a:p>
                  <a:pPr algn="ctr" defTabSz="0">
                    <a:buClr>
                      <a:schemeClr val="bg1"/>
                    </a:buClr>
                    <a:tabLst>
                      <a:tab pos="266700" algn="l"/>
                    </a:tabLst>
                  </a:pPr>
                  <a:r>
                    <a:rPr lang="zh-CN" altLang="en-US" sz="2400" dirty="0">
                      <a:latin typeface="楷体_GB2312" panose="02010609030101010101" pitchFamily="49" charset="-122"/>
                      <a:ea typeface="楷体_GB2312" panose="02010609030101010101" pitchFamily="49" charset="-122"/>
                    </a:rPr>
                    <a:t>甲</a:t>
                  </a:r>
                  <a:endParaRPr lang="zh-CN" altLang="en-US" sz="2400" dirty="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zh-CN" altLang="en-US" sz="2400" dirty="0">
                    <a:latin typeface="楷体_GB2312" panose="02010609030101010101" pitchFamily="49" charset="-122"/>
                    <a:ea typeface="楷体_GB2312" panose="02010609030101010101" pitchFamily="49" charset="-122"/>
                  </a:endParaRPr>
                </a:p>
              </p:txBody>
            </p:sp>
            <p:sp>
              <p:nvSpPr>
                <p:cNvPr id="246859" name="矩形 246858"/>
                <p:cNvSpPr/>
                <p:nvPr/>
              </p:nvSpPr>
              <p:spPr>
                <a:xfrm>
                  <a:off x="894" y="0"/>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60" name="组合 246859"/>
              <p:cNvGrpSpPr/>
              <p:nvPr/>
            </p:nvGrpSpPr>
            <p:grpSpPr>
              <a:xfrm>
                <a:off x="1408" y="0"/>
                <a:ext cx="514" cy="499"/>
                <a:chOff x="1408" y="0"/>
                <a:chExt cx="514" cy="499"/>
              </a:xfrm>
            </p:grpSpPr>
            <p:sp>
              <p:nvSpPr>
                <p:cNvPr id="246861" name="矩形 246860"/>
                <p:cNvSpPr/>
                <p:nvPr/>
              </p:nvSpPr>
              <p:spPr>
                <a:xfrm>
                  <a:off x="1451" y="0"/>
                  <a:ext cx="428" cy="499"/>
                </a:xfrm>
                <a:prstGeom prst="rect">
                  <a:avLst/>
                </a:prstGeom>
                <a:noFill/>
                <a:ln w="9525">
                  <a:noFill/>
                </a:ln>
              </p:spPr>
              <p:txBody>
                <a:bodyPr/>
                <a:p>
                  <a:pPr algn="ctr" defTabSz="0">
                    <a:buClr>
                      <a:schemeClr val="bg1"/>
                    </a:buClr>
                    <a:tabLst>
                      <a:tab pos="266700" algn="l"/>
                    </a:tabLst>
                  </a:pPr>
                  <a:r>
                    <a:rPr lang="zh-CN" altLang="en-US" sz="2400" dirty="0">
                      <a:latin typeface="楷体_GB2312" panose="02010609030101010101" pitchFamily="49" charset="-122"/>
                      <a:ea typeface="楷体_GB2312" panose="02010609030101010101" pitchFamily="49" charset="-122"/>
                    </a:rPr>
                    <a:t>乙</a:t>
                  </a:r>
                  <a:endParaRPr lang="zh-CN" altLang="en-US" sz="2400" dirty="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zh-CN" altLang="en-US" sz="2400" dirty="0">
                    <a:latin typeface="楷体_GB2312" panose="02010609030101010101" pitchFamily="49" charset="-122"/>
                    <a:ea typeface="楷体_GB2312" panose="02010609030101010101" pitchFamily="49" charset="-122"/>
                  </a:endParaRPr>
                </a:p>
              </p:txBody>
            </p:sp>
            <p:sp>
              <p:nvSpPr>
                <p:cNvPr id="246862" name="矩形 246861"/>
                <p:cNvSpPr/>
                <p:nvPr/>
              </p:nvSpPr>
              <p:spPr>
                <a:xfrm>
                  <a:off x="1408" y="0"/>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63" name="组合 246862"/>
              <p:cNvGrpSpPr/>
              <p:nvPr/>
            </p:nvGrpSpPr>
            <p:grpSpPr>
              <a:xfrm>
                <a:off x="1922" y="0"/>
                <a:ext cx="514" cy="499"/>
                <a:chOff x="1922" y="0"/>
                <a:chExt cx="514" cy="499"/>
              </a:xfrm>
            </p:grpSpPr>
            <p:sp>
              <p:nvSpPr>
                <p:cNvPr id="246864" name="矩形 246863"/>
                <p:cNvSpPr/>
                <p:nvPr/>
              </p:nvSpPr>
              <p:spPr>
                <a:xfrm>
                  <a:off x="1965" y="0"/>
                  <a:ext cx="428" cy="499"/>
                </a:xfrm>
                <a:prstGeom prst="rect">
                  <a:avLst/>
                </a:prstGeom>
                <a:noFill/>
                <a:ln w="9525">
                  <a:noFill/>
                </a:ln>
              </p:spPr>
              <p:txBody>
                <a:bodyPr/>
                <a:p>
                  <a:pPr algn="ctr" defTabSz="0">
                    <a:buClr>
                      <a:schemeClr val="bg1"/>
                    </a:buClr>
                    <a:tabLst>
                      <a:tab pos="266700" algn="l"/>
                    </a:tabLst>
                  </a:pPr>
                  <a:r>
                    <a:rPr lang="zh-CN" altLang="en-US" sz="2400" dirty="0">
                      <a:latin typeface="楷体_GB2312" panose="02010609030101010101" pitchFamily="49" charset="-122"/>
                      <a:ea typeface="楷体_GB2312" panose="02010609030101010101" pitchFamily="49" charset="-122"/>
                    </a:rPr>
                    <a:t>丙</a:t>
                  </a:r>
                  <a:endParaRPr lang="zh-CN" altLang="en-US" sz="2400" dirty="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zh-CN" altLang="en-US" sz="2400" dirty="0">
                    <a:latin typeface="楷体_GB2312" panose="02010609030101010101" pitchFamily="49" charset="-122"/>
                    <a:ea typeface="楷体_GB2312" panose="02010609030101010101" pitchFamily="49" charset="-122"/>
                  </a:endParaRPr>
                </a:p>
              </p:txBody>
            </p:sp>
            <p:sp>
              <p:nvSpPr>
                <p:cNvPr id="246865" name="矩形 246864"/>
                <p:cNvSpPr/>
                <p:nvPr/>
              </p:nvSpPr>
              <p:spPr>
                <a:xfrm>
                  <a:off x="1922" y="0"/>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66" name="组合 246865"/>
              <p:cNvGrpSpPr/>
              <p:nvPr/>
            </p:nvGrpSpPr>
            <p:grpSpPr>
              <a:xfrm>
                <a:off x="2436" y="0"/>
                <a:ext cx="514" cy="499"/>
                <a:chOff x="2436" y="0"/>
                <a:chExt cx="514" cy="499"/>
              </a:xfrm>
            </p:grpSpPr>
            <p:sp>
              <p:nvSpPr>
                <p:cNvPr id="246867" name="矩形 246866"/>
                <p:cNvSpPr/>
                <p:nvPr/>
              </p:nvSpPr>
              <p:spPr>
                <a:xfrm>
                  <a:off x="2479" y="0"/>
                  <a:ext cx="428" cy="499"/>
                </a:xfrm>
                <a:prstGeom prst="rect">
                  <a:avLst/>
                </a:prstGeom>
                <a:noFill/>
                <a:ln w="9525">
                  <a:noFill/>
                </a:ln>
              </p:spPr>
              <p:txBody>
                <a:bodyPr/>
                <a:p>
                  <a:pPr algn="ctr" defTabSz="0">
                    <a:buClr>
                      <a:schemeClr val="bg1"/>
                    </a:buClr>
                    <a:tabLst>
                      <a:tab pos="266700" algn="l"/>
                    </a:tabLst>
                  </a:pPr>
                  <a:r>
                    <a:rPr lang="zh-CN" altLang="en-US" sz="2400" dirty="0">
                      <a:latin typeface="楷体_GB2312" panose="02010609030101010101" pitchFamily="49" charset="-122"/>
                      <a:ea typeface="楷体_GB2312" panose="02010609030101010101" pitchFamily="49" charset="-122"/>
                    </a:rPr>
                    <a:t>丁</a:t>
                  </a:r>
                  <a:endParaRPr lang="zh-CN" altLang="en-US" sz="2400" dirty="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zh-CN" altLang="en-US" sz="2400" dirty="0">
                    <a:latin typeface="楷体_GB2312" panose="02010609030101010101" pitchFamily="49" charset="-122"/>
                    <a:ea typeface="楷体_GB2312" panose="02010609030101010101" pitchFamily="49" charset="-122"/>
                  </a:endParaRPr>
                </a:p>
              </p:txBody>
            </p:sp>
            <p:sp>
              <p:nvSpPr>
                <p:cNvPr id="246868" name="矩形 246867"/>
                <p:cNvSpPr/>
                <p:nvPr/>
              </p:nvSpPr>
              <p:spPr>
                <a:xfrm>
                  <a:off x="2436" y="0"/>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69" name="组合 246868"/>
              <p:cNvGrpSpPr/>
              <p:nvPr/>
            </p:nvGrpSpPr>
            <p:grpSpPr>
              <a:xfrm>
                <a:off x="0" y="499"/>
                <a:ext cx="894" cy="499"/>
                <a:chOff x="0" y="499"/>
                <a:chExt cx="894" cy="499"/>
              </a:xfrm>
            </p:grpSpPr>
            <p:sp>
              <p:nvSpPr>
                <p:cNvPr id="246870" name="矩形 246869"/>
                <p:cNvSpPr/>
                <p:nvPr/>
              </p:nvSpPr>
              <p:spPr>
                <a:xfrm>
                  <a:off x="43" y="499"/>
                  <a:ext cx="80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A</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71" name="矩形 246870"/>
                <p:cNvSpPr/>
                <p:nvPr/>
              </p:nvSpPr>
              <p:spPr>
                <a:xfrm>
                  <a:off x="0" y="499"/>
                  <a:ext cx="89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72" name="组合 246871"/>
              <p:cNvGrpSpPr/>
              <p:nvPr/>
            </p:nvGrpSpPr>
            <p:grpSpPr>
              <a:xfrm>
                <a:off x="894" y="499"/>
                <a:ext cx="514" cy="499"/>
                <a:chOff x="894" y="499"/>
                <a:chExt cx="514" cy="499"/>
              </a:xfrm>
            </p:grpSpPr>
            <p:sp>
              <p:nvSpPr>
                <p:cNvPr id="246873" name="矩形 246872"/>
                <p:cNvSpPr/>
                <p:nvPr/>
              </p:nvSpPr>
              <p:spPr>
                <a:xfrm>
                  <a:off x="937" y="499"/>
                  <a:ext cx="42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290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74" name="矩形 246873"/>
                <p:cNvSpPr/>
                <p:nvPr/>
              </p:nvSpPr>
              <p:spPr>
                <a:xfrm>
                  <a:off x="894" y="499"/>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75" name="组合 246874"/>
              <p:cNvGrpSpPr/>
              <p:nvPr/>
            </p:nvGrpSpPr>
            <p:grpSpPr>
              <a:xfrm>
                <a:off x="1408" y="499"/>
                <a:ext cx="514" cy="499"/>
                <a:chOff x="1408" y="499"/>
                <a:chExt cx="514" cy="499"/>
              </a:xfrm>
            </p:grpSpPr>
            <p:sp>
              <p:nvSpPr>
                <p:cNvPr id="246876" name="矩形 246875"/>
                <p:cNvSpPr/>
                <p:nvPr/>
              </p:nvSpPr>
              <p:spPr>
                <a:xfrm>
                  <a:off x="1451" y="499"/>
                  <a:ext cx="42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320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77" name="矩形 246876"/>
                <p:cNvSpPr/>
                <p:nvPr/>
              </p:nvSpPr>
              <p:spPr>
                <a:xfrm>
                  <a:off x="1408" y="499"/>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78" name="组合 246877"/>
              <p:cNvGrpSpPr/>
              <p:nvPr/>
            </p:nvGrpSpPr>
            <p:grpSpPr>
              <a:xfrm>
                <a:off x="1922" y="499"/>
                <a:ext cx="514" cy="499"/>
                <a:chOff x="1922" y="499"/>
                <a:chExt cx="514" cy="499"/>
              </a:xfrm>
            </p:grpSpPr>
            <p:sp>
              <p:nvSpPr>
                <p:cNvPr id="246879" name="矩形 246878"/>
                <p:cNvSpPr/>
                <p:nvPr/>
              </p:nvSpPr>
              <p:spPr>
                <a:xfrm>
                  <a:off x="1965" y="499"/>
                  <a:ext cx="42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230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80" name="矩形 246879"/>
                <p:cNvSpPr/>
                <p:nvPr/>
              </p:nvSpPr>
              <p:spPr>
                <a:xfrm>
                  <a:off x="1922" y="499"/>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81" name="组合 246880"/>
              <p:cNvGrpSpPr/>
              <p:nvPr/>
            </p:nvGrpSpPr>
            <p:grpSpPr>
              <a:xfrm>
                <a:off x="2436" y="499"/>
                <a:ext cx="514" cy="499"/>
                <a:chOff x="2436" y="499"/>
                <a:chExt cx="514" cy="499"/>
              </a:xfrm>
            </p:grpSpPr>
            <p:sp>
              <p:nvSpPr>
                <p:cNvPr id="246882" name="矩形 246881"/>
                <p:cNvSpPr/>
                <p:nvPr/>
              </p:nvSpPr>
              <p:spPr>
                <a:xfrm>
                  <a:off x="2479" y="499"/>
                  <a:ext cx="42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280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83" name="矩形 246882"/>
                <p:cNvSpPr/>
                <p:nvPr/>
              </p:nvSpPr>
              <p:spPr>
                <a:xfrm>
                  <a:off x="2436" y="499"/>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84" name="组合 246883"/>
              <p:cNvGrpSpPr/>
              <p:nvPr/>
            </p:nvGrpSpPr>
            <p:grpSpPr>
              <a:xfrm>
                <a:off x="0" y="998"/>
                <a:ext cx="894" cy="499"/>
                <a:chOff x="0" y="998"/>
                <a:chExt cx="894" cy="499"/>
              </a:xfrm>
            </p:grpSpPr>
            <p:sp>
              <p:nvSpPr>
                <p:cNvPr id="246885" name="矩形 246884"/>
                <p:cNvSpPr/>
                <p:nvPr/>
              </p:nvSpPr>
              <p:spPr>
                <a:xfrm>
                  <a:off x="43" y="998"/>
                  <a:ext cx="80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B</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86" name="矩形 246885"/>
                <p:cNvSpPr/>
                <p:nvPr/>
              </p:nvSpPr>
              <p:spPr>
                <a:xfrm>
                  <a:off x="0" y="998"/>
                  <a:ext cx="89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87" name="组合 246886"/>
              <p:cNvGrpSpPr/>
              <p:nvPr/>
            </p:nvGrpSpPr>
            <p:grpSpPr>
              <a:xfrm>
                <a:off x="894" y="998"/>
                <a:ext cx="514" cy="499"/>
                <a:chOff x="894" y="998"/>
                <a:chExt cx="514" cy="499"/>
              </a:xfrm>
            </p:grpSpPr>
            <p:sp>
              <p:nvSpPr>
                <p:cNvPr id="246888" name="矩形 246887"/>
                <p:cNvSpPr/>
                <p:nvPr/>
              </p:nvSpPr>
              <p:spPr>
                <a:xfrm>
                  <a:off x="937" y="998"/>
                  <a:ext cx="42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310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89" name="矩形 246888"/>
                <p:cNvSpPr/>
                <p:nvPr/>
              </p:nvSpPr>
              <p:spPr>
                <a:xfrm>
                  <a:off x="894" y="998"/>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90" name="组合 246889"/>
              <p:cNvGrpSpPr/>
              <p:nvPr/>
            </p:nvGrpSpPr>
            <p:grpSpPr>
              <a:xfrm>
                <a:off x="1408" y="998"/>
                <a:ext cx="514" cy="499"/>
                <a:chOff x="1408" y="998"/>
                <a:chExt cx="514" cy="499"/>
              </a:xfrm>
            </p:grpSpPr>
            <p:sp>
              <p:nvSpPr>
                <p:cNvPr id="246891" name="矩形 246890"/>
                <p:cNvSpPr/>
                <p:nvPr/>
              </p:nvSpPr>
              <p:spPr>
                <a:xfrm>
                  <a:off x="1451" y="998"/>
                  <a:ext cx="42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320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92" name="矩形 246891"/>
                <p:cNvSpPr/>
                <p:nvPr/>
              </p:nvSpPr>
              <p:spPr>
                <a:xfrm>
                  <a:off x="1408" y="998"/>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93" name="组合 246892"/>
              <p:cNvGrpSpPr/>
              <p:nvPr/>
            </p:nvGrpSpPr>
            <p:grpSpPr>
              <a:xfrm>
                <a:off x="1922" y="998"/>
                <a:ext cx="514" cy="499"/>
                <a:chOff x="1922" y="998"/>
                <a:chExt cx="514" cy="499"/>
              </a:xfrm>
            </p:grpSpPr>
            <p:sp>
              <p:nvSpPr>
                <p:cNvPr id="246894" name="矩形 246893"/>
                <p:cNvSpPr/>
                <p:nvPr/>
              </p:nvSpPr>
              <p:spPr>
                <a:xfrm>
                  <a:off x="1965" y="998"/>
                  <a:ext cx="42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260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95" name="矩形 246894"/>
                <p:cNvSpPr/>
                <p:nvPr/>
              </p:nvSpPr>
              <p:spPr>
                <a:xfrm>
                  <a:off x="1922" y="998"/>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96" name="组合 246895"/>
              <p:cNvGrpSpPr/>
              <p:nvPr/>
            </p:nvGrpSpPr>
            <p:grpSpPr>
              <a:xfrm>
                <a:off x="2436" y="998"/>
                <a:ext cx="514" cy="499"/>
                <a:chOff x="2436" y="998"/>
                <a:chExt cx="514" cy="499"/>
              </a:xfrm>
            </p:grpSpPr>
            <p:sp>
              <p:nvSpPr>
                <p:cNvPr id="246897" name="矩形 246896"/>
                <p:cNvSpPr/>
                <p:nvPr/>
              </p:nvSpPr>
              <p:spPr>
                <a:xfrm>
                  <a:off x="2479" y="998"/>
                  <a:ext cx="42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300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898" name="矩形 246897"/>
                <p:cNvSpPr/>
                <p:nvPr/>
              </p:nvSpPr>
              <p:spPr>
                <a:xfrm>
                  <a:off x="2436" y="998"/>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899" name="组合 246898"/>
              <p:cNvGrpSpPr/>
              <p:nvPr/>
            </p:nvGrpSpPr>
            <p:grpSpPr>
              <a:xfrm>
                <a:off x="0" y="1497"/>
                <a:ext cx="894" cy="499"/>
                <a:chOff x="0" y="1497"/>
                <a:chExt cx="894" cy="499"/>
              </a:xfrm>
            </p:grpSpPr>
            <p:sp>
              <p:nvSpPr>
                <p:cNvPr id="246900" name="矩形 246899"/>
                <p:cNvSpPr/>
                <p:nvPr/>
              </p:nvSpPr>
              <p:spPr>
                <a:xfrm>
                  <a:off x="43" y="1497"/>
                  <a:ext cx="80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C</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901" name="矩形 246900"/>
                <p:cNvSpPr/>
                <p:nvPr/>
              </p:nvSpPr>
              <p:spPr>
                <a:xfrm>
                  <a:off x="0" y="1497"/>
                  <a:ext cx="89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902" name="组合 246901"/>
              <p:cNvGrpSpPr/>
              <p:nvPr/>
            </p:nvGrpSpPr>
            <p:grpSpPr>
              <a:xfrm>
                <a:off x="894" y="1497"/>
                <a:ext cx="514" cy="499"/>
                <a:chOff x="894" y="1497"/>
                <a:chExt cx="514" cy="499"/>
              </a:xfrm>
            </p:grpSpPr>
            <p:sp>
              <p:nvSpPr>
                <p:cNvPr id="246903" name="矩形 246902"/>
                <p:cNvSpPr/>
                <p:nvPr/>
              </p:nvSpPr>
              <p:spPr>
                <a:xfrm>
                  <a:off x="937" y="1497"/>
                  <a:ext cx="42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260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904" name="矩形 246903"/>
                <p:cNvSpPr/>
                <p:nvPr/>
              </p:nvSpPr>
              <p:spPr>
                <a:xfrm>
                  <a:off x="894" y="1497"/>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905" name="组合 246904"/>
              <p:cNvGrpSpPr/>
              <p:nvPr/>
            </p:nvGrpSpPr>
            <p:grpSpPr>
              <a:xfrm>
                <a:off x="1408" y="1497"/>
                <a:ext cx="514" cy="499"/>
                <a:chOff x="1408" y="1497"/>
                <a:chExt cx="514" cy="499"/>
              </a:xfrm>
            </p:grpSpPr>
            <p:sp>
              <p:nvSpPr>
                <p:cNvPr id="246906" name="矩形 246905"/>
                <p:cNvSpPr/>
                <p:nvPr/>
              </p:nvSpPr>
              <p:spPr>
                <a:xfrm>
                  <a:off x="1451" y="1497"/>
                  <a:ext cx="42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250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907" name="矩形 246906"/>
                <p:cNvSpPr/>
                <p:nvPr/>
              </p:nvSpPr>
              <p:spPr>
                <a:xfrm>
                  <a:off x="1408" y="1497"/>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908" name="组合 246907"/>
              <p:cNvGrpSpPr/>
              <p:nvPr/>
            </p:nvGrpSpPr>
            <p:grpSpPr>
              <a:xfrm>
                <a:off x="1922" y="1497"/>
                <a:ext cx="514" cy="499"/>
                <a:chOff x="1922" y="1497"/>
                <a:chExt cx="514" cy="499"/>
              </a:xfrm>
            </p:grpSpPr>
            <p:sp>
              <p:nvSpPr>
                <p:cNvPr id="246909" name="矩形 246908"/>
                <p:cNvSpPr/>
                <p:nvPr/>
              </p:nvSpPr>
              <p:spPr>
                <a:xfrm>
                  <a:off x="1965" y="1497"/>
                  <a:ext cx="42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220</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910" name="矩形 246909"/>
                <p:cNvSpPr/>
                <p:nvPr/>
              </p:nvSpPr>
              <p:spPr>
                <a:xfrm>
                  <a:off x="1922" y="1497"/>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246911" name="组合 246910"/>
              <p:cNvGrpSpPr/>
              <p:nvPr/>
            </p:nvGrpSpPr>
            <p:grpSpPr>
              <a:xfrm>
                <a:off x="2436" y="1497"/>
                <a:ext cx="514" cy="499"/>
                <a:chOff x="2436" y="1497"/>
                <a:chExt cx="514" cy="499"/>
              </a:xfrm>
            </p:grpSpPr>
            <p:sp>
              <p:nvSpPr>
                <p:cNvPr id="246912" name="矩形 246911"/>
                <p:cNvSpPr/>
                <p:nvPr/>
              </p:nvSpPr>
              <p:spPr>
                <a:xfrm>
                  <a:off x="2479" y="1497"/>
                  <a:ext cx="428" cy="499"/>
                </a:xfrm>
                <a:prstGeom prst="rect">
                  <a:avLst/>
                </a:prstGeom>
                <a:noFill/>
                <a:ln w="9525">
                  <a:noFill/>
                </a:ln>
              </p:spPr>
              <p:txBody>
                <a:bodyPr/>
                <a:p>
                  <a:pPr algn="ctr" defTabSz="0">
                    <a:buClr>
                      <a:schemeClr val="bg1"/>
                    </a:buClr>
                    <a:tabLst>
                      <a:tab pos="266700" algn="l"/>
                    </a:tabLst>
                  </a:pPr>
                  <a:r>
                    <a:rPr lang="en-US" altLang="zh-CN" sz="2400">
                      <a:latin typeface="楷体_GB2312" panose="02010609030101010101" pitchFamily="49" charset="-122"/>
                      <a:ea typeface="楷体_GB2312" panose="02010609030101010101" pitchFamily="49" charset="-122"/>
                    </a:rPr>
                    <a:t>/</a:t>
                  </a:r>
                  <a:endParaRPr lang="en-US" altLang="zh-CN" sz="2400">
                    <a:latin typeface="楷体_GB2312" panose="02010609030101010101" pitchFamily="49" charset="-122"/>
                    <a:ea typeface="楷体_GB2312" panose="02010609030101010101" pitchFamily="49" charset="-122"/>
                  </a:endParaRPr>
                </a:p>
                <a:p>
                  <a:pPr algn="ctr" defTabSz="0" eaLnBrk="0" hangingPunct="0">
                    <a:buClr>
                      <a:schemeClr val="bg1"/>
                    </a:buClr>
                    <a:tabLst>
                      <a:tab pos="266700" algn="l"/>
                    </a:tabLst>
                  </a:pPr>
                  <a:endParaRPr lang="en-US" altLang="zh-CN" sz="2400">
                    <a:latin typeface="楷体_GB2312" panose="02010609030101010101" pitchFamily="49" charset="-122"/>
                    <a:ea typeface="楷体_GB2312" panose="02010609030101010101" pitchFamily="49" charset="-122"/>
                  </a:endParaRPr>
                </a:p>
              </p:txBody>
            </p:sp>
            <p:sp>
              <p:nvSpPr>
                <p:cNvPr id="246913" name="矩形 246912"/>
                <p:cNvSpPr/>
                <p:nvPr/>
              </p:nvSpPr>
              <p:spPr>
                <a:xfrm>
                  <a:off x="2436" y="1497"/>
                  <a:ext cx="514" cy="499"/>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sp>
          <p:nvSpPr>
            <p:cNvPr id="246914" name="矩形 246913"/>
            <p:cNvSpPr/>
            <p:nvPr/>
          </p:nvSpPr>
          <p:spPr>
            <a:xfrm>
              <a:off x="-3" y="-3"/>
              <a:ext cx="2956" cy="2002"/>
            </a:xfrm>
            <a:prstGeom prst="rect">
              <a:avLst/>
            </a:prstGeom>
            <a:noFill/>
            <a:ln w="9525" cap="flat" cmpd="sng">
              <a:solidFill>
                <a:srgbClr val="A0A0A0"/>
              </a:solidFill>
              <a:prstDash val="solid"/>
              <a:miter/>
              <a:headEnd type="none" w="med" len="med"/>
              <a:tailEnd type="none" w="med" len="med"/>
            </a:ln>
          </p:spPr>
          <p:txBody>
            <a:bodyPr/>
            <a:p>
              <a:endParaRPr lang="zh-CN" altLang="en-US"/>
            </a:p>
          </p:txBody>
        </p:sp>
      </p:grpSp>
      <p:sp>
        <p:nvSpPr>
          <p:cNvPr id="246915" name="文本框 246914"/>
          <p:cNvSpPr txBox="1"/>
          <p:nvPr/>
        </p:nvSpPr>
        <p:spPr>
          <a:xfrm>
            <a:off x="179388" y="5157788"/>
            <a:ext cx="490537" cy="822325"/>
          </a:xfrm>
          <a:prstGeom prst="rect">
            <a:avLst/>
          </a:prstGeom>
          <a:gradFill rotWithShape="1">
            <a:gsLst>
              <a:gs pos="0">
                <a:schemeClr val="bg1"/>
              </a:gs>
              <a:gs pos="100000">
                <a:srgbClr val="CCECFF"/>
              </a:gs>
            </a:gsLst>
            <a:lin ang="5400000" scaled="1"/>
            <a:tileRect/>
          </a:gradFill>
          <a:ln w="9525">
            <a:noFill/>
          </a:ln>
        </p:spPr>
        <p:txBody>
          <a:bodyPr wrap="none" anchor="b">
            <a:spAutoFit/>
          </a:bodyPr>
          <a:p>
            <a:r>
              <a:rPr lang="zh-CN" altLang="en-US" sz="2400" dirty="0">
                <a:latin typeface="Arial Black" panose="020B0A04020102020204" pitchFamily="34" charset="0"/>
              </a:rPr>
              <a:t>利</a:t>
            </a:r>
            <a:endParaRPr lang="zh-CN" altLang="en-US" sz="2400" dirty="0">
              <a:latin typeface="Arial Black" panose="020B0A04020102020204" pitchFamily="34" charset="0"/>
            </a:endParaRPr>
          </a:p>
          <a:p>
            <a:r>
              <a:rPr lang="zh-CN" altLang="en-US" sz="2400" dirty="0">
                <a:latin typeface="Arial Black" panose="020B0A04020102020204" pitchFamily="34" charset="0"/>
              </a:rPr>
              <a:t>润</a:t>
            </a:r>
            <a:endParaRPr lang="zh-CN" altLang="en-US" sz="2400" dirty="0">
              <a:latin typeface="Arial Black" panose="020B0A04020102020204" pitchFamily="34" charset="0"/>
            </a:endParaRPr>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6788"/>
                                        </p:tgtEl>
                                        <p:attrNameLst>
                                          <p:attrName>style.visibility</p:attrName>
                                        </p:attrNameLst>
                                      </p:cBhvr>
                                      <p:to>
                                        <p:strVal val="visible"/>
                                      </p:to>
                                    </p:set>
                                    <p:animEffect transition="in" filter="checkerboard(across)">
                                      <p:cBhvr>
                                        <p:cTn id="7" dur="500"/>
                                        <p:tgtEl>
                                          <p:spTgt spid="24678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6851"/>
                                        </p:tgtEl>
                                        <p:attrNameLst>
                                          <p:attrName>style.visibility</p:attrName>
                                        </p:attrNameLst>
                                      </p:cBhvr>
                                      <p:to>
                                        <p:strVal val="visible"/>
                                      </p:to>
                                    </p:set>
                                    <p:animEffect transition="in" filter="checkerboard(across)">
                                      <p:cBhvr>
                                        <p:cTn id="12" dur="500"/>
                                        <p:tgtEl>
                                          <p:spTgt spid="24685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46789"/>
                                        </p:tgtEl>
                                        <p:attrNameLst>
                                          <p:attrName>style.visibility</p:attrName>
                                        </p:attrNameLst>
                                      </p:cBhvr>
                                      <p:to>
                                        <p:strVal val="visible"/>
                                      </p:to>
                                    </p:set>
                                    <p:animEffect transition="in" filter="checkerboard(across)">
                                      <p:cBhvr>
                                        <p:cTn id="17" dur="500"/>
                                        <p:tgtEl>
                                          <p:spTgt spid="246789"/>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46852"/>
                                        </p:tgtEl>
                                        <p:attrNameLst>
                                          <p:attrName>style.visibility</p:attrName>
                                        </p:attrNameLst>
                                      </p:cBhvr>
                                      <p:to>
                                        <p:strVal val="visible"/>
                                      </p:to>
                                    </p:set>
                                    <p:animEffect transition="in" filter="checkerboard(across)">
                                      <p:cBhvr>
                                        <p:cTn id="22" dur="500"/>
                                        <p:tgtEl>
                                          <p:spTgt spid="246852"/>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246915"/>
                                        </p:tgtEl>
                                        <p:attrNameLst>
                                          <p:attrName>style.visibility</p:attrName>
                                        </p:attrNameLst>
                                      </p:cBhvr>
                                      <p:to>
                                        <p:strVal val="visible"/>
                                      </p:to>
                                    </p:set>
                                    <p:animEffect transition="in" filter="checkerboard(across)">
                                      <p:cBhvr>
                                        <p:cTn id="25" dur="500"/>
                                        <p:tgtEl>
                                          <p:spTgt spid="246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8" grpId="0"/>
      <p:bldP spid="246851" grpId="0" animBg="1"/>
      <p:bldP spid="24691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7810" name="标题 247809"/>
          <p:cNvSpPr>
            <a:spLocks noGrp="1"/>
          </p:cNvSpPr>
          <p:nvPr>
            <p:ph type="title"/>
          </p:nvPr>
        </p:nvSpPr>
        <p:spPr>
          <a:xfrm>
            <a:off x="323850" y="188913"/>
            <a:ext cx="5184775" cy="719137"/>
          </a:xfrm>
        </p:spPr>
        <p:txBody>
          <a:bodyPr anchor="ctr"/>
          <a:p>
            <a:r>
              <a:rPr lang="zh-CN" altLang="en-US" sz="4000" dirty="0"/>
              <a:t>模型程序及求解结果</a:t>
            </a:r>
            <a:endParaRPr lang="zh-CN" altLang="en-US" sz="4000" dirty="0"/>
          </a:p>
        </p:txBody>
      </p:sp>
      <p:sp>
        <p:nvSpPr>
          <p:cNvPr id="247813" name="文本框 247812"/>
          <p:cNvSpPr txBox="1"/>
          <p:nvPr/>
        </p:nvSpPr>
        <p:spPr>
          <a:xfrm>
            <a:off x="250825" y="1116013"/>
            <a:ext cx="4826000" cy="5448300"/>
          </a:xfrm>
          <a:prstGeom prst="rect">
            <a:avLst/>
          </a:prstGeom>
          <a:noFill/>
          <a:ln w="9525" cap="flat" cmpd="sng">
            <a:solidFill>
              <a:srgbClr val="66FF33"/>
            </a:solidFill>
            <a:prstDash val="solid"/>
            <a:miter/>
            <a:headEnd type="none" w="med" len="med"/>
            <a:tailEnd type="none" w="med" len="med"/>
          </a:ln>
        </p:spPr>
        <p:txBody>
          <a:bodyPr anchor="b">
            <a:spAutoFit/>
          </a:bodyPr>
          <a:p>
            <a:pPr algn="l"/>
            <a:r>
              <a:rPr lang="en-US" altLang="zh-CN" sz="1600">
                <a:latin typeface="Times New Roman" panose="02020603050405020304" pitchFamily="18" charset="0"/>
              </a:rPr>
              <a:t>model:</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sets:</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kar/1..3/;</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car/1..4/;</a:t>
            </a:r>
            <a:endParaRPr lang="en-US" altLang="zh-CN" sz="1600">
              <a:latin typeface="Times New Roman" panose="02020603050405020304" pitchFamily="18" charset="0"/>
            </a:endParaRPr>
          </a:p>
          <a:p>
            <a:pPr algn="l"/>
            <a:r>
              <a:rPr lang="en-US" altLang="zh-CN" sz="1600" dirty="0" err="1">
                <a:latin typeface="Times New Roman" panose="02020603050405020304" pitchFamily="18" charset="0"/>
              </a:rPr>
              <a:t> var(kar,car</a:t>
            </a:r>
            <a:r>
              <a:rPr lang="en-US" altLang="zh-CN" sz="1600" dirty="0">
                <a:latin typeface="Times New Roman" panose="02020603050405020304" pitchFamily="18" charset="0"/>
              </a:rPr>
              <a:t>):x;</a:t>
            </a:r>
            <a:endParaRPr lang="en-US" altLang="zh-CN" sz="1600">
              <a:latin typeface="Times New Roman" panose="02020603050405020304" pitchFamily="18" charset="0"/>
            </a:endParaRPr>
          </a:p>
          <a:p>
            <a:pPr algn="l"/>
            <a:r>
              <a:rPr lang="en-US" altLang="zh-CN" sz="1600" dirty="0" err="1">
                <a:latin typeface="Times New Roman" panose="02020603050405020304" pitchFamily="18" charset="0"/>
              </a:rPr>
              <a:t> endsets</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max=290*x(1,1)+320*x(1,2)+230*x(1,3)+280*x(1,4)+</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310*x(2,1)+320*x(2,2)+260*x(2,3)+300*x(2,4)+</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260*x(3,1)+250*x(3,2)+220*x(3,3);</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x(1,1)+x(1,2)+x(1,3)+x(1,4)&lt;=100;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x(2,1)+x(2,2)+x(2,3)+x(2,4)&lt;=120;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x(3,1)+x(3,2)+x(3,3)&lt;=100;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x(1,1)+x(2,1)+x(3,1)&lt;=80;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x(1,1)+x(2,1)+x(3,1)&gt;=30;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x(1,2)+x(2,2)+x(3,2)&lt;=140;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x(1,2)+x(2,2)+x(3,2)&gt;=70;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x(1,3)+x(2,3)+x(3,3)&lt;=30;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x(1,3)+x(2,3)+x(3,3)&gt;=10;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x(1,4)+x(2,4)&lt;=50;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x(1,4)+x(2,4)&gt;=10;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end</a:t>
            </a:r>
            <a:endParaRPr lang="en-US" altLang="zh-CN" sz="1600">
              <a:latin typeface="Times New Roman" panose="02020603050405020304" pitchFamily="18" charset="0"/>
            </a:endParaRPr>
          </a:p>
          <a:p>
            <a:pPr algn="l"/>
            <a:r>
              <a:rPr lang="en-US" altLang="zh-CN" sz="1400">
                <a:latin typeface="Times New Roman" panose="02020603050405020304" pitchFamily="18" charset="0"/>
              </a:rPr>
              <a:t>    </a:t>
            </a:r>
            <a:endParaRPr lang="en-US" altLang="zh-CN" sz="1400">
              <a:latin typeface="Times New Roman" panose="02020603050405020304" pitchFamily="18" charset="0"/>
            </a:endParaRPr>
          </a:p>
        </p:txBody>
      </p:sp>
      <p:sp>
        <p:nvSpPr>
          <p:cNvPr id="247814" name="文本框 247813"/>
          <p:cNvSpPr txBox="1"/>
          <p:nvPr/>
        </p:nvSpPr>
        <p:spPr>
          <a:xfrm>
            <a:off x="5148263" y="1168400"/>
            <a:ext cx="3816350" cy="5356225"/>
          </a:xfrm>
          <a:prstGeom prst="rect">
            <a:avLst/>
          </a:prstGeom>
          <a:noFill/>
          <a:ln w="9525" cap="flat" cmpd="sng">
            <a:solidFill>
              <a:srgbClr val="A50021"/>
            </a:solidFill>
            <a:prstDash val="solid"/>
            <a:miter/>
            <a:headEnd type="none" w="med" len="med"/>
            <a:tailEnd type="none" w="med" len="med"/>
          </a:ln>
        </p:spPr>
        <p:txBody>
          <a:bodyPr anchor="b">
            <a:spAutoFit/>
          </a:bodyPr>
          <a:p>
            <a:pPr algn="l"/>
            <a:r>
              <a:rPr lang="en-US" altLang="zh-CN" sz="1600">
                <a:latin typeface="Times New Roman" panose="02020603050405020304" pitchFamily="18" charset="0"/>
              </a:rPr>
              <a:t>Global optimal solution found at iteration:             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Objective value:                88700.00</a:t>
            </a:r>
            <a:endParaRPr lang="en-US" altLang="zh-CN" sz="1600">
              <a:latin typeface="Times New Roman" panose="02020603050405020304" pitchFamily="18" charset="0"/>
            </a:endParaRPr>
          </a:p>
          <a:p>
            <a:pPr algn="l"/>
            <a:endParaRPr lang="en-US" altLang="zh-CN" sz="1600">
              <a:latin typeface="Times New Roman" panose="02020603050405020304" pitchFamily="18" charset="0"/>
            </a:endParaRPr>
          </a:p>
          <a:p>
            <a:pPr algn="l"/>
            <a:endParaRPr lang="en-US" altLang="zh-CN" sz="1600">
              <a:latin typeface="Times New Roman" panose="02020603050405020304" pitchFamily="18" charset="0"/>
            </a:endParaRPr>
          </a:p>
          <a:p>
            <a:pPr algn="l"/>
            <a:r>
              <a:rPr lang="en-US" altLang="zh-CN" sz="1600" dirty="0">
                <a:latin typeface="Times New Roman" panose="02020603050405020304" pitchFamily="18" charset="0"/>
              </a:rPr>
              <a:t> Variable       Value</a:t>
            </a:r>
            <a:r>
              <a:rPr lang="en-US" altLang="zh-CN" sz="1600">
                <a:latin typeface="Times New Roman" panose="02020603050405020304" pitchFamily="18" charset="0"/>
              </a:rPr>
              <a:t>        Reduced Cost</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X( 1, 1)        0.000000            20.00000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a:t>
            </a:r>
            <a:r>
              <a:rPr lang="en-US" altLang="zh-CN" sz="1600">
                <a:solidFill>
                  <a:srgbClr val="FF5050"/>
                </a:solidFill>
                <a:latin typeface="Times New Roman" panose="02020603050405020304" pitchFamily="18" charset="0"/>
              </a:rPr>
              <a:t>X( 1, 2)        100.0000</a:t>
            </a:r>
            <a:r>
              <a:rPr lang="en-US" altLang="zh-CN" sz="1600">
                <a:latin typeface="Times New Roman" panose="02020603050405020304" pitchFamily="18" charset="0"/>
              </a:rPr>
              <a:t>            0.000000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X( 1, 3)        0.000000            40.00000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X( 1, 4)        0.000000            20.00000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a:t>
            </a:r>
            <a:r>
              <a:rPr lang="en-US" altLang="zh-CN" sz="1600">
                <a:solidFill>
                  <a:srgbClr val="3366FF"/>
                </a:solidFill>
                <a:latin typeface="Times New Roman" panose="02020603050405020304" pitchFamily="18" charset="0"/>
              </a:rPr>
              <a:t>X( 2, 1)        30.00000</a:t>
            </a:r>
            <a:r>
              <a:rPr lang="en-US" altLang="zh-CN" sz="1600">
                <a:latin typeface="Times New Roman" panose="02020603050405020304" pitchFamily="18" charset="0"/>
              </a:rPr>
              <a:t>            0.000000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a:t>
            </a:r>
            <a:r>
              <a:rPr lang="en-US" altLang="zh-CN" sz="1600">
                <a:solidFill>
                  <a:srgbClr val="3366FF"/>
                </a:solidFill>
                <a:latin typeface="Times New Roman" panose="02020603050405020304" pitchFamily="18" charset="0"/>
              </a:rPr>
              <a:t>X( 2, 2)        40.00000</a:t>
            </a:r>
            <a:r>
              <a:rPr lang="en-US" altLang="zh-CN" sz="1600">
                <a:latin typeface="Times New Roman" panose="02020603050405020304" pitchFamily="18" charset="0"/>
              </a:rPr>
              <a:t>            0.000000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X( 2, 3)        0.000000            10.00000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a:t>
            </a:r>
            <a:r>
              <a:rPr lang="en-US" altLang="zh-CN" sz="1600">
                <a:solidFill>
                  <a:srgbClr val="3366FF"/>
                </a:solidFill>
                <a:latin typeface="Times New Roman" panose="02020603050405020304" pitchFamily="18" charset="0"/>
              </a:rPr>
              <a:t>X( 2, 4)        50.00000</a:t>
            </a:r>
            <a:r>
              <a:rPr lang="en-US" altLang="zh-CN" sz="1600">
                <a:latin typeface="Times New Roman" panose="02020603050405020304" pitchFamily="18" charset="0"/>
              </a:rPr>
              <a:t>            0.000000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a:t>
            </a:r>
            <a:r>
              <a:rPr lang="en-US" altLang="zh-CN" sz="1600">
                <a:solidFill>
                  <a:srgbClr val="A50021"/>
                </a:solidFill>
                <a:latin typeface="Times New Roman" panose="02020603050405020304" pitchFamily="18" charset="0"/>
              </a:rPr>
              <a:t>X( 3, 1)        50.00000</a:t>
            </a:r>
            <a:r>
              <a:rPr lang="en-US" altLang="zh-CN" sz="1600">
                <a:latin typeface="Times New Roman" panose="02020603050405020304" pitchFamily="18" charset="0"/>
              </a:rPr>
              <a:t>            0.000000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X( 3, 2)        0.000000            20.00000</a:t>
            </a:r>
            <a:endParaRPr lang="en-US" altLang="zh-CN" sz="1600">
              <a:latin typeface="Times New Roman" panose="02020603050405020304" pitchFamily="18" charset="0"/>
            </a:endParaRPr>
          </a:p>
          <a:p>
            <a:pPr algn="l"/>
            <a:r>
              <a:rPr lang="en-US" altLang="zh-CN" sz="1600">
                <a:latin typeface="Times New Roman" panose="02020603050405020304" pitchFamily="18" charset="0"/>
              </a:rPr>
              <a:t> </a:t>
            </a:r>
            <a:r>
              <a:rPr lang="en-US" altLang="zh-CN" sz="1600">
                <a:solidFill>
                  <a:srgbClr val="A50021"/>
                </a:solidFill>
                <a:latin typeface="Times New Roman" panose="02020603050405020304" pitchFamily="18" charset="0"/>
              </a:rPr>
              <a:t>X( 3, 3)        30.00000</a:t>
            </a:r>
            <a:r>
              <a:rPr lang="en-US" altLang="zh-CN" sz="1600">
                <a:latin typeface="Times New Roman" panose="02020603050405020304" pitchFamily="18" charset="0"/>
              </a:rPr>
              <a:t>            0.000000</a:t>
            </a:r>
            <a:endParaRPr lang="en-US" altLang="zh-CN" sz="1600">
              <a:latin typeface="Times New Roman" panose="02020603050405020304" pitchFamily="18" charset="0"/>
            </a:endParaRPr>
          </a:p>
          <a:p>
            <a:pPr algn="l"/>
            <a:r>
              <a:rPr lang="en-US" altLang="zh-CN" sz="1600" dirty="0" err="1">
                <a:latin typeface="Times New Roman" panose="02020603050405020304" pitchFamily="18" charset="0"/>
              </a:rPr>
              <a:t> X( 3, 4)        0.000000            0.000000</a:t>
            </a:r>
            <a:endParaRPr lang="en-US" altLang="zh-CN" sz="1600">
              <a:latin typeface="Times New Roman" panose="02020603050405020304" pitchFamily="18" charset="0"/>
            </a:endParaRPr>
          </a:p>
          <a:p>
            <a:pPr algn="l"/>
            <a:endParaRPr lang="en-US" altLang="zh-CN" sz="1600">
              <a:latin typeface="Times New Roman" panose="02020603050405020304" pitchFamily="18" charset="0"/>
            </a:endParaRPr>
          </a:p>
          <a:p>
            <a:endParaRPr lang="en-US" altLang="zh-CN" sz="1600">
              <a:latin typeface="Times New Roman" panose="02020603050405020304" pitchFamily="18" charset="0"/>
            </a:endParaRPr>
          </a:p>
          <a:p>
            <a:endParaRPr lang="en-US" altLang="zh-CN" sz="2400">
              <a:latin typeface="Arial Black" panose="020B0A04020102020204" pitchFamily="34" charset="0"/>
            </a:endParaRPr>
          </a:p>
        </p:txBody>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8" name="文本框 244737"/>
          <p:cNvSpPr txBox="1"/>
          <p:nvPr/>
        </p:nvSpPr>
        <p:spPr>
          <a:xfrm>
            <a:off x="1066800" y="381000"/>
            <a:ext cx="1905000" cy="579438"/>
          </a:xfrm>
          <a:prstGeom prst="rect">
            <a:avLst/>
          </a:prstGeom>
          <a:solidFill>
            <a:srgbClr val="FFFF99"/>
          </a:solidFill>
          <a:ln w="9525">
            <a:noFill/>
          </a:ln>
        </p:spPr>
        <p:txBody>
          <a:bodyPr>
            <a:spAutoFit/>
          </a:bodyPr>
          <a:p>
            <a:pPr algn="ctr">
              <a:spcBef>
                <a:spcPct val="50000"/>
              </a:spcBef>
              <a:buClr>
                <a:schemeClr val="bg1"/>
              </a:buClr>
            </a:pPr>
            <a:r>
              <a:rPr lang="zh-CN" altLang="en-US" sz="3200" dirty="0">
                <a:latin typeface="华文楷体" panose="02010600040101010101" pitchFamily="2" charset="-122"/>
                <a:ea typeface="楷体_GB2312" panose="02010609030101010101" pitchFamily="49" charset="-122"/>
              </a:rPr>
              <a:t>结果解释</a:t>
            </a:r>
            <a:endParaRPr lang="zh-CN" altLang="en-US" sz="3200" dirty="0">
              <a:latin typeface="楷体_GB2312" panose="02010609030101010101" pitchFamily="49" charset="-122"/>
              <a:ea typeface="楷体_GB2312" panose="02010609030101010101" pitchFamily="49" charset="-122"/>
            </a:endParaRPr>
          </a:p>
        </p:txBody>
      </p:sp>
      <p:sp>
        <p:nvSpPr>
          <p:cNvPr id="244739" name="文本框 244738"/>
          <p:cNvSpPr txBox="1"/>
          <p:nvPr/>
        </p:nvSpPr>
        <p:spPr>
          <a:xfrm>
            <a:off x="4356100" y="549275"/>
            <a:ext cx="4489450" cy="5381625"/>
          </a:xfrm>
          <a:prstGeom prst="rect">
            <a:avLst/>
          </a:prstGeom>
          <a:solidFill>
            <a:schemeClr val="bg1"/>
          </a:solidFill>
          <a:ln w="9525">
            <a:noFill/>
          </a:ln>
        </p:spPr>
        <p:txBody>
          <a:bodyPr>
            <a:spAutoFit/>
          </a:bodyPr>
          <a:p>
            <a:pPr algn="l">
              <a:lnSpc>
                <a:spcPct val="90000"/>
              </a:lnSpc>
              <a:spcBef>
                <a:spcPct val="50000"/>
              </a:spcBef>
              <a:buClr>
                <a:schemeClr val="bg1"/>
              </a:buClr>
            </a:pPr>
            <a:r>
              <a:rPr lang="en-US" altLang="zh-CN" sz="2000" dirty="0">
                <a:latin typeface="Times New Roman" panose="02020603050405020304" pitchFamily="18" charset="0"/>
              </a:rPr>
              <a:t>      </a:t>
            </a:r>
            <a:r>
              <a:rPr lang="en-US" altLang="zh-CN" sz="1800">
                <a:latin typeface="Times New Roman" panose="02020603050405020304" pitchFamily="18" charset="0"/>
              </a:rPr>
              <a:t>Objective   Value</a:t>
            </a:r>
            <a:endParaRPr lang="en-US" altLang="zh-CN" sz="1800">
              <a:latin typeface="Times New Roman" panose="02020603050405020304" pitchFamily="18" charset="0"/>
            </a:endParaRPr>
          </a:p>
          <a:p>
            <a:pPr algn="l">
              <a:lnSpc>
                <a:spcPct val="90000"/>
              </a:lnSpc>
              <a:spcBef>
                <a:spcPct val="50000"/>
              </a:spcBef>
              <a:buClr>
                <a:schemeClr val="bg1"/>
              </a:buClr>
            </a:pPr>
            <a:r>
              <a:rPr lang="en-US" altLang="zh-CN" sz="1800">
                <a:latin typeface="Times New Roman" panose="02020603050405020304" pitchFamily="18" charset="0"/>
              </a:rPr>
              <a:t>        1)          88700.00</a:t>
            </a:r>
            <a:endParaRPr lang="en-US" altLang="zh-CN" sz="1800">
              <a:latin typeface="Times New Roman" panose="02020603050405020304" pitchFamily="18" charset="0"/>
            </a:endParaRPr>
          </a:p>
          <a:p>
            <a:pPr algn="l">
              <a:lnSpc>
                <a:spcPct val="90000"/>
              </a:lnSpc>
              <a:spcBef>
                <a:spcPct val="50000"/>
              </a:spcBef>
              <a:buClr>
                <a:schemeClr val="bg1"/>
              </a:buClr>
            </a:pPr>
            <a:r>
              <a:rPr lang="en-US" altLang="zh-CN" sz="1800">
                <a:latin typeface="Times New Roman" panose="02020603050405020304" pitchFamily="18" charset="0"/>
              </a:rPr>
              <a:t>  Variable       Value       Reduced Cost</a:t>
            </a:r>
            <a:endParaRPr lang="en-US" altLang="zh-CN" sz="1800">
              <a:latin typeface="Times New Roman" panose="02020603050405020304" pitchFamily="18" charset="0"/>
            </a:endParaRPr>
          </a:p>
          <a:p>
            <a:pPr algn="l">
              <a:lnSpc>
                <a:spcPct val="90000"/>
              </a:lnSpc>
              <a:spcBef>
                <a:spcPct val="50000"/>
              </a:spcBef>
              <a:buClr>
                <a:schemeClr val="bg1"/>
              </a:buClr>
            </a:pPr>
            <a:r>
              <a:rPr lang="en-US" altLang="zh-CN" sz="1800">
                <a:latin typeface="Times New Roman" panose="02020603050405020304" pitchFamily="18" charset="0"/>
              </a:rPr>
              <a:t>       X11          0.000000         20.000000</a:t>
            </a:r>
            <a:endParaRPr lang="en-US" altLang="zh-CN" sz="1800">
              <a:latin typeface="Times New Roman" panose="02020603050405020304" pitchFamily="18" charset="0"/>
            </a:endParaRPr>
          </a:p>
          <a:p>
            <a:pPr algn="l">
              <a:lnSpc>
                <a:spcPct val="90000"/>
              </a:lnSpc>
              <a:spcBef>
                <a:spcPct val="50000"/>
              </a:spcBef>
              <a:buClr>
                <a:schemeClr val="bg1"/>
              </a:buClr>
            </a:pPr>
            <a:r>
              <a:rPr lang="en-US" altLang="zh-CN" sz="1800">
                <a:latin typeface="Times New Roman" panose="02020603050405020304" pitchFamily="18" charset="0"/>
              </a:rPr>
              <a:t>       </a:t>
            </a:r>
            <a:r>
              <a:rPr lang="en-US" altLang="zh-CN" sz="1800">
                <a:solidFill>
                  <a:srgbClr val="FF5050"/>
                </a:solidFill>
                <a:latin typeface="Times New Roman" panose="02020603050405020304" pitchFamily="18" charset="0"/>
              </a:rPr>
              <a:t>X12      100.000000</a:t>
            </a:r>
            <a:r>
              <a:rPr lang="en-US" altLang="zh-CN" sz="1800">
                <a:latin typeface="Times New Roman" panose="02020603050405020304" pitchFamily="18" charset="0"/>
              </a:rPr>
              <a:t>           0.000000</a:t>
            </a:r>
            <a:endParaRPr lang="en-US" altLang="zh-CN" sz="1800">
              <a:latin typeface="Times New Roman" panose="02020603050405020304" pitchFamily="18" charset="0"/>
            </a:endParaRPr>
          </a:p>
          <a:p>
            <a:pPr algn="l">
              <a:lnSpc>
                <a:spcPct val="90000"/>
              </a:lnSpc>
              <a:spcBef>
                <a:spcPct val="50000"/>
              </a:spcBef>
              <a:buClr>
                <a:schemeClr val="bg1"/>
              </a:buClr>
            </a:pPr>
            <a:r>
              <a:rPr lang="en-US" altLang="zh-CN" sz="1800">
                <a:latin typeface="Times New Roman" panose="02020603050405020304" pitchFamily="18" charset="0"/>
              </a:rPr>
              <a:t>       X13          0.000000         40.000000</a:t>
            </a:r>
            <a:endParaRPr lang="en-US" altLang="zh-CN" sz="1800">
              <a:latin typeface="Times New Roman" panose="02020603050405020304" pitchFamily="18" charset="0"/>
            </a:endParaRPr>
          </a:p>
          <a:p>
            <a:pPr algn="l">
              <a:lnSpc>
                <a:spcPct val="90000"/>
              </a:lnSpc>
              <a:spcBef>
                <a:spcPct val="50000"/>
              </a:spcBef>
              <a:buClr>
                <a:schemeClr val="bg1"/>
              </a:buClr>
            </a:pPr>
            <a:r>
              <a:rPr lang="en-US" altLang="zh-CN" sz="1800">
                <a:latin typeface="Times New Roman" panose="02020603050405020304" pitchFamily="18" charset="0"/>
              </a:rPr>
              <a:t>       X14          0.000000         20.000000</a:t>
            </a:r>
            <a:endParaRPr lang="en-US" altLang="zh-CN" sz="1800">
              <a:latin typeface="Times New Roman" panose="02020603050405020304" pitchFamily="18" charset="0"/>
            </a:endParaRPr>
          </a:p>
          <a:p>
            <a:pPr algn="l">
              <a:lnSpc>
                <a:spcPct val="90000"/>
              </a:lnSpc>
              <a:spcBef>
                <a:spcPct val="50000"/>
              </a:spcBef>
              <a:buClr>
                <a:schemeClr val="bg1"/>
              </a:buClr>
            </a:pPr>
            <a:r>
              <a:rPr lang="en-US" altLang="zh-CN" sz="1800">
                <a:latin typeface="Times New Roman" panose="02020603050405020304" pitchFamily="18" charset="0"/>
              </a:rPr>
              <a:t>     </a:t>
            </a:r>
            <a:r>
              <a:rPr lang="en-US" altLang="zh-CN" sz="1800">
                <a:solidFill>
                  <a:srgbClr val="FF3300"/>
                </a:solidFill>
                <a:latin typeface="Times New Roman" panose="02020603050405020304" pitchFamily="18" charset="0"/>
              </a:rPr>
              <a:t>  </a:t>
            </a:r>
            <a:r>
              <a:rPr lang="en-US" altLang="zh-CN" sz="1800">
                <a:solidFill>
                  <a:srgbClr val="3366FF"/>
                </a:solidFill>
                <a:latin typeface="Times New Roman" panose="02020603050405020304" pitchFamily="18" charset="0"/>
              </a:rPr>
              <a:t>X21        30.000000</a:t>
            </a:r>
            <a:r>
              <a:rPr lang="en-US" altLang="zh-CN" sz="1800">
                <a:latin typeface="Times New Roman" panose="02020603050405020304" pitchFamily="18" charset="0"/>
              </a:rPr>
              <a:t>          0.000000</a:t>
            </a:r>
            <a:endParaRPr lang="en-US" altLang="zh-CN" sz="1800">
              <a:latin typeface="Times New Roman" panose="02020603050405020304" pitchFamily="18" charset="0"/>
            </a:endParaRPr>
          </a:p>
          <a:p>
            <a:pPr algn="l">
              <a:lnSpc>
                <a:spcPct val="90000"/>
              </a:lnSpc>
              <a:spcBef>
                <a:spcPct val="50000"/>
              </a:spcBef>
              <a:buClr>
                <a:schemeClr val="bg1"/>
              </a:buClr>
            </a:pPr>
            <a:r>
              <a:rPr lang="en-US" altLang="zh-CN" sz="1800">
                <a:latin typeface="Times New Roman" panose="02020603050405020304" pitchFamily="18" charset="0"/>
              </a:rPr>
              <a:t>       </a:t>
            </a:r>
            <a:r>
              <a:rPr lang="en-US" altLang="zh-CN" sz="1800">
                <a:solidFill>
                  <a:srgbClr val="3366FF"/>
                </a:solidFill>
                <a:latin typeface="Times New Roman" panose="02020603050405020304" pitchFamily="18" charset="0"/>
              </a:rPr>
              <a:t>X22        40.000000</a:t>
            </a:r>
            <a:r>
              <a:rPr lang="en-US" altLang="zh-CN" sz="1800">
                <a:latin typeface="Times New Roman" panose="02020603050405020304" pitchFamily="18" charset="0"/>
              </a:rPr>
              <a:t>          0.000000</a:t>
            </a:r>
            <a:endParaRPr lang="en-US" altLang="zh-CN" sz="1800">
              <a:latin typeface="Times New Roman" panose="02020603050405020304" pitchFamily="18" charset="0"/>
            </a:endParaRPr>
          </a:p>
          <a:p>
            <a:pPr algn="l">
              <a:lnSpc>
                <a:spcPct val="90000"/>
              </a:lnSpc>
              <a:spcBef>
                <a:spcPct val="50000"/>
              </a:spcBef>
              <a:buClr>
                <a:schemeClr val="bg1"/>
              </a:buClr>
            </a:pPr>
            <a:r>
              <a:rPr lang="en-US" altLang="zh-CN" sz="1800">
                <a:latin typeface="Times New Roman" panose="02020603050405020304" pitchFamily="18" charset="0"/>
              </a:rPr>
              <a:t>     </a:t>
            </a:r>
            <a:r>
              <a:rPr lang="en-US" altLang="zh-CN" sz="1800">
                <a:solidFill>
                  <a:srgbClr val="FF3300"/>
                </a:solidFill>
                <a:latin typeface="Times New Roman" panose="02020603050405020304" pitchFamily="18" charset="0"/>
              </a:rPr>
              <a:t>  </a:t>
            </a:r>
            <a:r>
              <a:rPr lang="en-US" altLang="zh-CN" sz="1800">
                <a:latin typeface="Times New Roman" panose="02020603050405020304" pitchFamily="18" charset="0"/>
              </a:rPr>
              <a:t>X23  </a:t>
            </a:r>
            <a:r>
              <a:rPr lang="en-US" altLang="zh-CN" sz="1800">
                <a:solidFill>
                  <a:srgbClr val="FF3300"/>
                </a:solidFill>
                <a:latin typeface="Times New Roman" panose="02020603050405020304" pitchFamily="18" charset="0"/>
              </a:rPr>
              <a:t>  </a:t>
            </a:r>
            <a:r>
              <a:rPr lang="en-US" altLang="zh-CN" sz="1800">
                <a:latin typeface="Times New Roman" panose="02020603050405020304" pitchFamily="18" charset="0"/>
              </a:rPr>
              <a:t>     0.000000         10.000000</a:t>
            </a:r>
            <a:endParaRPr lang="en-US" altLang="zh-CN" sz="1800">
              <a:latin typeface="Times New Roman" panose="02020603050405020304" pitchFamily="18" charset="0"/>
            </a:endParaRPr>
          </a:p>
          <a:p>
            <a:pPr algn="l">
              <a:lnSpc>
                <a:spcPct val="90000"/>
              </a:lnSpc>
              <a:spcBef>
                <a:spcPct val="50000"/>
              </a:spcBef>
              <a:buClr>
                <a:schemeClr val="bg1"/>
              </a:buClr>
            </a:pPr>
            <a:r>
              <a:rPr lang="en-US" altLang="zh-CN" sz="1800">
                <a:latin typeface="Times New Roman" panose="02020603050405020304" pitchFamily="18" charset="0"/>
              </a:rPr>
              <a:t>       </a:t>
            </a:r>
            <a:r>
              <a:rPr lang="en-US" altLang="zh-CN" sz="1800">
                <a:solidFill>
                  <a:srgbClr val="3366FF"/>
                </a:solidFill>
                <a:latin typeface="Times New Roman" panose="02020603050405020304" pitchFamily="18" charset="0"/>
              </a:rPr>
              <a:t>X24        50.000000</a:t>
            </a:r>
            <a:r>
              <a:rPr lang="en-US" altLang="zh-CN" sz="1800">
                <a:latin typeface="Times New Roman" panose="02020603050405020304" pitchFamily="18" charset="0"/>
              </a:rPr>
              <a:t>          0.000000</a:t>
            </a:r>
            <a:endParaRPr lang="en-US" altLang="zh-CN" sz="1800">
              <a:latin typeface="Times New Roman" panose="02020603050405020304" pitchFamily="18" charset="0"/>
            </a:endParaRPr>
          </a:p>
          <a:p>
            <a:pPr algn="l">
              <a:lnSpc>
                <a:spcPct val="90000"/>
              </a:lnSpc>
              <a:spcBef>
                <a:spcPct val="50000"/>
              </a:spcBef>
              <a:buClr>
                <a:schemeClr val="bg1"/>
              </a:buClr>
            </a:pPr>
            <a:r>
              <a:rPr lang="en-US" altLang="zh-CN" sz="1800">
                <a:latin typeface="Times New Roman" panose="02020603050405020304" pitchFamily="18" charset="0"/>
              </a:rPr>
              <a:t>       </a:t>
            </a:r>
            <a:r>
              <a:rPr lang="en-US" altLang="zh-CN" sz="1800">
                <a:solidFill>
                  <a:srgbClr val="A50021"/>
                </a:solidFill>
                <a:latin typeface="Times New Roman" panose="02020603050405020304" pitchFamily="18" charset="0"/>
              </a:rPr>
              <a:t>X31        50.000000</a:t>
            </a:r>
            <a:r>
              <a:rPr lang="en-US" altLang="zh-CN" sz="1800">
                <a:latin typeface="Times New Roman" panose="02020603050405020304" pitchFamily="18" charset="0"/>
              </a:rPr>
              <a:t>          0.000000</a:t>
            </a:r>
            <a:endParaRPr lang="en-US" altLang="zh-CN" sz="1800">
              <a:latin typeface="Times New Roman" panose="02020603050405020304" pitchFamily="18" charset="0"/>
            </a:endParaRPr>
          </a:p>
          <a:p>
            <a:pPr algn="l">
              <a:lnSpc>
                <a:spcPct val="90000"/>
              </a:lnSpc>
              <a:spcBef>
                <a:spcPct val="50000"/>
              </a:spcBef>
              <a:buClr>
                <a:schemeClr val="bg1"/>
              </a:buClr>
            </a:pPr>
            <a:r>
              <a:rPr lang="en-US" altLang="zh-CN" sz="1800">
                <a:latin typeface="Times New Roman" panose="02020603050405020304" pitchFamily="18" charset="0"/>
              </a:rPr>
              <a:t>       X32         0.000000         20.000000</a:t>
            </a:r>
            <a:endParaRPr lang="en-US" altLang="zh-CN" sz="1800">
              <a:latin typeface="Times New Roman" panose="02020603050405020304" pitchFamily="18" charset="0"/>
            </a:endParaRPr>
          </a:p>
          <a:p>
            <a:pPr algn="just">
              <a:lnSpc>
                <a:spcPct val="90000"/>
              </a:lnSpc>
              <a:spcBef>
                <a:spcPct val="50000"/>
              </a:spcBef>
              <a:buClr>
                <a:schemeClr val="bg1"/>
              </a:buClr>
            </a:pPr>
            <a:r>
              <a:rPr lang="en-US" altLang="zh-CN" sz="1800">
                <a:solidFill>
                  <a:srgbClr val="008080"/>
                </a:solidFill>
                <a:latin typeface="Times New Roman" panose="02020603050405020304" pitchFamily="18" charset="0"/>
              </a:rPr>
              <a:t>       </a:t>
            </a:r>
            <a:r>
              <a:rPr lang="en-US" altLang="zh-CN" sz="1800">
                <a:solidFill>
                  <a:srgbClr val="A50021"/>
                </a:solidFill>
                <a:latin typeface="Times New Roman" panose="02020603050405020304" pitchFamily="18" charset="0"/>
              </a:rPr>
              <a:t>X33        30.000000</a:t>
            </a:r>
            <a:r>
              <a:rPr lang="en-US" altLang="zh-CN" sz="1800">
                <a:latin typeface="Times New Roman" panose="02020603050405020304" pitchFamily="18" charset="0"/>
              </a:rPr>
              <a:t>          0.000000 </a:t>
            </a:r>
            <a:endParaRPr lang="en-US" altLang="zh-CN" sz="1800">
              <a:latin typeface="Times New Roman" panose="02020603050405020304" pitchFamily="18" charset="0"/>
            </a:endParaRPr>
          </a:p>
        </p:txBody>
      </p:sp>
      <p:sp>
        <p:nvSpPr>
          <p:cNvPr id="244740" name="文本框 244739"/>
          <p:cNvSpPr txBox="1"/>
          <p:nvPr/>
        </p:nvSpPr>
        <p:spPr>
          <a:xfrm>
            <a:off x="381000" y="4343400"/>
            <a:ext cx="3124200" cy="1844675"/>
          </a:xfrm>
          <a:prstGeom prst="rect">
            <a:avLst/>
          </a:prstGeom>
          <a:solidFill>
            <a:srgbClr val="66FFFF"/>
          </a:solidFill>
          <a:ln w="9525">
            <a:noFill/>
          </a:ln>
        </p:spPr>
        <p:txBody>
          <a:bodyPr>
            <a:spAutoFit/>
          </a:bodyPr>
          <a:p>
            <a:pPr algn="ctr">
              <a:lnSpc>
                <a:spcPct val="120000"/>
              </a:lnSpc>
              <a:buClr>
                <a:schemeClr val="bg1"/>
              </a:buClr>
            </a:pPr>
            <a:r>
              <a:rPr lang="zh-CN" altLang="en-US" sz="2400" dirty="0">
                <a:latin typeface="楷体_GB2312" panose="02010609030101010101" pitchFamily="49" charset="-122"/>
                <a:ea typeface="楷体_GB2312" panose="02010609030101010101" pitchFamily="49" charset="-122"/>
              </a:rPr>
              <a:t>这类问题一般称为</a:t>
            </a:r>
            <a:r>
              <a:rPr lang="zh-CN" altLang="en-US" sz="2400" dirty="0">
                <a:solidFill>
                  <a:srgbClr val="FF3300"/>
                </a:solidFill>
                <a:latin typeface="楷体_GB2312" panose="02010609030101010101" pitchFamily="49" charset="-122"/>
                <a:ea typeface="楷体_GB2312" panose="02010609030101010101" pitchFamily="49" charset="-122"/>
              </a:rPr>
              <a:t>“运输问题”</a:t>
            </a:r>
            <a:endParaRPr lang="zh-CN" altLang="en-US" sz="2400" dirty="0">
              <a:solidFill>
                <a:srgbClr val="FF3300"/>
              </a:solidFill>
              <a:latin typeface="楷体_GB2312" panose="02010609030101010101" pitchFamily="49" charset="-122"/>
              <a:ea typeface="楷体_GB2312" panose="02010609030101010101" pitchFamily="49" charset="-122"/>
            </a:endParaRPr>
          </a:p>
          <a:p>
            <a:pPr algn="ctr">
              <a:lnSpc>
                <a:spcPct val="120000"/>
              </a:lnSpc>
              <a:buClr>
                <a:schemeClr val="bg1"/>
              </a:buClr>
            </a:pPr>
            <a:r>
              <a:rPr lang="en-US" altLang="zh-CN" sz="2400">
                <a:solidFill>
                  <a:srgbClr val="FF3300"/>
                </a:solidFill>
                <a:latin typeface="楷体_GB2312" panose="02010609030101010101" pitchFamily="49" charset="-122"/>
                <a:ea typeface="楷体_GB2312" panose="02010609030101010101" pitchFamily="49" charset="-122"/>
              </a:rPr>
              <a:t>(Transportation Problem)</a:t>
            </a:r>
            <a:endParaRPr lang="en-US" altLang="zh-CN" sz="2400">
              <a:solidFill>
                <a:srgbClr val="FF3300"/>
              </a:solidFill>
              <a:latin typeface="楷体_GB2312" panose="02010609030101010101" pitchFamily="49" charset="-122"/>
              <a:ea typeface="楷体_GB2312" panose="02010609030101010101" pitchFamily="49" charset="-122"/>
            </a:endParaRPr>
          </a:p>
        </p:txBody>
      </p:sp>
      <p:sp>
        <p:nvSpPr>
          <p:cNvPr id="244741" name="文本框 244740"/>
          <p:cNvSpPr txBox="1"/>
          <p:nvPr/>
        </p:nvSpPr>
        <p:spPr>
          <a:xfrm>
            <a:off x="228600" y="3581400"/>
            <a:ext cx="3505200" cy="519113"/>
          </a:xfrm>
          <a:prstGeom prst="rect">
            <a:avLst/>
          </a:prstGeom>
          <a:noFill/>
          <a:ln w="9525">
            <a:noFill/>
          </a:ln>
        </p:spPr>
        <p:txBody>
          <a:bodyPr>
            <a:spAutoFit/>
          </a:bodyPr>
          <a:p>
            <a:pPr algn="just">
              <a:spcBef>
                <a:spcPct val="50000"/>
              </a:spcBef>
              <a:buClr>
                <a:schemeClr val="bg1"/>
              </a:buClr>
            </a:pPr>
            <a:r>
              <a:rPr lang="zh-CN" altLang="en-US" sz="2400" dirty="0">
                <a:latin typeface="楷体_GB2312" panose="02010609030101010101" pitchFamily="49" charset="-122"/>
                <a:ea typeface="楷体_GB2312" panose="02010609030101010101" pitchFamily="49" charset="-122"/>
              </a:rPr>
              <a:t>总利润 </a:t>
            </a:r>
            <a:r>
              <a:rPr lang="en-US" altLang="zh-CN" sz="2400" dirty="0">
                <a:latin typeface="楷体_GB2312" panose="02010609030101010101" pitchFamily="49" charset="-122"/>
                <a:ea typeface="楷体_GB2312" panose="02010609030101010101" pitchFamily="49" charset="-122"/>
              </a:rPr>
              <a:t>88700</a:t>
            </a:r>
            <a:r>
              <a:rPr lang="zh-CN" altLang="en-US" sz="2400" dirty="0">
                <a:latin typeface="楷体_GB2312" panose="02010609030101010101" pitchFamily="49" charset="-122"/>
                <a:ea typeface="楷体_GB2312" panose="02010609030101010101" pitchFamily="49" charset="-122"/>
              </a:rPr>
              <a:t>（元）</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grpSp>
        <p:nvGrpSpPr>
          <p:cNvPr id="244742" name="组合 244741"/>
          <p:cNvGrpSpPr/>
          <p:nvPr/>
        </p:nvGrpSpPr>
        <p:grpSpPr>
          <a:xfrm>
            <a:off x="76200" y="1066800"/>
            <a:ext cx="3962400" cy="2133600"/>
            <a:chOff x="48" y="672"/>
            <a:chExt cx="2496" cy="1344"/>
          </a:xfrm>
        </p:grpSpPr>
        <p:sp>
          <p:nvSpPr>
            <p:cNvPr id="244743" name="椭圆 244742"/>
            <p:cNvSpPr/>
            <p:nvPr/>
          </p:nvSpPr>
          <p:spPr>
            <a:xfrm>
              <a:off x="48" y="672"/>
              <a:ext cx="672" cy="384"/>
            </a:xfrm>
            <a:prstGeom prst="ellipse">
              <a:avLst/>
            </a:prstGeom>
            <a:noFill/>
            <a:ln w="9525" cap="flat" cmpd="sng">
              <a:solidFill>
                <a:schemeClr val="tx1"/>
              </a:solidFill>
              <a:prstDash val="solid"/>
              <a:headEnd type="none" w="med" len="med"/>
              <a:tailEnd type="none" w="med" len="med"/>
            </a:ln>
          </p:spPr>
          <p:txBody>
            <a:bodyPr/>
            <a:p>
              <a:endParaRPr lang="zh-CN" altLang="en-US"/>
            </a:p>
          </p:txBody>
        </p:sp>
        <p:sp>
          <p:nvSpPr>
            <p:cNvPr id="244744" name="文本框 244743"/>
            <p:cNvSpPr txBox="1"/>
            <p:nvPr/>
          </p:nvSpPr>
          <p:spPr>
            <a:xfrm>
              <a:off x="48" y="720"/>
              <a:ext cx="672" cy="288"/>
            </a:xfrm>
            <a:prstGeom prst="rect">
              <a:avLst/>
            </a:prstGeom>
            <a:noFill/>
            <a:ln w="9525">
              <a:noFill/>
            </a:ln>
          </p:spPr>
          <p:txBody>
            <a:bodyPr>
              <a:spAutoFit/>
            </a:bodyPr>
            <a:p>
              <a:pPr algn="l">
                <a:spcBef>
                  <a:spcPct val="50000"/>
                </a:spcBef>
                <a:buClr>
                  <a:schemeClr val="bg1"/>
                </a:buClr>
              </a:pPr>
              <a:r>
                <a:rPr lang="en-US" altLang="zh-CN" sz="2400">
                  <a:latin typeface="Times New Roman" panose="02020603050405020304" pitchFamily="18" charset="0"/>
                </a:rPr>
                <a:t>A(</a:t>
              </a:r>
              <a:r>
                <a:rPr lang="en-US" altLang="zh-CN" sz="2400">
                  <a:solidFill>
                    <a:srgbClr val="FF5050"/>
                  </a:solidFill>
                  <a:latin typeface="Times New Roman" panose="02020603050405020304" pitchFamily="18" charset="0"/>
                </a:rPr>
                <a:t>100</a:t>
              </a:r>
              <a:r>
                <a:rPr lang="en-US" altLang="zh-CN" sz="2400">
                  <a:latin typeface="Times New Roman" panose="02020603050405020304" pitchFamily="18" charset="0"/>
                </a:rPr>
                <a:t>)</a:t>
              </a:r>
              <a:endParaRPr lang="en-US" altLang="zh-CN" sz="2400">
                <a:latin typeface="Times New Roman" panose="02020603050405020304" pitchFamily="18" charset="0"/>
              </a:endParaRPr>
            </a:p>
          </p:txBody>
        </p:sp>
        <p:sp>
          <p:nvSpPr>
            <p:cNvPr id="244745" name="椭圆 244744"/>
            <p:cNvSpPr/>
            <p:nvPr/>
          </p:nvSpPr>
          <p:spPr>
            <a:xfrm>
              <a:off x="48" y="1104"/>
              <a:ext cx="672" cy="385"/>
            </a:xfrm>
            <a:prstGeom prst="ellipse">
              <a:avLst/>
            </a:prstGeom>
            <a:noFill/>
            <a:ln w="9525" cap="flat" cmpd="sng">
              <a:solidFill>
                <a:schemeClr val="tx1"/>
              </a:solidFill>
              <a:prstDash val="solid"/>
              <a:headEnd type="none" w="med" len="med"/>
              <a:tailEnd type="none" w="med" len="med"/>
            </a:ln>
          </p:spPr>
          <p:txBody>
            <a:bodyPr/>
            <a:p>
              <a:endParaRPr lang="zh-CN" altLang="en-US"/>
            </a:p>
          </p:txBody>
        </p:sp>
        <p:sp>
          <p:nvSpPr>
            <p:cNvPr id="244746" name="文本框 244745"/>
            <p:cNvSpPr txBox="1"/>
            <p:nvPr/>
          </p:nvSpPr>
          <p:spPr>
            <a:xfrm>
              <a:off x="92" y="1180"/>
              <a:ext cx="676" cy="288"/>
            </a:xfrm>
            <a:prstGeom prst="rect">
              <a:avLst/>
            </a:prstGeom>
            <a:noFill/>
            <a:ln w="9525">
              <a:noFill/>
            </a:ln>
          </p:spPr>
          <p:txBody>
            <a:bodyPr>
              <a:spAutoFit/>
            </a:bodyPr>
            <a:p>
              <a:pPr algn="l">
                <a:spcBef>
                  <a:spcPct val="50000"/>
                </a:spcBef>
                <a:buClr>
                  <a:schemeClr val="bg1"/>
                </a:buClr>
              </a:pPr>
              <a:r>
                <a:rPr lang="en-US" altLang="zh-CN" sz="2400">
                  <a:latin typeface="Times New Roman" panose="02020603050405020304" pitchFamily="18" charset="0"/>
                </a:rPr>
                <a:t>B(</a:t>
              </a:r>
              <a:r>
                <a:rPr lang="en-US" altLang="zh-CN" sz="2400">
                  <a:solidFill>
                    <a:srgbClr val="3366FF"/>
                  </a:solidFill>
                  <a:latin typeface="Times New Roman" panose="02020603050405020304" pitchFamily="18" charset="0"/>
                </a:rPr>
                <a:t>120</a:t>
              </a:r>
              <a:r>
                <a:rPr lang="en-US" altLang="zh-CN" sz="2400">
                  <a:latin typeface="Times New Roman" panose="02020603050405020304" pitchFamily="18" charset="0"/>
                </a:rPr>
                <a:t>)</a:t>
              </a:r>
              <a:endParaRPr lang="en-US" altLang="zh-CN" sz="2400">
                <a:latin typeface="Times New Roman" panose="02020603050405020304" pitchFamily="18" charset="0"/>
              </a:endParaRPr>
            </a:p>
          </p:txBody>
        </p:sp>
        <p:sp>
          <p:nvSpPr>
            <p:cNvPr id="244747" name="椭圆 244746"/>
            <p:cNvSpPr/>
            <p:nvPr/>
          </p:nvSpPr>
          <p:spPr>
            <a:xfrm>
              <a:off x="48" y="1567"/>
              <a:ext cx="672" cy="385"/>
            </a:xfrm>
            <a:prstGeom prst="ellipse">
              <a:avLst/>
            </a:prstGeom>
            <a:noFill/>
            <a:ln w="9525" cap="flat" cmpd="sng">
              <a:solidFill>
                <a:schemeClr val="tx1"/>
              </a:solidFill>
              <a:prstDash val="solid"/>
              <a:headEnd type="none" w="med" len="med"/>
              <a:tailEnd type="none" w="med" len="med"/>
            </a:ln>
          </p:spPr>
          <p:txBody>
            <a:bodyPr/>
            <a:p>
              <a:endParaRPr lang="zh-CN" altLang="en-US"/>
            </a:p>
          </p:txBody>
        </p:sp>
        <p:sp>
          <p:nvSpPr>
            <p:cNvPr id="244748" name="文本框 244747"/>
            <p:cNvSpPr txBox="1"/>
            <p:nvPr/>
          </p:nvSpPr>
          <p:spPr>
            <a:xfrm>
              <a:off x="92" y="1644"/>
              <a:ext cx="676" cy="288"/>
            </a:xfrm>
            <a:prstGeom prst="rect">
              <a:avLst/>
            </a:prstGeom>
            <a:noFill/>
            <a:ln w="9525">
              <a:noFill/>
            </a:ln>
          </p:spPr>
          <p:txBody>
            <a:bodyPr>
              <a:spAutoFit/>
            </a:bodyPr>
            <a:p>
              <a:pPr algn="l">
                <a:spcBef>
                  <a:spcPct val="50000"/>
                </a:spcBef>
                <a:buClr>
                  <a:schemeClr val="bg1"/>
                </a:buClr>
              </a:pPr>
              <a:r>
                <a:rPr lang="en-US" altLang="zh-CN" sz="2400">
                  <a:latin typeface="Times New Roman" panose="02020603050405020304" pitchFamily="18" charset="0"/>
                </a:rPr>
                <a:t>C(</a:t>
              </a:r>
              <a:r>
                <a:rPr lang="en-US" altLang="zh-CN" sz="2400">
                  <a:solidFill>
                    <a:srgbClr val="A50021"/>
                  </a:solidFill>
                  <a:latin typeface="Times New Roman" panose="02020603050405020304" pitchFamily="18" charset="0"/>
                </a:rPr>
                <a:t>100</a:t>
              </a:r>
              <a:r>
                <a:rPr lang="en-US" altLang="zh-CN" sz="2400">
                  <a:latin typeface="Times New Roman" panose="02020603050405020304" pitchFamily="18" charset="0"/>
                </a:rPr>
                <a:t>)</a:t>
              </a:r>
              <a:endParaRPr lang="en-US" altLang="zh-CN" sz="2400">
                <a:latin typeface="Times New Roman" panose="02020603050405020304" pitchFamily="18" charset="0"/>
              </a:endParaRPr>
            </a:p>
          </p:txBody>
        </p:sp>
        <p:sp>
          <p:nvSpPr>
            <p:cNvPr id="244749" name="文本框 244748"/>
            <p:cNvSpPr txBox="1"/>
            <p:nvPr/>
          </p:nvSpPr>
          <p:spPr>
            <a:xfrm>
              <a:off x="1584" y="720"/>
              <a:ext cx="960"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a:latin typeface="Times New Roman" panose="02020603050405020304" pitchFamily="18" charset="0"/>
                </a:rPr>
                <a:t>甲</a:t>
              </a:r>
              <a:r>
                <a:rPr lang="en-US" altLang="zh-CN" sz="2400">
                  <a:latin typeface="Times New Roman" panose="02020603050405020304" pitchFamily="18" charset="0"/>
                </a:rPr>
                <a:t>(30;</a:t>
              </a:r>
              <a:r>
                <a:rPr lang="en-US" altLang="zh-CN" sz="2400">
                  <a:solidFill>
                    <a:srgbClr val="FF3300"/>
                  </a:solidFill>
                  <a:latin typeface="Times New Roman" panose="02020603050405020304" pitchFamily="18" charset="0"/>
                </a:rPr>
                <a:t>50)</a:t>
              </a:r>
              <a:endParaRPr lang="en-US" altLang="zh-CN" sz="2400">
                <a:solidFill>
                  <a:srgbClr val="FF3300"/>
                </a:solidFill>
                <a:latin typeface="Times New Roman" panose="02020603050405020304" pitchFamily="18" charset="0"/>
              </a:endParaRPr>
            </a:p>
          </p:txBody>
        </p:sp>
        <p:sp>
          <p:nvSpPr>
            <p:cNvPr id="244750" name="文本框 244749"/>
            <p:cNvSpPr txBox="1"/>
            <p:nvPr/>
          </p:nvSpPr>
          <p:spPr>
            <a:xfrm>
              <a:off x="1610" y="1044"/>
              <a:ext cx="912"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a:latin typeface="Times New Roman" panose="02020603050405020304" pitchFamily="18" charset="0"/>
                </a:rPr>
                <a:t>乙</a:t>
              </a:r>
              <a:r>
                <a:rPr lang="en-US" altLang="zh-CN" sz="2400">
                  <a:latin typeface="Times New Roman" panose="02020603050405020304" pitchFamily="18" charset="0"/>
                </a:rPr>
                <a:t>(70;</a:t>
              </a:r>
              <a:r>
                <a:rPr lang="en-US" altLang="zh-CN" sz="2400">
                  <a:solidFill>
                    <a:srgbClr val="FF3300"/>
                  </a:solidFill>
                  <a:latin typeface="Times New Roman" panose="02020603050405020304" pitchFamily="18" charset="0"/>
                </a:rPr>
                <a:t>70)</a:t>
              </a:r>
              <a:endParaRPr lang="en-US" altLang="zh-CN" sz="2400">
                <a:solidFill>
                  <a:srgbClr val="FF3300"/>
                </a:solidFill>
                <a:latin typeface="Times New Roman" panose="02020603050405020304" pitchFamily="18" charset="0"/>
              </a:endParaRPr>
            </a:p>
          </p:txBody>
        </p:sp>
        <p:sp>
          <p:nvSpPr>
            <p:cNvPr id="244751" name="文本框 244750"/>
            <p:cNvSpPr txBox="1"/>
            <p:nvPr/>
          </p:nvSpPr>
          <p:spPr>
            <a:xfrm>
              <a:off x="1610" y="1386"/>
              <a:ext cx="912"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a:latin typeface="Times New Roman" panose="02020603050405020304" pitchFamily="18" charset="0"/>
                </a:rPr>
                <a:t>丙</a:t>
              </a:r>
              <a:r>
                <a:rPr lang="en-US" altLang="zh-CN" sz="2400">
                  <a:latin typeface="Times New Roman" panose="02020603050405020304" pitchFamily="18" charset="0"/>
                </a:rPr>
                <a:t>(10;</a:t>
              </a:r>
              <a:r>
                <a:rPr lang="en-US" altLang="zh-CN" sz="2400">
                  <a:solidFill>
                    <a:srgbClr val="FF3300"/>
                  </a:solidFill>
                  <a:latin typeface="Times New Roman" panose="02020603050405020304" pitchFamily="18" charset="0"/>
                </a:rPr>
                <a:t>20)</a:t>
              </a:r>
              <a:endParaRPr lang="en-US" altLang="zh-CN" sz="2400">
                <a:solidFill>
                  <a:srgbClr val="FF3300"/>
                </a:solidFill>
                <a:latin typeface="Times New Roman" panose="02020603050405020304" pitchFamily="18" charset="0"/>
              </a:endParaRPr>
            </a:p>
          </p:txBody>
        </p:sp>
        <p:sp>
          <p:nvSpPr>
            <p:cNvPr id="244752" name="文本框 244751"/>
            <p:cNvSpPr txBox="1"/>
            <p:nvPr/>
          </p:nvSpPr>
          <p:spPr>
            <a:xfrm>
              <a:off x="1610" y="1722"/>
              <a:ext cx="912" cy="294"/>
            </a:xfrm>
            <a:prstGeom prst="rect">
              <a:avLst/>
            </a:prstGeom>
            <a:noFill/>
            <a:ln w="9525" cap="flat" cmpd="sng">
              <a:solidFill>
                <a:schemeClr val="tx1"/>
              </a:solidFill>
              <a:prstDash val="solid"/>
              <a:miter/>
              <a:headEnd type="none" w="med" len="med"/>
              <a:tailEnd type="none" w="med" len="med"/>
            </a:ln>
          </p:spPr>
          <p:txBody>
            <a:bodyPr>
              <a:spAutoFit/>
            </a:bodyPr>
            <a:p>
              <a:pPr algn="l">
                <a:spcBef>
                  <a:spcPct val="50000"/>
                </a:spcBef>
                <a:buClr>
                  <a:schemeClr val="bg1"/>
                </a:buClr>
              </a:pPr>
              <a:r>
                <a:rPr lang="zh-CN" altLang="en-US" sz="2400">
                  <a:latin typeface="Times New Roman" panose="02020603050405020304" pitchFamily="18" charset="0"/>
                </a:rPr>
                <a:t>丁</a:t>
              </a:r>
              <a:r>
                <a:rPr lang="en-US" altLang="zh-CN" sz="2400">
                  <a:latin typeface="Times New Roman" panose="02020603050405020304" pitchFamily="18" charset="0"/>
                </a:rPr>
                <a:t>(10;</a:t>
              </a:r>
              <a:r>
                <a:rPr lang="en-US" altLang="zh-CN" sz="2400">
                  <a:solidFill>
                    <a:srgbClr val="FF3300"/>
                  </a:solidFill>
                  <a:latin typeface="Times New Roman" panose="02020603050405020304" pitchFamily="18" charset="0"/>
                </a:rPr>
                <a:t>40)</a:t>
              </a:r>
              <a:endParaRPr lang="en-US" altLang="zh-CN" sz="2400">
                <a:solidFill>
                  <a:srgbClr val="FF3300"/>
                </a:solidFill>
                <a:latin typeface="Times New Roman" panose="02020603050405020304" pitchFamily="18" charset="0"/>
              </a:endParaRPr>
            </a:p>
          </p:txBody>
        </p:sp>
        <p:sp>
          <p:nvSpPr>
            <p:cNvPr id="244753" name="直接连接符 244752"/>
            <p:cNvSpPr/>
            <p:nvPr/>
          </p:nvSpPr>
          <p:spPr>
            <a:xfrm flipV="1">
              <a:off x="768" y="1248"/>
              <a:ext cx="816" cy="48"/>
            </a:xfrm>
            <a:prstGeom prst="line">
              <a:avLst/>
            </a:prstGeom>
            <a:ln w="9525" cap="flat" cmpd="sng">
              <a:solidFill>
                <a:schemeClr val="tx1"/>
              </a:solidFill>
              <a:prstDash val="solid"/>
              <a:headEnd type="none" w="med" len="med"/>
              <a:tailEnd type="triangle" w="med" len="med"/>
            </a:ln>
          </p:spPr>
        </p:sp>
        <p:sp>
          <p:nvSpPr>
            <p:cNvPr id="244754" name="直接连接符 244753"/>
            <p:cNvSpPr/>
            <p:nvPr/>
          </p:nvSpPr>
          <p:spPr>
            <a:xfrm>
              <a:off x="720" y="912"/>
              <a:ext cx="864" cy="288"/>
            </a:xfrm>
            <a:prstGeom prst="line">
              <a:avLst/>
            </a:prstGeom>
            <a:ln w="9525" cap="flat" cmpd="sng">
              <a:solidFill>
                <a:schemeClr val="tx1"/>
              </a:solidFill>
              <a:prstDash val="solid"/>
              <a:headEnd type="none" w="med" len="med"/>
              <a:tailEnd type="triangle" w="med" len="med"/>
            </a:ln>
          </p:spPr>
        </p:sp>
        <p:sp>
          <p:nvSpPr>
            <p:cNvPr id="244755" name="直接连接符 244754"/>
            <p:cNvSpPr/>
            <p:nvPr/>
          </p:nvSpPr>
          <p:spPr>
            <a:xfrm>
              <a:off x="768" y="1344"/>
              <a:ext cx="864" cy="528"/>
            </a:xfrm>
            <a:prstGeom prst="line">
              <a:avLst/>
            </a:prstGeom>
            <a:ln w="9525" cap="flat" cmpd="sng">
              <a:solidFill>
                <a:schemeClr val="tx1"/>
              </a:solidFill>
              <a:prstDash val="solid"/>
              <a:headEnd type="none" w="med" len="med"/>
              <a:tailEnd type="triangle" w="med" len="med"/>
            </a:ln>
          </p:spPr>
        </p:sp>
        <p:sp>
          <p:nvSpPr>
            <p:cNvPr id="244756" name="直接连接符 244755"/>
            <p:cNvSpPr/>
            <p:nvPr/>
          </p:nvSpPr>
          <p:spPr>
            <a:xfrm flipV="1">
              <a:off x="720" y="1536"/>
              <a:ext cx="912" cy="231"/>
            </a:xfrm>
            <a:prstGeom prst="line">
              <a:avLst/>
            </a:prstGeom>
            <a:ln w="9525" cap="flat" cmpd="sng">
              <a:solidFill>
                <a:schemeClr val="tx1"/>
              </a:solidFill>
              <a:prstDash val="solid"/>
              <a:headEnd type="none" w="med" len="med"/>
              <a:tailEnd type="triangle" w="med" len="med"/>
            </a:ln>
          </p:spPr>
        </p:sp>
        <p:sp>
          <p:nvSpPr>
            <p:cNvPr id="244757" name="直接连接符 244756"/>
            <p:cNvSpPr/>
            <p:nvPr/>
          </p:nvSpPr>
          <p:spPr>
            <a:xfrm flipV="1">
              <a:off x="720" y="912"/>
              <a:ext cx="864" cy="838"/>
            </a:xfrm>
            <a:prstGeom prst="line">
              <a:avLst/>
            </a:prstGeom>
            <a:ln w="9525" cap="flat" cmpd="sng">
              <a:solidFill>
                <a:schemeClr val="tx1"/>
              </a:solidFill>
              <a:prstDash val="solid"/>
              <a:headEnd type="none" w="med" len="med"/>
              <a:tailEnd type="triangle" w="med" len="med"/>
            </a:ln>
          </p:spPr>
        </p:sp>
        <p:sp>
          <p:nvSpPr>
            <p:cNvPr id="244758" name="文本框 244757"/>
            <p:cNvSpPr txBox="1"/>
            <p:nvPr/>
          </p:nvSpPr>
          <p:spPr>
            <a:xfrm>
              <a:off x="864" y="1200"/>
              <a:ext cx="336" cy="288"/>
            </a:xfrm>
            <a:prstGeom prst="rect">
              <a:avLst/>
            </a:prstGeom>
            <a:noFill/>
            <a:ln w="9525">
              <a:noFill/>
            </a:ln>
          </p:spPr>
          <p:txBody>
            <a:bodyPr>
              <a:spAutoFit/>
            </a:bodyPr>
            <a:p>
              <a:pPr algn="l">
                <a:spcBef>
                  <a:spcPct val="50000"/>
                </a:spcBef>
                <a:buClr>
                  <a:schemeClr val="bg1"/>
                </a:buClr>
              </a:pPr>
              <a:r>
                <a:rPr lang="en-US" altLang="zh-CN" sz="2400">
                  <a:solidFill>
                    <a:srgbClr val="3366FF"/>
                  </a:solidFill>
                  <a:latin typeface="Times New Roman" panose="02020603050405020304" pitchFamily="18" charset="0"/>
                </a:rPr>
                <a:t>40</a:t>
              </a:r>
              <a:endParaRPr lang="en-US" altLang="zh-CN" sz="2400">
                <a:solidFill>
                  <a:srgbClr val="3366FF"/>
                </a:solidFill>
                <a:latin typeface="Times New Roman" panose="02020603050405020304" pitchFamily="18" charset="0"/>
              </a:endParaRPr>
            </a:p>
          </p:txBody>
        </p:sp>
        <p:sp>
          <p:nvSpPr>
            <p:cNvPr id="244759" name="文本框 244758"/>
            <p:cNvSpPr txBox="1"/>
            <p:nvPr/>
          </p:nvSpPr>
          <p:spPr>
            <a:xfrm>
              <a:off x="768" y="768"/>
              <a:ext cx="432" cy="288"/>
            </a:xfrm>
            <a:prstGeom prst="rect">
              <a:avLst/>
            </a:prstGeom>
            <a:noFill/>
            <a:ln w="9525">
              <a:noFill/>
            </a:ln>
          </p:spPr>
          <p:txBody>
            <a:bodyPr>
              <a:spAutoFit/>
            </a:bodyPr>
            <a:p>
              <a:pPr algn="l">
                <a:spcBef>
                  <a:spcPct val="50000"/>
                </a:spcBef>
                <a:buClr>
                  <a:schemeClr val="bg1"/>
                </a:buClr>
              </a:pPr>
              <a:r>
                <a:rPr lang="en-US" altLang="zh-CN" sz="2400">
                  <a:solidFill>
                    <a:srgbClr val="FF5050"/>
                  </a:solidFill>
                  <a:latin typeface="Times New Roman" panose="02020603050405020304" pitchFamily="18" charset="0"/>
                </a:rPr>
                <a:t>100</a:t>
              </a:r>
              <a:endParaRPr lang="en-US" altLang="zh-CN" sz="2400">
                <a:solidFill>
                  <a:srgbClr val="FF5050"/>
                </a:solidFill>
                <a:latin typeface="Times New Roman" panose="02020603050405020304" pitchFamily="18" charset="0"/>
              </a:endParaRPr>
            </a:p>
          </p:txBody>
        </p:sp>
        <p:sp>
          <p:nvSpPr>
            <p:cNvPr id="244760" name="文本框 244759"/>
            <p:cNvSpPr txBox="1"/>
            <p:nvPr/>
          </p:nvSpPr>
          <p:spPr>
            <a:xfrm>
              <a:off x="672" y="1392"/>
              <a:ext cx="336" cy="288"/>
            </a:xfrm>
            <a:prstGeom prst="rect">
              <a:avLst/>
            </a:prstGeom>
            <a:noFill/>
            <a:ln w="9525">
              <a:noFill/>
            </a:ln>
          </p:spPr>
          <p:txBody>
            <a:bodyPr>
              <a:spAutoFit/>
            </a:bodyPr>
            <a:p>
              <a:pPr algn="l">
                <a:spcBef>
                  <a:spcPct val="50000"/>
                </a:spcBef>
                <a:buClr>
                  <a:schemeClr val="bg1"/>
                </a:buClr>
              </a:pPr>
              <a:r>
                <a:rPr lang="en-US" altLang="zh-CN" sz="2400">
                  <a:solidFill>
                    <a:srgbClr val="A50021"/>
                  </a:solidFill>
                  <a:latin typeface="Times New Roman" panose="02020603050405020304" pitchFamily="18" charset="0"/>
                </a:rPr>
                <a:t>50</a:t>
              </a:r>
              <a:endParaRPr lang="en-US" altLang="zh-CN" sz="2400">
                <a:solidFill>
                  <a:srgbClr val="A50021"/>
                </a:solidFill>
                <a:latin typeface="Times New Roman" panose="02020603050405020304" pitchFamily="18" charset="0"/>
              </a:endParaRPr>
            </a:p>
          </p:txBody>
        </p:sp>
        <p:sp>
          <p:nvSpPr>
            <p:cNvPr id="244761" name="文本框 244760"/>
            <p:cNvSpPr txBox="1"/>
            <p:nvPr/>
          </p:nvSpPr>
          <p:spPr>
            <a:xfrm>
              <a:off x="1248" y="1344"/>
              <a:ext cx="336" cy="288"/>
            </a:xfrm>
            <a:prstGeom prst="rect">
              <a:avLst/>
            </a:prstGeom>
            <a:noFill/>
            <a:ln w="9525">
              <a:noFill/>
            </a:ln>
          </p:spPr>
          <p:txBody>
            <a:bodyPr>
              <a:spAutoFit/>
            </a:bodyPr>
            <a:p>
              <a:pPr algn="l">
                <a:spcBef>
                  <a:spcPct val="50000"/>
                </a:spcBef>
                <a:buClr>
                  <a:schemeClr val="bg1"/>
                </a:buClr>
              </a:pPr>
              <a:r>
                <a:rPr lang="en-US" altLang="zh-CN" sz="2400">
                  <a:solidFill>
                    <a:srgbClr val="A50021"/>
                  </a:solidFill>
                  <a:latin typeface="Times New Roman" panose="02020603050405020304" pitchFamily="18" charset="0"/>
                </a:rPr>
                <a:t>30</a:t>
              </a:r>
              <a:endParaRPr lang="en-US" altLang="zh-CN" sz="2400">
                <a:solidFill>
                  <a:srgbClr val="A50021"/>
                </a:solidFill>
                <a:latin typeface="Times New Roman" panose="02020603050405020304" pitchFamily="18" charset="0"/>
              </a:endParaRPr>
            </a:p>
          </p:txBody>
        </p:sp>
        <p:sp>
          <p:nvSpPr>
            <p:cNvPr id="244762" name="文本框 244761"/>
            <p:cNvSpPr txBox="1"/>
            <p:nvPr/>
          </p:nvSpPr>
          <p:spPr>
            <a:xfrm>
              <a:off x="1200" y="1680"/>
              <a:ext cx="336" cy="288"/>
            </a:xfrm>
            <a:prstGeom prst="rect">
              <a:avLst/>
            </a:prstGeom>
            <a:noFill/>
            <a:ln w="9525">
              <a:noFill/>
            </a:ln>
          </p:spPr>
          <p:txBody>
            <a:bodyPr>
              <a:spAutoFit/>
            </a:bodyPr>
            <a:p>
              <a:pPr algn="l">
                <a:spcBef>
                  <a:spcPct val="50000"/>
                </a:spcBef>
                <a:buClr>
                  <a:schemeClr val="bg1"/>
                </a:buClr>
              </a:pPr>
              <a:r>
                <a:rPr lang="en-US" altLang="zh-CN" sz="2400">
                  <a:solidFill>
                    <a:srgbClr val="3366FF"/>
                  </a:solidFill>
                  <a:latin typeface="Times New Roman" panose="02020603050405020304" pitchFamily="18" charset="0"/>
                </a:rPr>
                <a:t>50</a:t>
              </a:r>
              <a:endParaRPr lang="en-US" altLang="zh-CN" sz="2400">
                <a:solidFill>
                  <a:srgbClr val="3366FF"/>
                </a:solidFill>
                <a:latin typeface="Times New Roman" panose="02020603050405020304" pitchFamily="18" charset="0"/>
              </a:endParaRPr>
            </a:p>
          </p:txBody>
        </p:sp>
        <p:sp>
          <p:nvSpPr>
            <p:cNvPr id="244763" name="直接连接符 244762"/>
            <p:cNvSpPr/>
            <p:nvPr/>
          </p:nvSpPr>
          <p:spPr>
            <a:xfrm flipV="1">
              <a:off x="720" y="816"/>
              <a:ext cx="864" cy="471"/>
            </a:xfrm>
            <a:prstGeom prst="line">
              <a:avLst/>
            </a:prstGeom>
            <a:ln w="9525" cap="flat" cmpd="sng">
              <a:solidFill>
                <a:schemeClr val="tx1"/>
              </a:solidFill>
              <a:prstDash val="solid"/>
              <a:headEnd type="none" w="med" len="med"/>
              <a:tailEnd type="triangle" w="med" len="med"/>
            </a:ln>
          </p:spPr>
        </p:sp>
        <p:sp>
          <p:nvSpPr>
            <p:cNvPr id="244764" name="文本框 244763"/>
            <p:cNvSpPr txBox="1"/>
            <p:nvPr/>
          </p:nvSpPr>
          <p:spPr>
            <a:xfrm>
              <a:off x="720" y="960"/>
              <a:ext cx="336" cy="288"/>
            </a:xfrm>
            <a:prstGeom prst="rect">
              <a:avLst/>
            </a:prstGeom>
            <a:noFill/>
            <a:ln w="9525">
              <a:noFill/>
            </a:ln>
          </p:spPr>
          <p:txBody>
            <a:bodyPr>
              <a:spAutoFit/>
            </a:bodyPr>
            <a:p>
              <a:pPr algn="l">
                <a:spcBef>
                  <a:spcPct val="50000"/>
                </a:spcBef>
                <a:buClr>
                  <a:schemeClr val="bg1"/>
                </a:buClr>
              </a:pPr>
              <a:r>
                <a:rPr lang="en-US" altLang="zh-CN" sz="2400">
                  <a:solidFill>
                    <a:srgbClr val="3366FF"/>
                  </a:solidFill>
                  <a:latin typeface="Times New Roman" panose="02020603050405020304" pitchFamily="18" charset="0"/>
                </a:rPr>
                <a:t>30</a:t>
              </a:r>
              <a:endParaRPr lang="en-US" altLang="zh-CN" sz="2400">
                <a:solidFill>
                  <a:srgbClr val="3366FF"/>
                </a:solidFill>
                <a:latin typeface="Times New Roman" panose="02020603050405020304" pitchFamily="18" charset="0"/>
              </a:endParaRPr>
            </a:p>
          </p:txBody>
        </p:sp>
      </p:gr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4739"/>
                                        </p:tgtEl>
                                        <p:attrNameLst>
                                          <p:attrName>style.visibility</p:attrName>
                                        </p:attrNameLst>
                                      </p:cBhvr>
                                      <p:to>
                                        <p:strVal val="visible"/>
                                      </p:to>
                                    </p:set>
                                    <p:animEffect transition="in" filter="dissolve">
                                      <p:cBhvr>
                                        <p:cTn id="7" dur="500"/>
                                        <p:tgtEl>
                                          <p:spTgt spid="244739"/>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44742"/>
                                        </p:tgtEl>
                                        <p:attrNameLst>
                                          <p:attrName>style.visibility</p:attrName>
                                        </p:attrNameLst>
                                      </p:cBhvr>
                                      <p:to>
                                        <p:strVal val="visible"/>
                                      </p:to>
                                    </p:set>
                                    <p:anim calcmode="lin" valueType="num">
                                      <p:cBhvr>
                                        <p:cTn id="12" dur="500" fill="hold"/>
                                        <p:tgtEl>
                                          <p:spTgt spid="244742"/>
                                        </p:tgtEl>
                                        <p:attrNameLst>
                                          <p:attrName>ppt_w</p:attrName>
                                        </p:attrNameLst>
                                      </p:cBhvr>
                                      <p:tavLst>
                                        <p:tav tm="0">
                                          <p:val>
                                            <p:fltVal val="0.000000"/>
                                          </p:val>
                                        </p:tav>
                                        <p:tav tm="100000">
                                          <p:val>
                                            <p:strVal val="#ppt_w"/>
                                          </p:val>
                                        </p:tav>
                                      </p:tavLst>
                                    </p:anim>
                                    <p:anim calcmode="lin" valueType="num">
                                      <p:cBhvr>
                                        <p:cTn id="13" dur="500" fill="hold"/>
                                        <p:tgtEl>
                                          <p:spTgt spid="244742"/>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244741"/>
                                        </p:tgtEl>
                                        <p:attrNameLst>
                                          <p:attrName>style.visibility</p:attrName>
                                        </p:attrNameLst>
                                      </p:cBhvr>
                                      <p:to>
                                        <p:strVal val="visible"/>
                                      </p:to>
                                    </p:set>
                                    <p:animEffect transition="in" filter="blinds(vertical)">
                                      <p:cBhvr>
                                        <p:cTn id="18" dur="500"/>
                                        <p:tgtEl>
                                          <p:spTgt spid="24474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44740"/>
                                        </p:tgtEl>
                                        <p:attrNameLst>
                                          <p:attrName>style.visibility</p:attrName>
                                        </p:attrNameLst>
                                      </p:cBhvr>
                                      <p:to>
                                        <p:strVal val="visible"/>
                                      </p:to>
                                    </p:set>
                                    <p:animEffect transition="in" filter="blinds(horizontal)">
                                      <p:cBhvr>
                                        <p:cTn id="23" dur="500"/>
                                        <p:tgtEl>
                                          <p:spTgt spid="244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9" grpId="0" animBg="1"/>
      <p:bldP spid="244740" grpId="0" animBg="1"/>
      <p:bldP spid="24474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5508" name="文本框 405507"/>
          <p:cNvSpPr txBox="1"/>
          <p:nvPr/>
        </p:nvSpPr>
        <p:spPr>
          <a:xfrm>
            <a:off x="3708400" y="260350"/>
            <a:ext cx="898525" cy="519113"/>
          </a:xfrm>
          <a:prstGeom prst="rect">
            <a:avLst/>
          </a:prstGeom>
          <a:noFill/>
          <a:ln w="9525">
            <a:noFill/>
          </a:ln>
        </p:spPr>
        <p:txBody>
          <a:bodyPr wrap="none" anchor="b">
            <a:spAutoFit/>
          </a:bodyPr>
          <a:p>
            <a:r>
              <a:rPr lang="zh-CN" altLang="en-US" sz="2800" dirty="0">
                <a:solidFill>
                  <a:srgbClr val="FF3300"/>
                </a:solidFill>
                <a:latin typeface="Arial Black" panose="020B0A04020102020204" pitchFamily="34" charset="0"/>
                <a:ea typeface="楷体_GB2312" panose="02010609030101010101" pitchFamily="49" charset="-122"/>
              </a:rPr>
              <a:t>作业</a:t>
            </a:r>
            <a:endParaRPr lang="zh-CN" altLang="en-US" sz="2800" dirty="0">
              <a:solidFill>
                <a:srgbClr val="FF3300"/>
              </a:solidFill>
              <a:latin typeface="Arial Black" panose="020B0A04020102020204" pitchFamily="34" charset="0"/>
              <a:ea typeface="楷体_GB2312" panose="02010609030101010101" pitchFamily="49" charset="-122"/>
            </a:endParaRPr>
          </a:p>
        </p:txBody>
      </p:sp>
      <p:sp>
        <p:nvSpPr>
          <p:cNvPr id="405509" name="文本框 405508"/>
          <p:cNvSpPr txBox="1"/>
          <p:nvPr/>
        </p:nvSpPr>
        <p:spPr>
          <a:xfrm>
            <a:off x="684213" y="836613"/>
            <a:ext cx="7705725" cy="2647950"/>
          </a:xfrm>
          <a:prstGeom prst="rect">
            <a:avLst/>
          </a:prstGeom>
          <a:noFill/>
          <a:ln w="9525">
            <a:noFill/>
          </a:ln>
        </p:spPr>
        <p:txBody>
          <a:bodyPr anchor="b">
            <a:spAutoFit/>
          </a:bodyPr>
          <a:p>
            <a:pPr algn="l"/>
            <a:r>
              <a:rPr lang="zh-CN" altLang="en-US" sz="2400" dirty="0">
                <a:latin typeface="楷体_GB2312" panose="02010609030101010101" pitchFamily="49" charset="-122"/>
                <a:ea typeface="楷体_GB2312" panose="02010609030101010101" pitchFamily="49" charset="-122"/>
              </a:rPr>
              <a:t>设某工厂有甲、乙、丙、丁四台机床，生产</a:t>
            </a:r>
            <a:r>
              <a:rPr lang="en-US" altLang="zh-CN" sz="2400" dirty="0">
                <a:latin typeface="楷体_GB2312" panose="02010609030101010101" pitchFamily="49" charset="-122"/>
                <a:ea typeface="楷体_GB2312" panose="02010609030101010101" pitchFamily="49" charset="-122"/>
              </a:rPr>
              <a:t>A</a:t>
            </a: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B</a:t>
            </a: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C</a:t>
            </a: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D</a:t>
            </a: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E</a:t>
            </a: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F</a:t>
            </a:r>
            <a:r>
              <a:rPr lang="zh-CN" altLang="en-US" sz="2400" dirty="0">
                <a:latin typeface="楷体_GB2312" panose="02010609030101010101" pitchFamily="49" charset="-122"/>
                <a:ea typeface="楷体_GB2312" panose="02010609030101010101" pitchFamily="49" charset="-122"/>
              </a:rPr>
              <a:t>六种产品，加工每一件产品所需时间（工时）和每一件产品的单价已知，如下表所示，表中没有填数的表示这台机床不能加工这种零件。假设甲、乙、丙、丁四台机床的最大工作能力分别为</a:t>
            </a:r>
            <a:r>
              <a:rPr lang="en-US" altLang="zh-CN" sz="2400" dirty="0">
                <a:latin typeface="楷体_GB2312" panose="02010609030101010101" pitchFamily="49" charset="-122"/>
                <a:ea typeface="楷体_GB2312" panose="02010609030101010101" pitchFamily="49" charset="-122"/>
              </a:rPr>
              <a:t>850</a:t>
            </a: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700</a:t>
            </a: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600</a:t>
            </a:r>
            <a:r>
              <a:rPr lang="zh-CN" altLang="en-US" sz="2400" dirty="0">
                <a:latin typeface="楷体_GB2312" panose="02010609030101010101" pitchFamily="49" charset="-122"/>
                <a:ea typeface="楷体_GB2312" panose="02010609030101010101" pitchFamily="49" charset="-122"/>
              </a:rPr>
              <a:t>、</a:t>
            </a:r>
            <a:r>
              <a:rPr lang="en-US" altLang="zh-CN" sz="2400" dirty="0">
                <a:latin typeface="楷体_GB2312" panose="02010609030101010101" pitchFamily="49" charset="-122"/>
                <a:ea typeface="楷体_GB2312" panose="02010609030101010101" pitchFamily="49" charset="-122"/>
              </a:rPr>
              <a:t>900</a:t>
            </a:r>
            <a:r>
              <a:rPr lang="zh-CN" altLang="en-US" sz="2400" dirty="0">
                <a:latin typeface="楷体_GB2312" panose="02010609030101010101" pitchFamily="49" charset="-122"/>
                <a:ea typeface="楷体_GB2312" panose="02010609030101010101" pitchFamily="49" charset="-122"/>
              </a:rPr>
              <a:t>工时，问在机床能力许可的条件下，每件产品应生产多少才能使该厂生产的利润最大。试建立此数学模型并求解。</a:t>
            </a:r>
            <a:endParaRPr lang="zh-CN" altLang="en-US" sz="2400" dirty="0">
              <a:latin typeface="楷体_GB2312" panose="02010609030101010101" pitchFamily="49" charset="-122"/>
              <a:ea typeface="楷体_GB2312" panose="02010609030101010101" pitchFamily="49" charset="-122"/>
            </a:endParaRPr>
          </a:p>
        </p:txBody>
      </p:sp>
      <p:graphicFrame>
        <p:nvGraphicFramePr>
          <p:cNvPr id="405607" name="表格 405606"/>
          <p:cNvGraphicFramePr/>
          <p:nvPr/>
        </p:nvGraphicFramePr>
        <p:xfrm>
          <a:off x="684213" y="3716338"/>
          <a:ext cx="7921625" cy="2903537"/>
        </p:xfrm>
        <a:graphic>
          <a:graphicData uri="http://schemas.openxmlformats.org/drawingml/2006/table">
            <a:tbl>
              <a:tblPr/>
              <a:tblGrid>
                <a:gridCol w="2089150"/>
                <a:gridCol w="1077913"/>
                <a:gridCol w="1008062"/>
                <a:gridCol w="936625"/>
                <a:gridCol w="936625"/>
                <a:gridCol w="1008063"/>
                <a:gridCol w="865187"/>
              </a:tblGrid>
              <a:tr h="814388">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400" dirty="0">
                          <a:latin typeface="Times New Roman" panose="02020603050405020304" pitchFamily="18" charset="0"/>
                        </a:rPr>
                        <a:t>                             </a:t>
                      </a:r>
                      <a:r>
                        <a:rPr lang="zh-CN" altLang="en-US" sz="1400" b="1" dirty="0">
                          <a:latin typeface="Times New Roman" panose="02020603050405020304" pitchFamily="18" charset="0"/>
                        </a:rPr>
                        <a:t>产品</a:t>
                      </a:r>
                      <a:endParaRPr lang="zh-CN" altLang="en-US" sz="1400" b="1" dirty="0">
                        <a:latin typeface="Times New Roman" panose="02020603050405020304" pitchFamily="18" charset="0"/>
                      </a:endParaRPr>
                    </a:p>
                    <a:p>
                      <a:pPr marL="0" lvl="0" indent="0">
                        <a:buNone/>
                      </a:pPr>
                      <a:r>
                        <a:rPr lang="zh-CN" altLang="en-US" sz="1400" b="1" dirty="0">
                          <a:latin typeface="Times New Roman" panose="02020603050405020304" pitchFamily="18" charset="0"/>
                        </a:rPr>
                        <a:t>        加工产品所需时间</a:t>
                      </a:r>
                      <a:endParaRPr lang="zh-CN" altLang="en-US" sz="1400" b="1" dirty="0">
                        <a:latin typeface="Times New Roman" panose="02020603050405020304" pitchFamily="18" charset="0"/>
                      </a:endParaRPr>
                    </a:p>
                    <a:p>
                      <a:pPr marL="0" lvl="0" indent="0">
                        <a:buNone/>
                      </a:pPr>
                      <a:r>
                        <a:rPr lang="zh-CN" altLang="en-US" sz="1400" b="1" dirty="0">
                          <a:latin typeface="Times New Roman" panose="02020603050405020304" pitchFamily="18" charset="0"/>
                        </a:rPr>
                        <a:t>机床</a:t>
                      </a:r>
                      <a:endParaRPr lang="zh-CN" altLang="en-US" sz="1400" b="1"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A</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B</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C</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D</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E</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F</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000" b="1" dirty="0">
                          <a:latin typeface="Times New Roman" panose="02020603050405020304" pitchFamily="18" charset="0"/>
                        </a:rPr>
                        <a:t>甲</a:t>
                      </a:r>
                      <a:endParaRPr lang="zh-CN" altLang="en-US" sz="2000" b="1"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1</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1</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1</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3</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3</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3</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5287">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000" b="1" dirty="0">
                          <a:latin typeface="Times New Roman" panose="02020603050405020304" pitchFamily="18" charset="0"/>
                        </a:rPr>
                        <a:t>乙</a:t>
                      </a:r>
                      <a:endParaRPr lang="zh-CN" altLang="en-US" sz="2000" b="1"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2</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5</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6875">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000" b="1" dirty="0">
                          <a:latin typeface="Times New Roman" panose="02020603050405020304" pitchFamily="18" charset="0"/>
                        </a:rPr>
                        <a:t>丙</a:t>
                      </a:r>
                      <a:endParaRPr lang="zh-CN" altLang="en-US" sz="2000" b="1"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2</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5</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5288">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000" b="1" dirty="0">
                          <a:latin typeface="Times New Roman" panose="02020603050405020304" pitchFamily="18" charset="0"/>
                        </a:rPr>
                        <a:t>丁</a:t>
                      </a:r>
                      <a:endParaRPr lang="zh-CN" altLang="en-US" sz="2000" b="1"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3</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8</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69900">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000" b="1" dirty="0">
                          <a:latin typeface="Times New Roman" panose="02020603050405020304" pitchFamily="18" charset="0"/>
                        </a:rPr>
                        <a:t>每件产品单价</a:t>
                      </a:r>
                      <a:endParaRPr lang="zh-CN" altLang="en-US" sz="2000" b="1"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40</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28</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32</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72</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64</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000" dirty="0">
                          <a:latin typeface="Times New Roman" panose="02020603050405020304" pitchFamily="18" charset="0"/>
                        </a:rPr>
                        <a:t>80</a:t>
                      </a:r>
                      <a:endParaRPr lang="zh-CN" altLang="en-US" sz="2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405599" name="直接连接符 405598"/>
          <p:cNvSpPr/>
          <p:nvPr/>
        </p:nvSpPr>
        <p:spPr>
          <a:xfrm>
            <a:off x="684213" y="3716338"/>
            <a:ext cx="574675" cy="792162"/>
          </a:xfrm>
          <a:prstGeom prst="line">
            <a:avLst/>
          </a:prstGeom>
          <a:ln w="15875" cap="flat" cmpd="sng">
            <a:solidFill>
              <a:srgbClr val="800000"/>
            </a:solidFill>
            <a:prstDash val="solid"/>
            <a:headEnd type="none" w="med" len="med"/>
            <a:tailEnd type="none" w="med" len="med"/>
          </a:ln>
        </p:spPr>
      </p:sp>
      <p:sp>
        <p:nvSpPr>
          <p:cNvPr id="405600" name="直接连接符 405599"/>
          <p:cNvSpPr/>
          <p:nvPr/>
        </p:nvSpPr>
        <p:spPr>
          <a:xfrm>
            <a:off x="684213" y="3716338"/>
            <a:ext cx="2087562" cy="360362"/>
          </a:xfrm>
          <a:prstGeom prst="line">
            <a:avLst/>
          </a:prstGeom>
          <a:ln w="15875" cap="flat" cmpd="sng">
            <a:solidFill>
              <a:srgbClr val="800000"/>
            </a:solidFill>
            <a:prstDash val="solid"/>
            <a:headEnd type="none" w="med" len="med"/>
            <a:tailEnd type="none" w="med" len="med"/>
          </a:ln>
        </p:spPr>
      </p:sp>
      <p:sp>
        <p:nvSpPr>
          <p:cNvPr id="2" name="灯片编号占位符 1"/>
          <p:cNvSpPr/>
          <p:nvPr>
            <p:ph type="sldNum" sz="quarter" idx="12"/>
          </p:nvPr>
        </p:nvSpPr>
        <p:spPr/>
        <p:txBody>
          <a:bodyPr/>
          <a:p>
            <a:pPr lvl="0"/>
            <a:fld id="{9A0DB2DC-4C9A-4742-B13C-FB6460FD3503}" type="slidenum">
              <a:rPr lang="zh-CN" altLang="en-US" dirty="0"/>
            </a:fld>
            <a:endParaRPr lang="zh-CN" altLang="en-US" dirty="0"/>
          </a:p>
        </p:txBody>
      </p:sp>
    </p:spTree>
  </p:cSld>
  <p:clrMapOvr>
    <a:masterClrMapping/>
  </p:clrMapOvr>
</p:sld>
</file>

<file path=ppt/theme/theme1.xml><?xml version="1.0" encoding="utf-8"?>
<a:theme xmlns:a="http://schemas.openxmlformats.org/drawingml/2006/main" name="Pixel">
  <a:themeElements>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fontScheme name="">
      <a:majorFont>
        <a:latin typeface="Arial"/>
        <a:ea typeface="隶书"/>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0066"/>
        </a:lt1>
        <a:dk2>
          <a:srgbClr val="FFFFFF"/>
        </a:dk2>
        <a:lt2>
          <a:srgbClr val="0066FF"/>
        </a:lt2>
        <a:accent1>
          <a:srgbClr val="6699FF"/>
        </a:accent1>
        <a:accent2>
          <a:srgbClr val="3333FF"/>
        </a:accent2>
        <a:accent3>
          <a:srgbClr val="AAAAB9"/>
        </a:accent3>
        <a:accent4>
          <a:srgbClr val="DCDCDC"/>
        </a:accent4>
        <a:accent5>
          <a:srgbClr val="B9CAFF"/>
        </a:accent5>
        <a:accent6>
          <a:srgbClr val="2D2DE5"/>
        </a:accent6>
        <a:hlink>
          <a:srgbClr val="FFCC00"/>
        </a:hlink>
        <a:folHlink>
          <a:srgbClr val="0000CC"/>
        </a:folHlink>
      </a:clrScheme>
      <a:clrMap bg1="lt1" tx1="dk1" bg2="lt2" tx2="dk2" accent1="accent1" accent2="accent2" accent3="accent3" accent4="accent4" accent5="accent5" accent6="accent6" hlink="hlink" folHlink="folHlink"/>
    </a:extraClrScheme>
    <a:extraClrScheme>
      <a:clrScheme name="">
        <a:dk1>
          <a:srgbClr val="FFFFFF"/>
        </a:dk1>
        <a:lt1>
          <a:srgbClr val="334B49"/>
        </a:lt1>
        <a:dk2>
          <a:srgbClr val="FFFFFF"/>
        </a:dk2>
        <a:lt2>
          <a:srgbClr val="009999"/>
        </a:lt2>
        <a:accent1>
          <a:srgbClr val="33CCCC"/>
        </a:accent1>
        <a:accent2>
          <a:srgbClr val="008080"/>
        </a:accent2>
        <a:accent3>
          <a:srgbClr val="ADB2B1"/>
        </a:accent3>
        <a:accent4>
          <a:srgbClr val="DCDCDC"/>
        </a:accent4>
        <a:accent5>
          <a:srgbClr val="ADE2E2"/>
        </a:accent5>
        <a:accent6>
          <a:srgbClr val="007272"/>
        </a:accent6>
        <a:hlink>
          <a:srgbClr val="FFCC00"/>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99"/>
        </a:lt1>
        <a:dk2>
          <a:srgbClr val="FFFFFF"/>
        </a:dk2>
        <a:lt2>
          <a:srgbClr val="006699"/>
        </a:lt2>
        <a:accent1>
          <a:srgbClr val="0099CC"/>
        </a:accent1>
        <a:accent2>
          <a:srgbClr val="0386AF"/>
        </a:accent2>
        <a:accent3>
          <a:srgbClr val="ADADCA"/>
        </a:accent3>
        <a:accent4>
          <a:srgbClr val="DCDCDC"/>
        </a:accent4>
        <a:accent5>
          <a:srgbClr val="AACAE2"/>
        </a:accent5>
        <a:accent6>
          <a:srgbClr val="02789D"/>
        </a:accent6>
        <a:hlink>
          <a:srgbClr val="FFCC00"/>
        </a:hlink>
        <a:folHlink>
          <a:srgbClr val="6699FF"/>
        </a:folHlink>
      </a:clrScheme>
      <a:clrMap bg1="lt1" tx1="dk1" bg2="lt2" tx2="dk2" accent1="accent1" accent2="accent2" accent3="accent3" accent4="accent4" accent5="accent5" accent6="accent6" hlink="hlink" folHlink="folHlink"/>
    </a:extraClrScheme>
    <a:extraClrScheme>
      <a:clrScheme name="">
        <a:dk1>
          <a:srgbClr val="FFFFFF"/>
        </a:dk1>
        <a:lt1>
          <a:srgbClr val="2F978D"/>
        </a:lt1>
        <a:dk2>
          <a:srgbClr val="FFFFFF"/>
        </a:dk2>
        <a:lt2>
          <a:srgbClr val="008080"/>
        </a:lt2>
        <a:accent1>
          <a:srgbClr val="0099FF"/>
        </a:accent1>
        <a:accent2>
          <a:srgbClr val="009999"/>
        </a:accent2>
        <a:accent3>
          <a:srgbClr val="ADC9C5"/>
        </a:accent3>
        <a:accent4>
          <a:srgbClr val="DCDCDC"/>
        </a:accent4>
        <a:accent5>
          <a:srgbClr val="AACAFF"/>
        </a:accent5>
        <a:accent6>
          <a:srgbClr val="008989"/>
        </a:accent6>
        <a:hlink>
          <a:srgbClr val="FFFFCC"/>
        </a:hlink>
        <a:folHlink>
          <a:srgbClr val="70CAC6"/>
        </a:folHlink>
      </a:clrScheme>
      <a:clrMap bg1="lt1" tx1="dk1" bg2="lt2" tx2="dk2" accent1="accent1" accent2="accent2" accent3="accent3" accent4="accent4" accent5="accent5" accent6="accent6" hlink="hlink" folHlink="folHlink"/>
    </a:extraClrScheme>
    <a:extraClrScheme>
      <a:clrScheme name="">
        <a:dk1>
          <a:srgbClr val="FFFFFF"/>
        </a:dk1>
        <a:lt1>
          <a:srgbClr val="330000"/>
        </a:lt1>
        <a:dk2>
          <a:srgbClr val="FFFFFF"/>
        </a:dk2>
        <a:lt2>
          <a:srgbClr val="822504"/>
        </a:lt2>
        <a:accent1>
          <a:srgbClr val="FF9900"/>
        </a:accent1>
        <a:accent2>
          <a:srgbClr val="9E2A06"/>
        </a:accent2>
        <a:accent3>
          <a:srgbClr val="ADAAAA"/>
        </a:accent3>
        <a:accent4>
          <a:srgbClr val="DCDCDC"/>
        </a:accent4>
        <a:accent5>
          <a:srgbClr val="FFCAAA"/>
        </a:accent5>
        <a:accent6>
          <a:srgbClr val="8D2504"/>
        </a:accent6>
        <a:hlink>
          <a:srgbClr val="FF3300"/>
        </a:hlink>
        <a:folHlink>
          <a:srgbClr val="7C0704"/>
        </a:folHlink>
      </a:clrScheme>
      <a:clrMap bg1="lt1" tx1="dk1" bg2="lt2" tx2="dk2" accent1="accent1" accent2="accent2" accent3="accent3" accent4="accent4" accent5="accent5" accent6="accent6" hlink="hlink" folHlink="folHlink"/>
    </a:extraClrScheme>
    <a:extraClrScheme>
      <a:clrScheme name="">
        <a:dk1>
          <a:srgbClr val="FFFFFF"/>
        </a:dk1>
        <a:lt1>
          <a:srgbClr val="4A7911"/>
        </a:lt1>
        <a:dk2>
          <a:srgbClr val="FFFFFF"/>
        </a:dk2>
        <a:lt2>
          <a:srgbClr val="336600"/>
        </a:lt2>
        <a:accent1>
          <a:srgbClr val="666633"/>
        </a:accent1>
        <a:accent2>
          <a:srgbClr val="669900"/>
        </a:accent2>
        <a:accent3>
          <a:srgbClr val="B2BEAA"/>
        </a:accent3>
        <a:accent4>
          <a:srgbClr val="DCDCDC"/>
        </a:accent4>
        <a:accent5>
          <a:srgbClr val="B9B9AD"/>
        </a:accent5>
        <a:accent6>
          <a:srgbClr val="5B8900"/>
        </a:accent6>
        <a:hlink>
          <a:srgbClr val="FFCC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75B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B89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C0465"/>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192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CAEC1"/>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吉祥如意">
  <a:themeElements>
    <a:clrScheme name="">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DF8FF"/>
      </a:accent5>
      <a:accent6>
        <a:srgbClr val="E5CAB0"/>
      </a:accent6>
      <a:hlink>
        <a:srgbClr val="0066CC"/>
      </a:hlink>
      <a:folHlink>
        <a:srgbClr val="9F9FBF"/>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DF8FF"/>
        </a:accent5>
        <a:accent6>
          <a:srgbClr val="E5CAB0"/>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
        <a:dk1>
          <a:srgbClr val="59582D"/>
        </a:dk1>
        <a:lt1>
          <a:srgbClr val="EAEAEA"/>
        </a:lt1>
        <a:dk2>
          <a:srgbClr val="666699"/>
        </a:dk2>
        <a:lt2>
          <a:srgbClr val="D9D9D9"/>
        </a:lt2>
        <a:accent1>
          <a:srgbClr val="CCECFF"/>
        </a:accent1>
        <a:accent2>
          <a:srgbClr val="B2D2C7"/>
        </a:accent2>
        <a:accent3>
          <a:srgbClr val="F2F2F2"/>
        </a:accent3>
        <a:accent4>
          <a:srgbClr val="4B4B25"/>
        </a:accent4>
        <a:accent5>
          <a:srgbClr val="E2F4FF"/>
        </a:accent5>
        <a:accent6>
          <a:srgbClr val="9FBCB2"/>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
        <a:dk1>
          <a:srgbClr val="000099"/>
        </a:dk1>
        <a:lt1>
          <a:srgbClr val="FFFFCC"/>
        </a:lt1>
        <a:dk2>
          <a:srgbClr val="004000"/>
        </a:dk2>
        <a:lt2>
          <a:srgbClr val="FFD9B3"/>
        </a:lt2>
        <a:accent1>
          <a:srgbClr val="FFD9D9"/>
        </a:accent1>
        <a:accent2>
          <a:srgbClr val="DDDDDD"/>
        </a:accent2>
        <a:accent3>
          <a:srgbClr val="FFFFE2"/>
        </a:accent3>
        <a:accent4>
          <a:srgbClr val="000083"/>
        </a:accent4>
        <a:accent5>
          <a:srgbClr val="FFE9E9"/>
        </a:accent5>
        <a:accent6>
          <a:srgbClr val="C6C6C6"/>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
        <a:dk1>
          <a:srgbClr val="000000"/>
        </a:dk1>
        <a:lt1>
          <a:srgbClr val="DCE8E2"/>
        </a:lt1>
        <a:dk2>
          <a:srgbClr val="0033CC"/>
        </a:dk2>
        <a:lt2>
          <a:srgbClr val="C4C4D8"/>
        </a:lt2>
        <a:accent1>
          <a:srgbClr val="FFFFFF"/>
        </a:accent1>
        <a:accent2>
          <a:srgbClr val="A9CFB1"/>
        </a:accent2>
        <a:accent3>
          <a:srgbClr val="EAF1EE"/>
        </a:accent3>
        <a:accent4>
          <a:srgbClr val="000000"/>
        </a:accent4>
        <a:accent5>
          <a:srgbClr val="FFFFFF"/>
        </a:accent5>
        <a:accent6>
          <a:srgbClr val="97B99E"/>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
        <a:dk1>
          <a:srgbClr val="606090"/>
        </a:dk1>
        <a:lt1>
          <a:srgbClr val="E5FFFF"/>
        </a:lt1>
        <a:dk2>
          <a:srgbClr val="0000CC"/>
        </a:dk2>
        <a:lt2>
          <a:srgbClr val="91DAFF"/>
        </a:lt2>
        <a:accent1>
          <a:srgbClr val="EAEAEA"/>
        </a:accent1>
        <a:accent2>
          <a:srgbClr val="FFE2C5"/>
        </a:accent2>
        <a:accent3>
          <a:srgbClr val="EFFFFF"/>
        </a:accent3>
        <a:accent4>
          <a:srgbClr val="52527B"/>
        </a:accent4>
        <a:accent5>
          <a:srgbClr val="F2F2F2"/>
        </a:accent5>
        <a:accent6>
          <a:srgbClr val="E5CAB0"/>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
        <a:dk1>
          <a:srgbClr val="CC0066"/>
        </a:dk1>
        <a:lt1>
          <a:srgbClr val="FFDDBB"/>
        </a:lt1>
        <a:dk2>
          <a:srgbClr val="000000"/>
        </a:dk2>
        <a:lt2>
          <a:srgbClr val="C0C0C0"/>
        </a:lt2>
        <a:accent1>
          <a:srgbClr val="FFFFCC"/>
        </a:accent1>
        <a:accent2>
          <a:srgbClr val="FFFFFF"/>
        </a:accent2>
        <a:accent3>
          <a:srgbClr val="FFEBD9"/>
        </a:accent3>
        <a:accent4>
          <a:srgbClr val="AF0057"/>
        </a:accent4>
        <a:accent5>
          <a:srgbClr val="FFFFE2"/>
        </a:accent5>
        <a:accent6>
          <a:srgbClr val="E5E5E5"/>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
        <a:dk1>
          <a:srgbClr val="FFFF99"/>
        </a:dk1>
        <a:lt1>
          <a:srgbClr val="800000"/>
        </a:lt1>
        <a:dk2>
          <a:srgbClr val="FFFFFF"/>
        </a:dk2>
        <a:lt2>
          <a:srgbClr val="B60000"/>
        </a:lt2>
        <a:accent1>
          <a:srgbClr val="9888A4"/>
        </a:accent1>
        <a:accent2>
          <a:srgbClr val="A9335D"/>
        </a:accent2>
        <a:accent3>
          <a:srgbClr val="C1AAAA"/>
        </a:accent3>
        <a:accent4>
          <a:srgbClr val="DCDC83"/>
        </a:accent4>
        <a:accent5>
          <a:srgbClr val="CAC4CF"/>
        </a:accent5>
        <a:accent6>
          <a:srgbClr val="972D53"/>
        </a:accent6>
        <a:hlink>
          <a:srgbClr val="CCECFF"/>
        </a:hlink>
        <a:folHlink>
          <a:srgbClr val="FF6600"/>
        </a:folHlink>
      </a:clrScheme>
      <a:clrMap bg1="lt1" tx1="dk1" bg2="lt2" tx2="dk2" accent1="accent1" accent2="accent2" accent3="accent3" accent4="accent4" accent5="accent5" accent6="accent6" hlink="hlink" folHlink="folHlink"/>
    </a:extraClrScheme>
    <a:extraClrScheme>
      <a:clrScheme name="">
        <a:dk1>
          <a:srgbClr val="FFFFFF"/>
        </a:dk1>
        <a:lt1>
          <a:srgbClr val="1C1C1C"/>
        </a:lt1>
        <a:dk2>
          <a:srgbClr val="FFFF66"/>
        </a:dk2>
        <a:lt2>
          <a:srgbClr val="808080"/>
        </a:lt2>
        <a:accent1>
          <a:srgbClr val="9898BA"/>
        </a:accent1>
        <a:accent2>
          <a:srgbClr val="777777"/>
        </a:accent2>
        <a:accent3>
          <a:srgbClr val="AAAAAA"/>
        </a:accent3>
        <a:accent4>
          <a:srgbClr val="DCDCDC"/>
        </a:accent4>
        <a:accent5>
          <a:srgbClr val="CACAD9"/>
        </a:accent5>
        <a:accent6>
          <a:srgbClr val="6A6A6A"/>
        </a:accent6>
        <a:hlink>
          <a:srgbClr val="CCFF99"/>
        </a:hlink>
        <a:folHlink>
          <a:srgbClr val="E43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Pixel">
  <a:themeElements>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fontScheme name="">
      <a:majorFont>
        <a:latin typeface="Arial"/>
        <a:ea typeface="隶书"/>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0066"/>
        </a:lt1>
        <a:dk2>
          <a:srgbClr val="FFFFFF"/>
        </a:dk2>
        <a:lt2>
          <a:srgbClr val="0066FF"/>
        </a:lt2>
        <a:accent1>
          <a:srgbClr val="6699FF"/>
        </a:accent1>
        <a:accent2>
          <a:srgbClr val="3333FF"/>
        </a:accent2>
        <a:accent3>
          <a:srgbClr val="AAAAB9"/>
        </a:accent3>
        <a:accent4>
          <a:srgbClr val="DCDCDC"/>
        </a:accent4>
        <a:accent5>
          <a:srgbClr val="B9CAFF"/>
        </a:accent5>
        <a:accent6>
          <a:srgbClr val="2D2DE5"/>
        </a:accent6>
        <a:hlink>
          <a:srgbClr val="FFCC00"/>
        </a:hlink>
        <a:folHlink>
          <a:srgbClr val="0000CC"/>
        </a:folHlink>
      </a:clrScheme>
      <a:clrMap bg1="lt1" tx1="dk1" bg2="lt2" tx2="dk2" accent1="accent1" accent2="accent2" accent3="accent3" accent4="accent4" accent5="accent5" accent6="accent6" hlink="hlink" folHlink="folHlink"/>
    </a:extraClrScheme>
    <a:extraClrScheme>
      <a:clrScheme name="">
        <a:dk1>
          <a:srgbClr val="FFFFFF"/>
        </a:dk1>
        <a:lt1>
          <a:srgbClr val="334B49"/>
        </a:lt1>
        <a:dk2>
          <a:srgbClr val="FFFFFF"/>
        </a:dk2>
        <a:lt2>
          <a:srgbClr val="009999"/>
        </a:lt2>
        <a:accent1>
          <a:srgbClr val="33CCCC"/>
        </a:accent1>
        <a:accent2>
          <a:srgbClr val="008080"/>
        </a:accent2>
        <a:accent3>
          <a:srgbClr val="ADB2B1"/>
        </a:accent3>
        <a:accent4>
          <a:srgbClr val="DCDCDC"/>
        </a:accent4>
        <a:accent5>
          <a:srgbClr val="ADE2E2"/>
        </a:accent5>
        <a:accent6>
          <a:srgbClr val="007272"/>
        </a:accent6>
        <a:hlink>
          <a:srgbClr val="FFCC00"/>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99"/>
        </a:lt1>
        <a:dk2>
          <a:srgbClr val="FFFFFF"/>
        </a:dk2>
        <a:lt2>
          <a:srgbClr val="006699"/>
        </a:lt2>
        <a:accent1>
          <a:srgbClr val="0099CC"/>
        </a:accent1>
        <a:accent2>
          <a:srgbClr val="0386AF"/>
        </a:accent2>
        <a:accent3>
          <a:srgbClr val="ADADCA"/>
        </a:accent3>
        <a:accent4>
          <a:srgbClr val="DCDCDC"/>
        </a:accent4>
        <a:accent5>
          <a:srgbClr val="AACAE2"/>
        </a:accent5>
        <a:accent6>
          <a:srgbClr val="02789D"/>
        </a:accent6>
        <a:hlink>
          <a:srgbClr val="FFCC00"/>
        </a:hlink>
        <a:folHlink>
          <a:srgbClr val="6699FF"/>
        </a:folHlink>
      </a:clrScheme>
      <a:clrMap bg1="lt1" tx1="dk1" bg2="lt2" tx2="dk2" accent1="accent1" accent2="accent2" accent3="accent3" accent4="accent4" accent5="accent5" accent6="accent6" hlink="hlink" folHlink="folHlink"/>
    </a:extraClrScheme>
    <a:extraClrScheme>
      <a:clrScheme name="">
        <a:dk1>
          <a:srgbClr val="FFFFFF"/>
        </a:dk1>
        <a:lt1>
          <a:srgbClr val="2F978D"/>
        </a:lt1>
        <a:dk2>
          <a:srgbClr val="FFFFFF"/>
        </a:dk2>
        <a:lt2>
          <a:srgbClr val="008080"/>
        </a:lt2>
        <a:accent1>
          <a:srgbClr val="0099FF"/>
        </a:accent1>
        <a:accent2>
          <a:srgbClr val="009999"/>
        </a:accent2>
        <a:accent3>
          <a:srgbClr val="ADC9C5"/>
        </a:accent3>
        <a:accent4>
          <a:srgbClr val="DCDCDC"/>
        </a:accent4>
        <a:accent5>
          <a:srgbClr val="AACAFF"/>
        </a:accent5>
        <a:accent6>
          <a:srgbClr val="008989"/>
        </a:accent6>
        <a:hlink>
          <a:srgbClr val="FFFFCC"/>
        </a:hlink>
        <a:folHlink>
          <a:srgbClr val="70CAC6"/>
        </a:folHlink>
      </a:clrScheme>
      <a:clrMap bg1="lt1" tx1="dk1" bg2="lt2" tx2="dk2" accent1="accent1" accent2="accent2" accent3="accent3" accent4="accent4" accent5="accent5" accent6="accent6" hlink="hlink" folHlink="folHlink"/>
    </a:extraClrScheme>
    <a:extraClrScheme>
      <a:clrScheme name="">
        <a:dk1>
          <a:srgbClr val="FFFFFF"/>
        </a:dk1>
        <a:lt1>
          <a:srgbClr val="330000"/>
        </a:lt1>
        <a:dk2>
          <a:srgbClr val="FFFFFF"/>
        </a:dk2>
        <a:lt2>
          <a:srgbClr val="822504"/>
        </a:lt2>
        <a:accent1>
          <a:srgbClr val="FF9900"/>
        </a:accent1>
        <a:accent2>
          <a:srgbClr val="9E2A06"/>
        </a:accent2>
        <a:accent3>
          <a:srgbClr val="ADAAAA"/>
        </a:accent3>
        <a:accent4>
          <a:srgbClr val="DCDCDC"/>
        </a:accent4>
        <a:accent5>
          <a:srgbClr val="FFCAAA"/>
        </a:accent5>
        <a:accent6>
          <a:srgbClr val="8D2504"/>
        </a:accent6>
        <a:hlink>
          <a:srgbClr val="FF3300"/>
        </a:hlink>
        <a:folHlink>
          <a:srgbClr val="7C0704"/>
        </a:folHlink>
      </a:clrScheme>
      <a:clrMap bg1="lt1" tx1="dk1" bg2="lt2" tx2="dk2" accent1="accent1" accent2="accent2" accent3="accent3" accent4="accent4" accent5="accent5" accent6="accent6" hlink="hlink" folHlink="folHlink"/>
    </a:extraClrScheme>
    <a:extraClrScheme>
      <a:clrScheme name="">
        <a:dk1>
          <a:srgbClr val="FFFFFF"/>
        </a:dk1>
        <a:lt1>
          <a:srgbClr val="4A7911"/>
        </a:lt1>
        <a:dk2>
          <a:srgbClr val="FFFFFF"/>
        </a:dk2>
        <a:lt2>
          <a:srgbClr val="336600"/>
        </a:lt2>
        <a:accent1>
          <a:srgbClr val="666633"/>
        </a:accent1>
        <a:accent2>
          <a:srgbClr val="669900"/>
        </a:accent2>
        <a:accent3>
          <a:srgbClr val="B2BEAA"/>
        </a:accent3>
        <a:accent4>
          <a:srgbClr val="DCDCDC"/>
        </a:accent4>
        <a:accent5>
          <a:srgbClr val="B9B9AD"/>
        </a:accent5>
        <a:accent6>
          <a:srgbClr val="5B8900"/>
        </a:accent6>
        <a:hlink>
          <a:srgbClr val="FFCC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75B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B89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C0465"/>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192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CAEC1"/>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14106</Words>
  <Application>WPS 演示</Application>
  <PresentationFormat>在屏幕上显示</PresentationFormat>
  <Paragraphs>1484</Paragraphs>
  <Slides>42</Slides>
  <Notes>1</Notes>
  <HiddenSlides>0</HiddenSlides>
  <MMClips>0</MMClips>
  <ScaleCrop>false</ScaleCrop>
  <HeadingPairs>
    <vt:vector size="8" baseType="variant">
      <vt:variant>
        <vt:lpstr>已用的字体</vt:lpstr>
      </vt:variant>
      <vt:variant>
        <vt:i4>17</vt:i4>
      </vt:variant>
      <vt:variant>
        <vt:lpstr>主题</vt:lpstr>
      </vt:variant>
      <vt:variant>
        <vt:i4>3</vt:i4>
      </vt:variant>
      <vt:variant>
        <vt:lpstr>嵌入 OLE 服务器</vt:lpstr>
      </vt:variant>
      <vt:variant>
        <vt:i4>42</vt:i4>
      </vt:variant>
      <vt:variant>
        <vt:lpstr>幻灯片标题</vt:lpstr>
      </vt:variant>
      <vt:variant>
        <vt:i4>42</vt:i4>
      </vt:variant>
    </vt:vector>
  </HeadingPairs>
  <TitlesOfParts>
    <vt:vector size="104" baseType="lpstr">
      <vt:lpstr>Arial</vt:lpstr>
      <vt:lpstr>宋体</vt:lpstr>
      <vt:lpstr>Wingdings</vt:lpstr>
      <vt:lpstr>Arial Black</vt:lpstr>
      <vt:lpstr>楷体_GB2312</vt:lpstr>
      <vt:lpstr>Times New Roman</vt:lpstr>
      <vt:lpstr>Wingdings 2</vt:lpstr>
      <vt:lpstr>隶书</vt:lpstr>
      <vt:lpstr>华文行楷</vt:lpstr>
      <vt:lpstr>幼圆</vt:lpstr>
      <vt:lpstr>华文新魏</vt:lpstr>
      <vt:lpstr>微软雅黑</vt:lpstr>
      <vt:lpstr>Arial Unicode MS</vt:lpstr>
      <vt:lpstr>Courier New</vt:lpstr>
      <vt:lpstr>Symbol</vt:lpstr>
      <vt:lpstr>华文楷体</vt:lpstr>
      <vt:lpstr>新宋体</vt:lpstr>
      <vt:lpstr>Pixel</vt:lpstr>
      <vt:lpstr>吉祥如意</vt:lpstr>
      <vt:lpstr>1_Pixel</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PBrush</vt:lpstr>
      <vt:lpstr>PBrush</vt:lpstr>
      <vt:lpstr>PBrush</vt:lpstr>
      <vt:lpstr>PBrush</vt:lpstr>
      <vt:lpstr>PBrush</vt:lpstr>
      <vt:lpstr>PBrush</vt:lpstr>
      <vt:lpstr>PBrush</vt:lpstr>
      <vt:lpstr>PBrush</vt:lpstr>
      <vt:lpstr>Paint.Picture</vt:lpstr>
      <vt:lpstr>MS_ClipArt_Gallery.2</vt:lpstr>
      <vt:lpstr>PBrush</vt:lpstr>
      <vt:lpstr>MS_ClipArt_Gallery.2</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数学规划模型</vt:lpstr>
      <vt:lpstr>PowerPoint 演示文稿</vt:lpstr>
      <vt:lpstr>PowerPoint 演示文稿</vt:lpstr>
      <vt:lpstr>PowerPoint 演示文稿</vt:lpstr>
      <vt:lpstr>PowerPoint 演示文稿</vt:lpstr>
      <vt:lpstr>PowerPoint 演示文稿</vt:lpstr>
      <vt:lpstr> 求解线性规划的方法（图解法） </vt:lpstr>
      <vt:lpstr>求解线性规划的方法（软件实现）</vt:lpstr>
      <vt:lpstr>PowerPoint 演示文稿</vt:lpstr>
      <vt:lpstr>PowerPoint 演示文稿</vt:lpstr>
      <vt:lpstr>PowerPoint 演示文稿</vt:lpstr>
      <vt:lpstr>PowerPoint 演示文稿</vt:lpstr>
      <vt:lpstr>练习：建立下列数学模型</vt:lpstr>
      <vt:lpstr>PowerPoint 演示文稿</vt:lpstr>
      <vt:lpstr>PowerPoint 演示文稿</vt:lpstr>
      <vt:lpstr>§4.1  奶制品的生产与销售</vt:lpstr>
      <vt:lpstr>PowerPoint 演示文稿</vt:lpstr>
      <vt:lpstr>PowerPoint 演示文稿</vt:lpstr>
      <vt:lpstr>PowerPoint 演示文稿</vt:lpstr>
      <vt:lpstr>PowerPoint 演示文稿</vt:lpstr>
      <vt:lpstr>PowerPoint 演示文稿</vt:lpstr>
      <vt:lpstr>模型求解（软件求解）</vt:lpstr>
      <vt:lpstr>求解结果及其解释</vt:lpstr>
      <vt:lpstr>PowerPoint 演示文稿</vt:lpstr>
      <vt:lpstr>用程序验证我们的分析结果</vt:lpstr>
      <vt:lpstr>LINGO菜单介绍</vt:lpstr>
      <vt:lpstr>PowerPoint 演示文稿</vt:lpstr>
      <vt:lpstr>PowerPoint 演示文稿</vt:lpstr>
      <vt:lpstr>PowerPoint 演示文稿</vt:lpstr>
      <vt:lpstr>         复习上节内容</vt:lpstr>
      <vt:lpstr>PowerPoint 演示文稿</vt:lpstr>
      <vt:lpstr>PowerPoint 演示文稿</vt:lpstr>
      <vt:lpstr>例1 自来水输送</vt:lpstr>
      <vt:lpstr>PowerPoint 演示文稿</vt:lpstr>
      <vt:lpstr>PowerPoint 演示文稿</vt:lpstr>
      <vt:lpstr>模型求解</vt:lpstr>
      <vt:lpstr>PowerPoint 演示文稿</vt:lpstr>
      <vt:lpstr>PowerPoint 演示文稿</vt:lpstr>
      <vt:lpstr>计算三个水库分别向四个小区供应每千吨水的利润</vt:lpstr>
      <vt:lpstr>模型程序及求解结果</vt:lpstr>
      <vt:lpstr>PowerPoint 演示文稿</vt:lpstr>
      <vt:lpstr>PowerPoint 演示文稿</vt:lpstr>
    </vt:vector>
  </TitlesOfParts>
  <Company>zju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线型规划模型</dc:title>
  <dc:creator>石琳</dc:creator>
  <cp:lastModifiedBy>个性</cp:lastModifiedBy>
  <cp:revision>311</cp:revision>
  <dcterms:created xsi:type="dcterms:W3CDTF">2004-03-20T01:51:00Z</dcterms:created>
  <dcterms:modified xsi:type="dcterms:W3CDTF">2018-03-18T12:07:02Z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