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av" ContentType="audio/x-wav"/>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5" r:id="rId3"/>
  </p:sldMasterIdLst>
  <p:notesMasterIdLst>
    <p:notesMasterId r:id="rId15"/>
  </p:notesMasterIdLst>
  <p:handoutMasterIdLst>
    <p:handoutMasterId r:id="rId75"/>
  </p:handoutMasterIdLst>
  <p:sldIdLst>
    <p:sldId id="575" r:id="rId4"/>
    <p:sldId id="402" r:id="rId5"/>
    <p:sldId id="451" r:id="rId6"/>
    <p:sldId id="403" r:id="rId7"/>
    <p:sldId id="404" r:id="rId8"/>
    <p:sldId id="405" r:id="rId9"/>
    <p:sldId id="406" r:id="rId10"/>
    <p:sldId id="407" r:id="rId11"/>
    <p:sldId id="548" r:id="rId12"/>
    <p:sldId id="550" r:id="rId13"/>
    <p:sldId id="551" r:id="rId14"/>
    <p:sldId id="552" r:id="rId16"/>
    <p:sldId id="554" r:id="rId17"/>
    <p:sldId id="409" r:id="rId18"/>
    <p:sldId id="413" r:id="rId19"/>
    <p:sldId id="382" r:id="rId20"/>
    <p:sldId id="383" r:id="rId21"/>
    <p:sldId id="384" r:id="rId22"/>
    <p:sldId id="385" r:id="rId23"/>
    <p:sldId id="386" r:id="rId24"/>
    <p:sldId id="387" r:id="rId25"/>
    <p:sldId id="388" r:id="rId26"/>
    <p:sldId id="389" r:id="rId27"/>
    <p:sldId id="390" r:id="rId28"/>
    <p:sldId id="391" r:id="rId29"/>
    <p:sldId id="392" r:id="rId30"/>
    <p:sldId id="393" r:id="rId31"/>
    <p:sldId id="394" r:id="rId32"/>
    <p:sldId id="395" r:id="rId33"/>
    <p:sldId id="396" r:id="rId34"/>
    <p:sldId id="397" r:id="rId35"/>
    <p:sldId id="398" r:id="rId36"/>
    <p:sldId id="399" r:id="rId37"/>
    <p:sldId id="400" r:id="rId38"/>
    <p:sldId id="380" r:id="rId39"/>
    <p:sldId id="363" r:id="rId40"/>
    <p:sldId id="348" r:id="rId41"/>
    <p:sldId id="367" r:id="rId42"/>
    <p:sldId id="350" r:id="rId43"/>
    <p:sldId id="364" r:id="rId44"/>
    <p:sldId id="351" r:id="rId45"/>
    <p:sldId id="365" r:id="rId46"/>
    <p:sldId id="377" r:id="rId47"/>
    <p:sldId id="378" r:id="rId48"/>
    <p:sldId id="366" r:id="rId49"/>
    <p:sldId id="368" r:id="rId50"/>
    <p:sldId id="381" r:id="rId51"/>
    <p:sldId id="369" r:id="rId52"/>
    <p:sldId id="352" r:id="rId53"/>
    <p:sldId id="376" r:id="rId54"/>
    <p:sldId id="355" r:id="rId55"/>
    <p:sldId id="379" r:id="rId56"/>
    <p:sldId id="356" r:id="rId57"/>
    <p:sldId id="370" r:id="rId58"/>
    <p:sldId id="371" r:id="rId59"/>
    <p:sldId id="372" r:id="rId60"/>
    <p:sldId id="373" r:id="rId61"/>
    <p:sldId id="374" r:id="rId62"/>
    <p:sldId id="375" r:id="rId63"/>
    <p:sldId id="357" r:id="rId64"/>
    <p:sldId id="358" r:id="rId65"/>
    <p:sldId id="361" r:id="rId66"/>
    <p:sldId id="359" r:id="rId67"/>
    <p:sldId id="577" r:id="rId68"/>
    <p:sldId id="578" r:id="rId69"/>
    <p:sldId id="579" r:id="rId70"/>
    <p:sldId id="580" r:id="rId71"/>
    <p:sldId id="582" r:id="rId72"/>
    <p:sldId id="583" r:id="rId73"/>
    <p:sldId id="584" r:id="rId74"/>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33"/>
    <a:srgbClr val="FF66FF"/>
    <a:srgbClr val="FF9966"/>
    <a:srgbClr val="CCFFFF"/>
    <a:srgbClr val="FFCCFF"/>
    <a:srgbClr val="CCECFF"/>
    <a:srgbClr val="FFFFCC"/>
    <a:srgbClr val="FF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20"/>
    <p:restoredTop sz="94660"/>
  </p:normalViewPr>
  <p:slideViewPr>
    <p:cSldViewPr showGuides="1">
      <p:cViewPr varScale="1">
        <p:scale>
          <a:sx n="99" d="100"/>
          <a:sy n="99" d="100"/>
        </p:scale>
        <p:origin x="-732" y="-84"/>
      </p:cViewPr>
      <p:guideLst>
        <p:guide orient="horz" pos="2117"/>
        <p:guide pos="2785"/>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handoutMaster" Target="handoutMasters/handoutMaster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slide" Target="slides/slide4.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notesMaster" Target="notesMasters/notes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5.wmf"/><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4" Type="http://schemas.openxmlformats.org/officeDocument/2006/relationships/image" Target="../media/image9.wmf"/><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9" Type="http://schemas.openxmlformats.org/officeDocument/2006/relationships/image" Target="../media/image18.wmf"/><Relationship Id="rId8" Type="http://schemas.openxmlformats.org/officeDocument/2006/relationships/image" Target="../media/image17.wmf"/><Relationship Id="rId7" Type="http://schemas.openxmlformats.org/officeDocument/2006/relationships/image" Target="../media/image16.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 Id="rId3" Type="http://schemas.openxmlformats.org/officeDocument/2006/relationships/image" Target="../media/image12.wmf"/><Relationship Id="rId2" Type="http://schemas.openxmlformats.org/officeDocument/2006/relationships/image" Target="../media/image11.wmf"/><Relationship Id="rId10" Type="http://schemas.openxmlformats.org/officeDocument/2006/relationships/image" Target="../media/image19.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31.wmf"/><Relationship Id="rId7" Type="http://schemas.openxmlformats.org/officeDocument/2006/relationships/image" Target="../media/image30.wmf"/><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s>
</file>

<file path=ppt/drawings/_rels/vmlDrawing7.vml.rels><?xml version="1.0" encoding="UTF-8" standalone="yes"?>
<Relationships xmlns="http://schemas.openxmlformats.org/package/2006/relationships"><Relationship Id="rId9" Type="http://schemas.openxmlformats.org/officeDocument/2006/relationships/image" Target="../media/image43.wmf"/><Relationship Id="rId8" Type="http://schemas.openxmlformats.org/officeDocument/2006/relationships/image" Target="../media/image42.wmf"/><Relationship Id="rId7" Type="http://schemas.openxmlformats.org/officeDocument/2006/relationships/image" Target="../media/image41.wmf"/><Relationship Id="rId6" Type="http://schemas.openxmlformats.org/officeDocument/2006/relationships/image" Target="../media/image40.wmf"/><Relationship Id="rId5" Type="http://schemas.openxmlformats.org/officeDocument/2006/relationships/image" Target="../media/image39.wmf"/><Relationship Id="rId4" Type="http://schemas.openxmlformats.org/officeDocument/2006/relationships/image" Target="../media/image38.wmf"/><Relationship Id="rId3" Type="http://schemas.openxmlformats.org/officeDocument/2006/relationships/image" Target="../media/image37.wmf"/><Relationship Id="rId2" Type="http://schemas.openxmlformats.org/officeDocument/2006/relationships/image" Target="../media/image36.wmf"/><Relationship Id="rId12" Type="http://schemas.openxmlformats.org/officeDocument/2006/relationships/image" Target="../media/image46.wmf"/><Relationship Id="rId11" Type="http://schemas.openxmlformats.org/officeDocument/2006/relationships/image" Target="../media/image45.wmf"/><Relationship Id="rId10" Type="http://schemas.openxmlformats.org/officeDocument/2006/relationships/image" Target="../media/image44.wmf"/><Relationship Id="rId1" Type="http://schemas.openxmlformats.org/officeDocument/2006/relationships/image" Target="../media/image35.wmf"/></Relationships>
</file>

<file path=ppt/drawings/_rels/vmlDrawing8.vml.rels><?xml version="1.0" encoding="UTF-8" standalone="yes"?>
<Relationships xmlns="http://schemas.openxmlformats.org/package/2006/relationships"><Relationship Id="rId4" Type="http://schemas.openxmlformats.org/officeDocument/2006/relationships/image" Target="../media/image50.wmf"/><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55.wmf"/><Relationship Id="rId1" Type="http://schemas.openxmlformats.org/officeDocument/2006/relationships/image" Target="../media/image31.wmf"/></Relationships>
</file>

<file path=ppt/drawings/_rels/vmlDrawing14.vml.rels><?xml version="1.0" encoding="UTF-8" standalone="yes"?>
<Relationships xmlns="http://schemas.openxmlformats.org/package/2006/relationships"><Relationship Id="rId5" Type="http://schemas.openxmlformats.org/officeDocument/2006/relationships/image" Target="../media/image60.wmf"/><Relationship Id="rId4" Type="http://schemas.openxmlformats.org/officeDocument/2006/relationships/image" Target="../media/image59.wmf"/><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image" Target="../media/image56.wmf"/></Relationships>
</file>

<file path=ppt/drawings/_rels/vmlDrawing15.vml.rels><?xml version="1.0" encoding="UTF-8" standalone="yes"?>
<Relationships xmlns="http://schemas.openxmlformats.org/package/2006/relationships"><Relationship Id="rId5" Type="http://schemas.openxmlformats.org/officeDocument/2006/relationships/image" Target="../media/image65.wmf"/><Relationship Id="rId4" Type="http://schemas.openxmlformats.org/officeDocument/2006/relationships/image" Target="../media/image64.wmf"/><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6.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s>
</file>

<file path=ppt/drawings/_rels/vmlDrawing19.vml.rels><?xml version="1.0" encoding="UTF-8" standalone="yes"?>
<Relationships xmlns="http://schemas.openxmlformats.org/package/2006/relationships"><Relationship Id="rId5" Type="http://schemas.openxmlformats.org/officeDocument/2006/relationships/image" Target="../media/image75.wmf"/><Relationship Id="rId4" Type="http://schemas.openxmlformats.org/officeDocument/2006/relationships/image" Target="../media/image74.wmf"/><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79.wmf"/><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drawings/_rels/vmlDrawing21.vml.rels><?xml version="1.0" encoding="UTF-8" standalone="yes"?>
<Relationships xmlns="http://schemas.openxmlformats.org/package/2006/relationships"><Relationship Id="rId4" Type="http://schemas.openxmlformats.org/officeDocument/2006/relationships/image" Target="../media/image80.wmf"/><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drawings/_rels/vmlDrawing22.vml.rels><?xml version="1.0" encoding="UTF-8" standalone="yes"?>
<Relationships xmlns="http://schemas.openxmlformats.org/package/2006/relationships"><Relationship Id="rId5" Type="http://schemas.openxmlformats.org/officeDocument/2006/relationships/image" Target="../media/image82.wmf"/><Relationship Id="rId4" Type="http://schemas.openxmlformats.org/officeDocument/2006/relationships/image" Target="../media/image81.wmf"/><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80.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84.wmf"/><Relationship Id="rId1" Type="http://schemas.openxmlformats.org/officeDocument/2006/relationships/image" Target="../media/image60.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86.wmf"/><Relationship Id="rId1" Type="http://schemas.openxmlformats.org/officeDocument/2006/relationships/image" Target="../media/image85.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88.wmf"/><Relationship Id="rId1" Type="http://schemas.openxmlformats.org/officeDocument/2006/relationships/image" Target="../media/image87.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image" Target="../media/image90.wmf"/><Relationship Id="rId1" Type="http://schemas.openxmlformats.org/officeDocument/2006/relationships/image" Target="../media/image89.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93.wmf"/><Relationship Id="rId1" Type="http://schemas.openxmlformats.org/officeDocument/2006/relationships/image" Target="../media/image92.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95.wmf"/><Relationship Id="rId1" Type="http://schemas.openxmlformats.org/officeDocument/2006/relationships/image" Target="../media/image94.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96.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98.wmf"/><Relationship Id="rId1" Type="http://schemas.openxmlformats.org/officeDocument/2006/relationships/image" Target="../media/image97.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102.wmf"/><Relationship Id="rId1" Type="http://schemas.openxmlformats.org/officeDocument/2006/relationships/image" Target="../media/image90.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103.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42" name="页眉占位符 10241"/>
          <p:cNvSpPr>
            <a:spLocks noGrp="1"/>
          </p:cNvSpPr>
          <p:nvPr>
            <p:ph type="hdr" sz="quarter"/>
          </p:nvPr>
        </p:nvSpPr>
        <p:spPr>
          <a:xfrm>
            <a:off x="0" y="0"/>
            <a:ext cx="2971800" cy="457200"/>
          </a:xfrm>
          <a:prstGeom prst="rect">
            <a:avLst/>
          </a:prstGeom>
          <a:noFill/>
          <a:ln w="9525">
            <a:noFill/>
          </a:ln>
        </p:spPr>
        <p:txBody>
          <a:bodyPr/>
          <a:p>
            <a:pPr lvl="0" eaLnBrk="1" hangingPunct="1"/>
            <a:endParaRPr lang="zh-CN" altLang="en-US" sz="1200" b="0" dirty="0"/>
          </a:p>
        </p:txBody>
      </p:sp>
      <p:sp>
        <p:nvSpPr>
          <p:cNvPr id="10243" name="日期占位符 10242"/>
          <p:cNvSpPr>
            <a:spLocks noGrp="1"/>
          </p:cNvSpPr>
          <p:nvPr>
            <p:ph type="dt" sz="quarter" idx="1"/>
          </p:nvPr>
        </p:nvSpPr>
        <p:spPr>
          <a:xfrm>
            <a:off x="3886200" y="0"/>
            <a:ext cx="2971800" cy="457200"/>
          </a:xfrm>
          <a:prstGeom prst="rect">
            <a:avLst/>
          </a:prstGeom>
          <a:noFill/>
          <a:ln w="9525">
            <a:noFill/>
          </a:ln>
        </p:spPr>
        <p:txBody>
          <a:bodyPr/>
          <a:p>
            <a:pPr lvl="0" algn="r" eaLnBrk="1" hangingPunct="1"/>
            <a:endParaRPr lang="zh-CN" altLang="en-US" sz="1200" b="0" dirty="0"/>
          </a:p>
        </p:txBody>
      </p:sp>
      <p:sp>
        <p:nvSpPr>
          <p:cNvPr id="10244" name="页脚占位符 10243"/>
          <p:cNvSpPr>
            <a:spLocks noGrp="1"/>
          </p:cNvSpPr>
          <p:nvPr>
            <p:ph type="ftr" sz="quarter" idx="2"/>
          </p:nvPr>
        </p:nvSpPr>
        <p:spPr>
          <a:xfrm>
            <a:off x="0" y="8686800"/>
            <a:ext cx="2971800" cy="457200"/>
          </a:xfrm>
          <a:prstGeom prst="rect">
            <a:avLst/>
          </a:prstGeom>
          <a:noFill/>
          <a:ln w="9525">
            <a:noFill/>
          </a:ln>
        </p:spPr>
        <p:txBody>
          <a:bodyPr anchor="b"/>
          <a:p>
            <a:pPr lvl="0" eaLnBrk="1" hangingPunct="1"/>
            <a:endParaRPr lang="zh-CN" altLang="en-US" sz="1200" b="0" dirty="0"/>
          </a:p>
        </p:txBody>
      </p:sp>
      <p:sp>
        <p:nvSpPr>
          <p:cNvPr id="10245" name="灯片编号占位符 10244"/>
          <p:cNvSpPr>
            <a:spLocks noGrp="1"/>
          </p:cNvSpPr>
          <p:nvPr>
            <p:ph type="sldNum" sz="quarter" idx="3"/>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b="0" dirty="0"/>
            </a:fld>
            <a:endParaRPr lang="zh-CN" altLang="en-US" sz="1200" b="0"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098" name="页眉占位符 4097"/>
          <p:cNvSpPr>
            <a:spLocks noGrp="1"/>
          </p:cNvSpPr>
          <p:nvPr>
            <p:ph type="hdr" sz="quarter"/>
          </p:nvPr>
        </p:nvSpPr>
        <p:spPr>
          <a:xfrm>
            <a:off x="0" y="0"/>
            <a:ext cx="2971800" cy="457200"/>
          </a:xfrm>
          <a:prstGeom prst="rect">
            <a:avLst/>
          </a:prstGeom>
          <a:noFill/>
          <a:ln w="9525">
            <a:noFill/>
          </a:ln>
        </p:spPr>
        <p:txBody>
          <a:bodyPr/>
          <a:p>
            <a:pPr lvl="0" eaLnBrk="1" hangingPunct="1"/>
            <a:endParaRPr lang="zh-CN" altLang="en-US" sz="1200" b="0" dirty="0"/>
          </a:p>
        </p:txBody>
      </p:sp>
      <p:sp>
        <p:nvSpPr>
          <p:cNvPr id="4099" name="日期占位符 4098"/>
          <p:cNvSpPr>
            <a:spLocks noGrp="1"/>
          </p:cNvSpPr>
          <p:nvPr>
            <p:ph type="dt" idx="1"/>
          </p:nvPr>
        </p:nvSpPr>
        <p:spPr>
          <a:xfrm>
            <a:off x="3886200" y="0"/>
            <a:ext cx="2971800" cy="457200"/>
          </a:xfrm>
          <a:prstGeom prst="rect">
            <a:avLst/>
          </a:prstGeom>
          <a:noFill/>
          <a:ln w="9525">
            <a:noFill/>
          </a:ln>
        </p:spPr>
        <p:txBody>
          <a:bodyPr/>
          <a:p>
            <a:pPr lvl="0" algn="r" eaLnBrk="1" hangingPunct="1"/>
            <a:endParaRPr lang="zh-CN" altLang="en-US" sz="1200" b="0" dirty="0"/>
          </a:p>
        </p:txBody>
      </p:sp>
      <p:sp>
        <p:nvSpPr>
          <p:cNvPr id="4100" name="幻灯片图像占位符 4099"/>
          <p:cNvSpPr/>
          <p:nvPr>
            <p:ph type="sldImg" idx="2"/>
          </p:nvPr>
        </p:nvSpPr>
        <p:spPr>
          <a:xfrm>
            <a:off x="1143000" y="685800"/>
            <a:ext cx="4572000" cy="3429000"/>
          </a:xfrm>
          <a:prstGeom prst="rect">
            <a:avLst/>
          </a:prstGeom>
          <a:ln w="9525" cap="flat" cmpd="sng">
            <a:solidFill>
              <a:srgbClr val="000000"/>
            </a:solidFill>
            <a:prstDash val="solid"/>
            <a:miter/>
            <a:headEnd type="none" w="med" len="med"/>
            <a:tailEnd type="none" w="med" len="med"/>
          </a:ln>
        </p:spPr>
      </p:sp>
      <p:sp>
        <p:nvSpPr>
          <p:cNvPr id="4101" name="文本占位符 4100"/>
          <p:cNvSpPr>
            <a:spLocks noGrp="1"/>
          </p:cNvSpPr>
          <p:nvPr>
            <p:ph type="body" sz="quarter" idx="3"/>
          </p:nvPr>
        </p:nvSpPr>
        <p:spPr>
          <a:xfrm>
            <a:off x="914400" y="4343400"/>
            <a:ext cx="50292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102" name="页脚占位符 4101"/>
          <p:cNvSpPr>
            <a:spLocks noGrp="1"/>
          </p:cNvSpPr>
          <p:nvPr>
            <p:ph type="ftr" sz="quarter" idx="4"/>
          </p:nvPr>
        </p:nvSpPr>
        <p:spPr>
          <a:xfrm>
            <a:off x="0" y="8686800"/>
            <a:ext cx="2971800" cy="457200"/>
          </a:xfrm>
          <a:prstGeom prst="rect">
            <a:avLst/>
          </a:prstGeom>
          <a:noFill/>
          <a:ln w="9525">
            <a:noFill/>
          </a:ln>
        </p:spPr>
        <p:txBody>
          <a:bodyPr anchor="b"/>
          <a:p>
            <a:pPr lvl="0" eaLnBrk="1" hangingPunct="1"/>
            <a:endParaRPr lang="zh-CN" altLang="en-US" sz="1200" b="0" dirty="0"/>
          </a:p>
        </p:txBody>
      </p:sp>
      <p:sp>
        <p:nvSpPr>
          <p:cNvPr id="4103" name="灯片编号占位符 4102"/>
          <p:cNvSpPr>
            <a:spLocks noGrp="1"/>
          </p:cNvSpPr>
          <p:nvPr>
            <p:ph type="sldNum" sz="quarter" idx="5"/>
          </p:nvPr>
        </p:nvSpPr>
        <p:spPr>
          <a:xfrm>
            <a:off x="3886200" y="8686800"/>
            <a:ext cx="2971800" cy="457200"/>
          </a:xfrm>
          <a:prstGeom prst="rect">
            <a:avLst/>
          </a:prstGeom>
          <a:noFill/>
          <a:ln w="9525">
            <a:noFill/>
          </a:ln>
        </p:spPr>
        <p:txBody>
          <a:bodyPr anchor="b"/>
          <a:p>
            <a:pPr lvl="0" algn="r" eaLnBrk="1" hangingPunct="1"/>
            <a:fld id="{9A0DB2DC-4C9A-4742-B13C-FB6460FD3503}" type="slidenum">
              <a:rPr lang="zh-CN" altLang="en-US" sz="1200" b="0" dirty="0"/>
            </a:fld>
            <a:endParaRPr lang="zh-CN" altLang="en-US" sz="1200" b="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pPr lvl="0" algn="r" eaLnBrk="1" hangingPunct="1"/>
            <a:fld id="{9A0DB2DC-4C9A-4742-B13C-FB6460FD3503}" type="slidenum">
              <a:rPr lang="zh-CN" altLang="en-US" sz="1200" b="0" dirty="0"/>
            </a:fld>
            <a:endParaRPr lang="zh-CN" altLang="en-US" sz="1200" b="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solidFill>
          <a:schemeClr val="bg1"/>
        </a:solidFill>
        <a:effectLst/>
      </p:bgPr>
    </p:bg>
    <p:spTree>
      <p:nvGrpSpPr>
        <p:cNvPr id="1" name=""/>
        <p:cNvGrpSpPr/>
        <p:nvPr/>
      </p:nvGrpSpPr>
      <p:grpSpPr/>
      <p:grpSp>
        <p:nvGrpSpPr>
          <p:cNvPr id="202754" name="组合 202753"/>
          <p:cNvGrpSpPr/>
          <p:nvPr/>
        </p:nvGrpSpPr>
        <p:grpSpPr>
          <a:xfrm>
            <a:off x="0" y="2438400"/>
            <a:ext cx="9009063" cy="1052513"/>
            <a:chOff x="0" y="1536"/>
            <a:chExt cx="5675" cy="663"/>
          </a:xfrm>
        </p:grpSpPr>
        <p:grpSp>
          <p:nvGrpSpPr>
            <p:cNvPr id="202755" name="组合 202754"/>
            <p:cNvGrpSpPr/>
            <p:nvPr/>
          </p:nvGrpSpPr>
          <p:grpSpPr>
            <a:xfrm>
              <a:off x="183" y="1604"/>
              <a:ext cx="448" cy="299"/>
              <a:chOff x="720" y="336"/>
              <a:chExt cx="624" cy="432"/>
            </a:xfrm>
          </p:grpSpPr>
          <p:sp>
            <p:nvSpPr>
              <p:cNvPr id="202756" name="矩形 202755"/>
              <p:cNvSpPr/>
              <p:nvPr/>
            </p:nvSpPr>
            <p:spPr>
              <a:xfrm>
                <a:off x="720" y="336"/>
                <a:ext cx="384" cy="432"/>
              </a:xfrm>
              <a:prstGeom prst="rect">
                <a:avLst/>
              </a:prstGeom>
              <a:solidFill>
                <a:schemeClr val="folHlink"/>
              </a:solidFill>
              <a:ln w="9525">
                <a:noFill/>
              </a:ln>
            </p:spPr>
            <p:txBody>
              <a:bodyPr/>
              <a:p>
                <a:endParaRPr lang="zh-CN" altLang="en-US"/>
              </a:p>
            </p:txBody>
          </p:sp>
          <p:sp>
            <p:nvSpPr>
              <p:cNvPr id="202757" name="矩形 202756"/>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a:p>
                <a:endParaRPr lang="zh-CN" altLang="en-US"/>
              </a:p>
            </p:txBody>
          </p:sp>
        </p:grpSp>
        <p:grpSp>
          <p:nvGrpSpPr>
            <p:cNvPr id="202758" name="组合 202757"/>
            <p:cNvGrpSpPr/>
            <p:nvPr/>
          </p:nvGrpSpPr>
          <p:grpSpPr>
            <a:xfrm>
              <a:off x="261" y="1870"/>
              <a:ext cx="465" cy="299"/>
              <a:chOff x="912" y="2640"/>
              <a:chExt cx="672" cy="432"/>
            </a:xfrm>
          </p:grpSpPr>
          <p:sp>
            <p:nvSpPr>
              <p:cNvPr id="202759" name="矩形 202758"/>
              <p:cNvSpPr/>
              <p:nvPr/>
            </p:nvSpPr>
            <p:spPr>
              <a:xfrm>
                <a:off x="912" y="2640"/>
                <a:ext cx="384" cy="432"/>
              </a:xfrm>
              <a:prstGeom prst="rect">
                <a:avLst/>
              </a:prstGeom>
              <a:solidFill>
                <a:schemeClr val="accent2"/>
              </a:solidFill>
              <a:ln w="9525">
                <a:noFill/>
              </a:ln>
            </p:spPr>
            <p:txBody>
              <a:bodyPr/>
              <a:p>
                <a:endParaRPr lang="zh-CN" altLang="en-US"/>
              </a:p>
            </p:txBody>
          </p:sp>
          <p:sp>
            <p:nvSpPr>
              <p:cNvPr id="202760" name="矩形 202759"/>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a:p>
                <a:endParaRPr lang="zh-CN" altLang="en-US"/>
              </a:p>
            </p:txBody>
          </p:sp>
        </p:grpSp>
        <p:sp>
          <p:nvSpPr>
            <p:cNvPr id="202761" name="矩形 202760"/>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a:p>
              <a:endParaRPr lang="zh-CN" altLang="en-US"/>
            </a:p>
          </p:txBody>
        </p:sp>
        <p:sp>
          <p:nvSpPr>
            <p:cNvPr id="202762" name="矩形 202761"/>
            <p:cNvSpPr/>
            <p:nvPr/>
          </p:nvSpPr>
          <p:spPr>
            <a:xfrm>
              <a:off x="400" y="1536"/>
              <a:ext cx="20" cy="663"/>
            </a:xfrm>
            <a:prstGeom prst="rect">
              <a:avLst/>
            </a:prstGeom>
            <a:solidFill>
              <a:schemeClr val="bg2"/>
            </a:solidFill>
            <a:ln w="9525">
              <a:noFill/>
            </a:ln>
          </p:spPr>
          <p:txBody>
            <a:bodyPr/>
            <a:p>
              <a:endParaRPr lang="zh-CN" altLang="en-US"/>
            </a:p>
          </p:txBody>
        </p:sp>
        <p:sp>
          <p:nvSpPr>
            <p:cNvPr id="202763" name="矩形 202762"/>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a:p>
              <a:endParaRPr lang="zh-CN" altLang="en-US"/>
            </a:p>
          </p:txBody>
        </p:sp>
      </p:grpSp>
      <p:sp>
        <p:nvSpPr>
          <p:cNvPr id="202764" name="标题 202763"/>
          <p:cNvSpPr>
            <a:spLocks noGrp="1"/>
          </p:cNvSpPr>
          <p:nvPr>
            <p:ph type="ctrTitle"/>
          </p:nvPr>
        </p:nvSpPr>
        <p:spPr>
          <a:xfrm>
            <a:off x="990600" y="1676400"/>
            <a:ext cx="7772400" cy="1462088"/>
          </a:xfrm>
          <a:prstGeom prst="rect">
            <a:avLst/>
          </a:prstGeom>
          <a:noFill/>
          <a:ln w="9525">
            <a:noFill/>
          </a:ln>
        </p:spPr>
        <p:txBody>
          <a:bodyPr anchor="b"/>
          <a:lstStyle>
            <a:lvl1pPr lvl="0">
              <a:defRPr/>
            </a:lvl1pPr>
          </a:lstStyle>
          <a:p>
            <a:pPr lvl="0"/>
            <a:r>
              <a:rPr lang="zh-CN" altLang="en-US" dirty="0"/>
              <a:t>单击此处编辑母版标题样式</a:t>
            </a:r>
            <a:endParaRPr lang="zh-CN" altLang="en-US" dirty="0"/>
          </a:p>
        </p:txBody>
      </p:sp>
      <p:sp>
        <p:nvSpPr>
          <p:cNvPr id="202765" name="副标题 202764"/>
          <p:cNvSpPr>
            <a:spLocks noGrp="1"/>
          </p:cNvSpPr>
          <p:nvPr>
            <p:ph type="subTitle" idx="1"/>
          </p:nvPr>
        </p:nvSpPr>
        <p:spPr>
          <a:xfrm>
            <a:off x="1371600" y="3886200"/>
            <a:ext cx="6400800" cy="1752600"/>
          </a:xfrm>
          <a:prstGeom prst="rect">
            <a:avLst/>
          </a:prstGeom>
          <a:noFill/>
          <a:ln w="9525">
            <a:noFill/>
          </a:ln>
        </p:spPr>
        <p:txBody>
          <a:bodyPr anchor="t"/>
          <a:lstStyle>
            <a:lvl1pPr marL="0" lvl="0" indent="0" algn="ctr">
              <a:buNone/>
              <a:defRPr/>
            </a:lvl1pPr>
            <a:lvl2pPr marL="457200" lvl="1" indent="0" algn="ctr">
              <a:buNone/>
              <a:defRPr/>
            </a:lvl2pPr>
            <a:lvl3pPr marL="914400" lvl="2" indent="0" algn="ctr">
              <a:buNone/>
              <a:defRPr/>
            </a:lvl3pPr>
            <a:lvl4pPr marL="1371600" lvl="3" indent="0" algn="ctr">
              <a:buNone/>
              <a:defRPr/>
            </a:lvl4pPr>
            <a:lvl5pPr marL="1828800" lvl="4" indent="0" algn="ctr">
              <a:buNone/>
              <a:defRPr/>
            </a:lvl5pPr>
          </a:lstStyle>
          <a:p>
            <a:pPr lvl="0"/>
            <a:r>
              <a:rPr lang="zh-CN" altLang="en-US" dirty="0"/>
              <a:t>单击此处编辑母版副标题样式</a:t>
            </a:r>
            <a:endParaRPr lang="zh-CN" altLang="en-US" dirty="0"/>
          </a:p>
        </p:txBody>
      </p:sp>
      <p:sp>
        <p:nvSpPr>
          <p:cNvPr id="202766" name="日期占位符 202765"/>
          <p:cNvSpPr>
            <a:spLocks noGrp="1"/>
          </p:cNvSpPr>
          <p:nvPr>
            <p:ph type="dt" sz="half" idx="2"/>
          </p:nvPr>
        </p:nvSpPr>
        <p:spPr>
          <a:xfrm>
            <a:off x="990600" y="6248400"/>
            <a:ext cx="1905000" cy="457200"/>
          </a:xfrm>
          <a:prstGeom prst="rect">
            <a:avLst/>
          </a:prstGeom>
          <a:noFill/>
          <a:ln w="9525">
            <a:noFill/>
          </a:ln>
        </p:spPr>
        <p:txBody>
          <a:bodyPr anchor="b"/>
          <a:lstStyle>
            <a:lvl1pPr>
              <a:defRPr sz="1400" b="0">
                <a:solidFill>
                  <a:schemeClr val="bg2"/>
                </a:solidFill>
                <a:latin typeface="Tahoma" panose="020B0604030504040204" pitchFamily="34" charset="0"/>
              </a:defRPr>
            </a:lvl1pPr>
          </a:lstStyle>
          <a:p>
            <a:pPr eaLnBrk="1" hangingPunct="1"/>
            <a:endParaRPr lang="zh-CN" altLang="en-US" dirty="0">
              <a:latin typeface="Times New Roman" panose="02020603050405020304" pitchFamily="18" charset="0"/>
            </a:endParaRPr>
          </a:p>
        </p:txBody>
      </p:sp>
      <p:sp>
        <p:nvSpPr>
          <p:cNvPr id="202767" name="页脚占位符 202766"/>
          <p:cNvSpPr>
            <a:spLocks noGrp="1"/>
          </p:cNvSpPr>
          <p:nvPr>
            <p:ph type="ftr" sz="quarter" idx="3"/>
          </p:nvPr>
        </p:nvSpPr>
        <p:spPr>
          <a:xfrm>
            <a:off x="3429000" y="6248400"/>
            <a:ext cx="2895600" cy="457200"/>
          </a:xfrm>
          <a:prstGeom prst="rect">
            <a:avLst/>
          </a:prstGeom>
          <a:noFill/>
          <a:ln w="9525">
            <a:noFill/>
          </a:ln>
        </p:spPr>
        <p:txBody>
          <a:bodyPr anchor="b"/>
          <a:lstStyle>
            <a:lvl1pPr algn="ctr">
              <a:defRPr sz="1400" b="0">
                <a:solidFill>
                  <a:schemeClr val="bg2"/>
                </a:solidFill>
                <a:latin typeface="Tahoma" panose="020B0604030504040204" pitchFamily="34" charset="0"/>
              </a:defRPr>
            </a:lvl1pPr>
          </a:lstStyle>
          <a:p>
            <a:pPr eaLnBrk="1" hangingPunct="1"/>
            <a:endParaRPr lang="zh-CN" altLang="en-US" dirty="0"/>
          </a:p>
        </p:txBody>
      </p:sp>
      <p:sp>
        <p:nvSpPr>
          <p:cNvPr id="202768" name="灯片编号占位符 202767"/>
          <p:cNvSpPr>
            <a:spLocks noGrp="1"/>
          </p:cNvSpPr>
          <p:nvPr>
            <p:ph type="sldNum" sz="quarter" idx="4"/>
          </p:nvPr>
        </p:nvSpPr>
        <p:spPr>
          <a:xfrm>
            <a:off x="6858000" y="6248400"/>
            <a:ext cx="1905000" cy="457200"/>
          </a:xfrm>
          <a:prstGeom prst="rect">
            <a:avLst/>
          </a:prstGeom>
          <a:noFill/>
          <a:ln w="9525">
            <a:noFill/>
          </a:ln>
        </p:spPr>
        <p:txBody>
          <a:bodyPr anchor="b"/>
          <a:lstStyle>
            <a:lvl1pPr algn="r">
              <a:defRPr sz="1400" b="0">
                <a:solidFill>
                  <a:schemeClr val="bg2"/>
                </a:solidFill>
                <a:latin typeface="Tahoma" panose="020B0604030504040204" pitchFamily="34" charset="0"/>
              </a:defRPr>
            </a:lvl1pPr>
          </a:lstStyle>
          <a:p>
            <a:pPr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endParaRPr lang="zh-CN" altLang="en-US" dirty="0"/>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endParaRPr lang="zh-CN" altLang="en-US" dirty="0"/>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82688" y="2017713"/>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5146612" y="2017713"/>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endParaRPr lang="zh-CN" altLang="en-US" dirty="0"/>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eaLnBrk="1" hangingPunct="1"/>
            <a:endParaRPr lang="zh-CN" altLang="en-US" dirty="0"/>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eaLnBrk="1" hangingPunct="1"/>
            <a:endParaRPr lang="zh-CN" altLang="en-US" dirty="0"/>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eaLnBrk="1" hangingPunct="1"/>
            <a:endParaRPr lang="zh-CN" altLang="en-US" dirty="0"/>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endParaRPr lang="zh-CN" altLang="en-US" dirty="0"/>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endParaRPr lang="zh-CN" altLang="en-US" dirty="0"/>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endParaRPr lang="zh-CN" altLang="en-US" dirty="0"/>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1" y="214313"/>
            <a:ext cx="1951038" cy="5918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50938" y="214313"/>
            <a:ext cx="5740009" cy="5918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endParaRPr lang="zh-CN" altLang="en-US" dirty="0"/>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50938" y="214313"/>
            <a:ext cx="7804150" cy="5918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eaLnBrk="1" hangingPunct="1"/>
            <a:endParaRPr lang="zh-CN" altLang="en-US" dirty="0"/>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29150" y="1825625"/>
            <a:ext cx="38862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29150" y="4076700"/>
            <a:ext cx="38862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7" name="页脚占位符 6"/>
          <p:cNvSpPr>
            <a:spLocks noGrp="1"/>
          </p:cNvSpPr>
          <p:nvPr>
            <p:ph type="ftr" sz="quarter" idx="11"/>
          </p:nvPr>
        </p:nvSpPr>
        <p:spPr/>
        <p:txBody>
          <a:bodyPr/>
          <a:lstStyle/>
          <a:p>
            <a:pPr lvl="0" eaLnBrk="1" hangingPunct="1"/>
            <a:endParaRPr lang="zh-CN" altLang="en-US" dirty="0"/>
          </a:p>
        </p:txBody>
      </p:sp>
      <p:sp>
        <p:nvSpPr>
          <p:cNvPr id="8" name="灯片编号占位符 7"/>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endParaRPr lang="zh-CN" altLang="en-US" dirty="0"/>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29150" y="1825625"/>
            <a:ext cx="38862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29150" y="4076700"/>
            <a:ext cx="38862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7" name="页脚占位符 6"/>
          <p:cNvSpPr>
            <a:spLocks noGrp="1"/>
          </p:cNvSpPr>
          <p:nvPr>
            <p:ph type="ftr" sz="quarter" idx="11"/>
          </p:nvPr>
        </p:nvSpPr>
        <p:spPr/>
        <p:txBody>
          <a:bodyPr/>
          <a:lstStyle/>
          <a:p>
            <a:pPr lvl="0" eaLnBrk="1" hangingPunct="1"/>
            <a:endParaRPr lang="zh-CN" altLang="en-US" dirty="0"/>
          </a:p>
        </p:txBody>
      </p:sp>
      <p:sp>
        <p:nvSpPr>
          <p:cNvPr id="8" name="灯片编号占位符 7"/>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628650" y="1825625"/>
            <a:ext cx="38862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29150" y="1825625"/>
            <a:ext cx="38862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28650" y="4076700"/>
            <a:ext cx="38862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4629150" y="4076700"/>
            <a:ext cx="38862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zh-CN" altLang="en-US" dirty="0"/>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fld>
            <a:endParaRPr lang="zh-CN" altLang="en-US" dirty="0">
              <a:latin typeface="Arial" panose="020B0604020202020204" pitchFamily="34" charset="0"/>
            </a:endParaRPr>
          </a:p>
        </p:txBody>
      </p:sp>
    </p:spTree>
  </p:cSld>
  <p:clrMapOvr>
    <a:masterClrMapping/>
  </p:clrMapOvr>
  <p:transition spd="slow">
    <p:strips dir="rd"/>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showMasterPhAnim="0" showMasterSp="0">
  <p:cSld name="标题幻灯片">
    <p:bg>
      <p:bgPr>
        <a:solidFill>
          <a:schemeClr val="bg1"/>
        </a:solidFill>
        <a:effectLst/>
      </p:bgPr>
    </p:bg>
    <p:spTree>
      <p:nvGrpSpPr>
        <p:cNvPr id="1" name=""/>
        <p:cNvGrpSpPr/>
        <p:nvPr/>
      </p:nvGrpSpPr>
      <p:grpSpPr/>
      <p:grpSp>
        <p:nvGrpSpPr>
          <p:cNvPr id="202754" name="组合 202753"/>
          <p:cNvGrpSpPr/>
          <p:nvPr/>
        </p:nvGrpSpPr>
        <p:grpSpPr>
          <a:xfrm>
            <a:off x="0" y="2438400"/>
            <a:ext cx="9009063" cy="1052513"/>
            <a:chOff x="0" y="1536"/>
            <a:chExt cx="5675" cy="663"/>
          </a:xfrm>
        </p:grpSpPr>
        <p:grpSp>
          <p:nvGrpSpPr>
            <p:cNvPr id="202755" name="组合 202754"/>
            <p:cNvGrpSpPr/>
            <p:nvPr/>
          </p:nvGrpSpPr>
          <p:grpSpPr>
            <a:xfrm>
              <a:off x="183" y="1604"/>
              <a:ext cx="448" cy="299"/>
              <a:chOff x="720" y="336"/>
              <a:chExt cx="624" cy="432"/>
            </a:xfrm>
          </p:grpSpPr>
          <p:sp>
            <p:nvSpPr>
              <p:cNvPr id="202756" name="矩形 202755"/>
              <p:cNvSpPr/>
              <p:nvPr/>
            </p:nvSpPr>
            <p:spPr>
              <a:xfrm>
                <a:off x="720" y="336"/>
                <a:ext cx="384" cy="432"/>
              </a:xfrm>
              <a:prstGeom prst="rect">
                <a:avLst/>
              </a:prstGeom>
              <a:solidFill>
                <a:schemeClr val="folHlink"/>
              </a:solidFill>
              <a:ln w="9525">
                <a:noFill/>
              </a:ln>
            </p:spPr>
            <p:txBody>
              <a:bodyPr/>
              <a:p>
                <a:endParaRPr lang="zh-CN" altLang="en-US"/>
              </a:p>
            </p:txBody>
          </p:sp>
          <p:sp>
            <p:nvSpPr>
              <p:cNvPr id="202757" name="矩形 202756"/>
              <p:cNvSpPr/>
              <p:nvPr/>
            </p:nvSpPr>
            <p:spPr>
              <a:xfrm>
                <a:off x="1056" y="336"/>
                <a:ext cx="288" cy="432"/>
              </a:xfrm>
              <a:prstGeom prst="rect">
                <a:avLst/>
              </a:prstGeom>
              <a:gradFill rotWithShape="0">
                <a:gsLst>
                  <a:gs pos="0">
                    <a:schemeClr val="folHlink"/>
                  </a:gs>
                  <a:gs pos="100000">
                    <a:schemeClr val="bg1"/>
                  </a:gs>
                </a:gsLst>
                <a:lin ang="0" scaled="1"/>
                <a:tileRect/>
              </a:gradFill>
              <a:ln w="9525">
                <a:noFill/>
              </a:ln>
            </p:spPr>
            <p:txBody>
              <a:bodyPr/>
              <a:p>
                <a:endParaRPr lang="zh-CN" altLang="en-US"/>
              </a:p>
            </p:txBody>
          </p:sp>
        </p:grpSp>
        <p:grpSp>
          <p:nvGrpSpPr>
            <p:cNvPr id="202758" name="组合 202757"/>
            <p:cNvGrpSpPr/>
            <p:nvPr/>
          </p:nvGrpSpPr>
          <p:grpSpPr>
            <a:xfrm>
              <a:off x="261" y="1870"/>
              <a:ext cx="465" cy="299"/>
              <a:chOff x="912" y="2640"/>
              <a:chExt cx="672" cy="432"/>
            </a:xfrm>
          </p:grpSpPr>
          <p:sp>
            <p:nvSpPr>
              <p:cNvPr id="202759" name="矩形 202758"/>
              <p:cNvSpPr/>
              <p:nvPr/>
            </p:nvSpPr>
            <p:spPr>
              <a:xfrm>
                <a:off x="912" y="2640"/>
                <a:ext cx="384" cy="432"/>
              </a:xfrm>
              <a:prstGeom prst="rect">
                <a:avLst/>
              </a:prstGeom>
              <a:solidFill>
                <a:schemeClr val="accent2"/>
              </a:solidFill>
              <a:ln w="9525">
                <a:noFill/>
              </a:ln>
            </p:spPr>
            <p:txBody>
              <a:bodyPr/>
              <a:p>
                <a:endParaRPr lang="zh-CN" altLang="en-US"/>
              </a:p>
            </p:txBody>
          </p:sp>
          <p:sp>
            <p:nvSpPr>
              <p:cNvPr id="202760" name="矩形 202759"/>
              <p:cNvSpPr/>
              <p:nvPr/>
            </p:nvSpPr>
            <p:spPr>
              <a:xfrm>
                <a:off x="1248" y="2640"/>
                <a:ext cx="336" cy="432"/>
              </a:xfrm>
              <a:prstGeom prst="rect">
                <a:avLst/>
              </a:prstGeom>
              <a:gradFill rotWithShape="0">
                <a:gsLst>
                  <a:gs pos="0">
                    <a:schemeClr val="accent2"/>
                  </a:gs>
                  <a:gs pos="100000">
                    <a:schemeClr val="bg1"/>
                  </a:gs>
                </a:gsLst>
                <a:lin ang="0" scaled="1"/>
                <a:tileRect/>
              </a:gradFill>
              <a:ln w="9525">
                <a:noFill/>
              </a:ln>
            </p:spPr>
            <p:txBody>
              <a:bodyPr/>
              <a:p>
                <a:endParaRPr lang="zh-CN" altLang="en-US"/>
              </a:p>
            </p:txBody>
          </p:sp>
        </p:grpSp>
        <p:sp>
          <p:nvSpPr>
            <p:cNvPr id="202761" name="矩形 202760"/>
            <p:cNvSpPr/>
            <p:nvPr/>
          </p:nvSpPr>
          <p:spPr>
            <a:xfrm>
              <a:off x="0" y="1824"/>
              <a:ext cx="353" cy="266"/>
            </a:xfrm>
            <a:prstGeom prst="rect">
              <a:avLst/>
            </a:prstGeom>
            <a:gradFill rotWithShape="0">
              <a:gsLst>
                <a:gs pos="0">
                  <a:schemeClr val="bg1"/>
                </a:gs>
                <a:gs pos="100000">
                  <a:schemeClr val="hlink"/>
                </a:gs>
              </a:gsLst>
              <a:lin ang="18900000" scaled="1"/>
              <a:tileRect/>
            </a:gradFill>
            <a:ln w="9525">
              <a:noFill/>
            </a:ln>
          </p:spPr>
          <p:txBody>
            <a:bodyPr/>
            <a:p>
              <a:endParaRPr lang="zh-CN" altLang="en-US"/>
            </a:p>
          </p:txBody>
        </p:sp>
        <p:sp>
          <p:nvSpPr>
            <p:cNvPr id="202762" name="矩形 202761"/>
            <p:cNvSpPr/>
            <p:nvPr/>
          </p:nvSpPr>
          <p:spPr>
            <a:xfrm>
              <a:off x="400" y="1536"/>
              <a:ext cx="20" cy="663"/>
            </a:xfrm>
            <a:prstGeom prst="rect">
              <a:avLst/>
            </a:prstGeom>
            <a:solidFill>
              <a:schemeClr val="bg2"/>
            </a:solidFill>
            <a:ln w="9525">
              <a:noFill/>
            </a:ln>
          </p:spPr>
          <p:txBody>
            <a:bodyPr/>
            <a:p>
              <a:endParaRPr lang="zh-CN" altLang="en-US"/>
            </a:p>
          </p:txBody>
        </p:sp>
        <p:sp>
          <p:nvSpPr>
            <p:cNvPr id="202763" name="矩形 202762"/>
            <p:cNvSpPr/>
            <p:nvPr/>
          </p:nvSpPr>
          <p:spPr>
            <a:xfrm flipV="1">
              <a:off x="199" y="2054"/>
              <a:ext cx="5476" cy="35"/>
            </a:xfrm>
            <a:prstGeom prst="rect">
              <a:avLst/>
            </a:prstGeom>
            <a:gradFill rotWithShape="0">
              <a:gsLst>
                <a:gs pos="0">
                  <a:schemeClr val="bg2"/>
                </a:gs>
                <a:gs pos="100000">
                  <a:schemeClr val="bg1"/>
                </a:gs>
              </a:gsLst>
              <a:lin ang="0" scaled="1"/>
              <a:tileRect/>
            </a:gradFill>
            <a:ln w="9525">
              <a:noFill/>
            </a:ln>
          </p:spPr>
          <p:txBody>
            <a:bodyPr/>
            <a:p>
              <a:endParaRPr lang="zh-CN" altLang="en-US"/>
            </a:p>
          </p:txBody>
        </p:sp>
      </p:grpSp>
      <p:sp>
        <p:nvSpPr>
          <p:cNvPr id="202764" name="标题 202763"/>
          <p:cNvSpPr>
            <a:spLocks noGrp="1"/>
          </p:cNvSpPr>
          <p:nvPr>
            <p:ph type="ctrTitle"/>
          </p:nvPr>
        </p:nvSpPr>
        <p:spPr>
          <a:xfrm>
            <a:off x="990600" y="1676400"/>
            <a:ext cx="7772400" cy="1462088"/>
          </a:xfrm>
          <a:prstGeom prst="rect">
            <a:avLst/>
          </a:prstGeom>
          <a:noFill/>
          <a:ln w="9525">
            <a:noFill/>
          </a:ln>
        </p:spPr>
        <p:txBody>
          <a:bodyPr anchor="b"/>
          <a:lstStyle>
            <a:lvl1pPr lvl="0">
              <a:defRPr/>
            </a:lvl1pPr>
          </a:lstStyle>
          <a:p>
            <a:pPr lvl="0"/>
            <a:r>
              <a:rPr lang="zh-CN" altLang="en-US" dirty="0"/>
              <a:t>单击此处编辑母版标题样式</a:t>
            </a:r>
            <a:endParaRPr lang="zh-CN" altLang="en-US" dirty="0"/>
          </a:p>
        </p:txBody>
      </p:sp>
      <p:sp>
        <p:nvSpPr>
          <p:cNvPr id="202765" name="副标题 202764"/>
          <p:cNvSpPr>
            <a:spLocks noGrp="1"/>
          </p:cNvSpPr>
          <p:nvPr>
            <p:ph type="subTitle" idx="1"/>
          </p:nvPr>
        </p:nvSpPr>
        <p:spPr>
          <a:xfrm>
            <a:off x="1371600" y="3886200"/>
            <a:ext cx="6400800" cy="1752600"/>
          </a:xfrm>
          <a:prstGeom prst="rect">
            <a:avLst/>
          </a:prstGeom>
          <a:noFill/>
          <a:ln w="9525">
            <a:noFill/>
          </a:ln>
        </p:spPr>
        <p:txBody>
          <a:bodyPr anchor="t"/>
          <a:lstStyle>
            <a:lvl1pPr marL="0" lvl="0" indent="0" algn="ctr">
              <a:buNone/>
              <a:defRPr/>
            </a:lvl1pPr>
            <a:lvl2pPr marL="457200" lvl="1" indent="0" algn="ctr">
              <a:buNone/>
              <a:defRPr/>
            </a:lvl2pPr>
            <a:lvl3pPr marL="914400" lvl="2" indent="0" algn="ctr">
              <a:buNone/>
              <a:defRPr/>
            </a:lvl3pPr>
            <a:lvl4pPr marL="1371600" lvl="3" indent="0" algn="ctr">
              <a:buNone/>
              <a:defRPr/>
            </a:lvl4pPr>
            <a:lvl5pPr marL="1828800" lvl="4" indent="0" algn="ctr">
              <a:buNone/>
              <a:defRPr/>
            </a:lvl5pPr>
          </a:lstStyle>
          <a:p>
            <a:pPr lvl="0"/>
            <a:r>
              <a:rPr lang="zh-CN" altLang="en-US" dirty="0"/>
              <a:t>单击此处编辑母版副标题样式</a:t>
            </a:r>
            <a:endParaRPr lang="zh-CN" altLang="en-US" dirty="0"/>
          </a:p>
        </p:txBody>
      </p:sp>
      <p:sp>
        <p:nvSpPr>
          <p:cNvPr id="202766" name="日期占位符 202765"/>
          <p:cNvSpPr>
            <a:spLocks noGrp="1"/>
          </p:cNvSpPr>
          <p:nvPr>
            <p:ph type="dt" sz="half" idx="2"/>
          </p:nvPr>
        </p:nvSpPr>
        <p:spPr>
          <a:xfrm>
            <a:off x="990600" y="6248400"/>
            <a:ext cx="1905000" cy="457200"/>
          </a:xfrm>
          <a:prstGeom prst="rect">
            <a:avLst/>
          </a:prstGeom>
          <a:noFill/>
          <a:ln w="9525">
            <a:noFill/>
          </a:ln>
        </p:spPr>
        <p:txBody>
          <a:bodyPr anchor="b"/>
          <a:lstStyle>
            <a:lvl1pPr>
              <a:defRPr sz="1400" b="0">
                <a:solidFill>
                  <a:schemeClr val="bg2"/>
                </a:solidFill>
                <a:latin typeface="Tahoma" panose="020B0604030504040204" pitchFamily="34" charset="0"/>
              </a:defRPr>
            </a:lvl1pPr>
          </a:lstStyle>
          <a:p>
            <a:pPr eaLnBrk="1" hangingPunct="1"/>
            <a:endParaRPr lang="zh-CN" altLang="en-US" dirty="0">
              <a:latin typeface="Times New Roman" panose="02020603050405020304" pitchFamily="18" charset="0"/>
            </a:endParaRPr>
          </a:p>
        </p:txBody>
      </p:sp>
      <p:sp>
        <p:nvSpPr>
          <p:cNvPr id="202767" name="页脚占位符 202766"/>
          <p:cNvSpPr>
            <a:spLocks noGrp="1"/>
          </p:cNvSpPr>
          <p:nvPr>
            <p:ph type="ftr" sz="quarter" idx="3"/>
          </p:nvPr>
        </p:nvSpPr>
        <p:spPr>
          <a:xfrm>
            <a:off x="3429000" y="6248400"/>
            <a:ext cx="2895600" cy="457200"/>
          </a:xfrm>
          <a:prstGeom prst="rect">
            <a:avLst/>
          </a:prstGeom>
          <a:noFill/>
          <a:ln w="9525">
            <a:noFill/>
          </a:ln>
        </p:spPr>
        <p:txBody>
          <a:bodyPr anchor="b"/>
          <a:lstStyle>
            <a:lvl1pPr algn="ctr">
              <a:defRPr sz="1400" b="0">
                <a:solidFill>
                  <a:schemeClr val="bg2"/>
                </a:solidFill>
                <a:latin typeface="Tahoma" panose="020B0604030504040204" pitchFamily="34" charset="0"/>
              </a:defRPr>
            </a:lvl1pPr>
          </a:lstStyle>
          <a:p>
            <a:pPr eaLnBrk="1" hangingPunct="1"/>
            <a:endParaRPr lang="zh-CN" altLang="en-US" dirty="0"/>
          </a:p>
        </p:txBody>
      </p:sp>
      <p:sp>
        <p:nvSpPr>
          <p:cNvPr id="202768" name="灯片编号占位符 202767"/>
          <p:cNvSpPr>
            <a:spLocks noGrp="1"/>
          </p:cNvSpPr>
          <p:nvPr>
            <p:ph type="sldNum" sz="quarter" idx="4"/>
          </p:nvPr>
        </p:nvSpPr>
        <p:spPr>
          <a:xfrm>
            <a:off x="6858000" y="6248400"/>
            <a:ext cx="1905000" cy="457200"/>
          </a:xfrm>
          <a:prstGeom prst="rect">
            <a:avLst/>
          </a:prstGeom>
          <a:noFill/>
          <a:ln w="9525">
            <a:noFill/>
          </a:ln>
        </p:spPr>
        <p:txBody>
          <a:bodyPr anchor="b"/>
          <a:lstStyle>
            <a:lvl1pPr algn="r">
              <a:defRPr sz="1400" b="0">
                <a:solidFill>
                  <a:schemeClr val="bg2"/>
                </a:solidFill>
                <a:latin typeface="Tahoma" panose="020B0604030504040204" pitchFamily="34" charset="0"/>
              </a:defRPr>
            </a:lvl1pPr>
          </a:lstStyle>
          <a:p>
            <a:pPr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endParaRPr lang="zh-CN" altLang="en-US" dirty="0"/>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endParaRPr lang="zh-CN" altLang="en-US" dirty="0"/>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82688" y="2017713"/>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5146612" y="2017713"/>
            <a:ext cx="3808476"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endParaRPr lang="zh-CN" altLang="en-US" dirty="0"/>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eaLnBrk="1" hangingPunct="1"/>
            <a:endParaRPr lang="zh-CN" altLang="en-US" dirty="0"/>
          </a:p>
        </p:txBody>
      </p:sp>
      <p:sp>
        <p:nvSpPr>
          <p:cNvPr id="9" name="灯片编号占位符 8"/>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eaLnBrk="1" hangingPunct="1"/>
            <a:endParaRPr lang="zh-CN" altLang="en-US" dirty="0"/>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eaLnBrk="1" hangingPunct="1"/>
            <a:endParaRPr lang="zh-CN" altLang="en-US" dirty="0"/>
          </a:p>
        </p:txBody>
      </p:sp>
      <p:sp>
        <p:nvSpPr>
          <p:cNvPr id="4" name="灯片编号占位符 3"/>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endParaRPr lang="zh-CN" altLang="en-US" dirty="0"/>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endParaRPr lang="zh-CN" altLang="en-US" dirty="0"/>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endParaRPr lang="zh-CN" altLang="en-US" dirty="0"/>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1" y="214313"/>
            <a:ext cx="1951038" cy="59182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50938" y="214313"/>
            <a:ext cx="5740009" cy="5918200"/>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eaLnBrk="1" hangingPunct="1"/>
            <a:endParaRPr lang="zh-CN" altLang="en-US" dirty="0"/>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50938" y="214313"/>
            <a:ext cx="7804150" cy="5918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eaLnBrk="1" hangingPunct="1"/>
            <a:endParaRPr lang="zh-CN" altLang="en-US" dirty="0"/>
          </a:p>
        </p:txBody>
      </p:sp>
      <p:sp>
        <p:nvSpPr>
          <p:cNvPr id="5" name="灯片编号占位符 4"/>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29150" y="1825625"/>
            <a:ext cx="38862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29150" y="4076700"/>
            <a:ext cx="38862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7" name="页脚占位符 6"/>
          <p:cNvSpPr>
            <a:spLocks noGrp="1"/>
          </p:cNvSpPr>
          <p:nvPr>
            <p:ph type="ftr" sz="quarter" idx="11"/>
          </p:nvPr>
        </p:nvSpPr>
        <p:spPr/>
        <p:txBody>
          <a:bodyPr/>
          <a:lstStyle/>
          <a:p>
            <a:pPr lvl="0" eaLnBrk="1" hangingPunct="1"/>
            <a:endParaRPr lang="zh-CN" altLang="en-US" dirty="0"/>
          </a:p>
        </p:txBody>
      </p:sp>
      <p:sp>
        <p:nvSpPr>
          <p:cNvPr id="8" name="灯片编号占位符 7"/>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eaLnBrk="1" hangingPunct="1"/>
            <a:endParaRPr lang="zh-CN" altLang="en-US" dirty="0"/>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29150" y="1825625"/>
            <a:ext cx="38862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4629150" y="4076700"/>
            <a:ext cx="38862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日期占位符 5"/>
          <p:cNvSpPr>
            <a:spLocks noGrp="1"/>
          </p:cNvSpPr>
          <p:nvPr>
            <p:ph type="dt" sz="half" idx="10"/>
          </p:nvPr>
        </p:nvSpPr>
        <p:spPr/>
        <p:txBody>
          <a:bodyPr/>
          <a:lstStyle/>
          <a:p>
            <a:pPr lvl="0" eaLnBrk="1" hangingPunct="1"/>
            <a:endParaRPr lang="zh-CN" altLang="en-US" dirty="0">
              <a:latin typeface="Times New Roman" panose="02020603050405020304" pitchFamily="18" charset="0"/>
            </a:endParaRPr>
          </a:p>
        </p:txBody>
      </p:sp>
      <p:sp>
        <p:nvSpPr>
          <p:cNvPr id="7" name="页脚占位符 6"/>
          <p:cNvSpPr>
            <a:spLocks noGrp="1"/>
          </p:cNvSpPr>
          <p:nvPr>
            <p:ph type="ftr" sz="quarter" idx="11"/>
          </p:nvPr>
        </p:nvSpPr>
        <p:spPr/>
        <p:txBody>
          <a:bodyPr/>
          <a:lstStyle/>
          <a:p>
            <a:pPr lvl="0" eaLnBrk="1" hangingPunct="1"/>
            <a:endParaRPr lang="zh-CN" altLang="en-US" dirty="0"/>
          </a:p>
        </p:txBody>
      </p:sp>
      <p:sp>
        <p:nvSpPr>
          <p:cNvPr id="8" name="灯片编号占位符 7"/>
          <p:cNvSpPr>
            <a:spLocks noGrp="1"/>
          </p:cNvSpPr>
          <p:nvPr>
            <p:ph type="sldNum" sz="quarter" idx="12"/>
          </p:nvPr>
        </p:nvSpPr>
        <p:spPr/>
        <p:txBody>
          <a:body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Ovr>
    <a:masterClrMapping/>
  </p:clrMapOvr>
  <p:transition spd="slow">
    <p:strips dir="rd"/>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5.xml"/><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 Type="http://schemas.openxmlformats.org/officeDocument/2006/relationships/slideLayout" Target="../slideLayouts/slideLayout18.xml"/><Relationship Id="rId16" Type="http://schemas.openxmlformats.org/officeDocument/2006/relationships/theme" Target="../theme/theme2.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1" Type="http://schemas.openxmlformats.org/officeDocument/2006/relationships/slideLayout" Target="../slideLayouts/slideLayout27.xml"/><Relationship Id="rId10" Type="http://schemas.openxmlformats.org/officeDocument/2006/relationships/slideLayout" Target="../slideLayouts/slideLayout26.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1730" name="矩形 201729"/>
          <p:cNvSpPr/>
          <p:nvPr/>
        </p:nvSpPr>
        <p:spPr>
          <a:xfrm>
            <a:off x="417513" y="1098550"/>
            <a:ext cx="438150" cy="474663"/>
          </a:xfrm>
          <a:prstGeom prst="rect">
            <a:avLst/>
          </a:prstGeom>
          <a:solidFill>
            <a:schemeClr val="accent2"/>
          </a:solidFill>
          <a:ln w="9525">
            <a:noFill/>
          </a:ln>
        </p:spPr>
        <p:txBody>
          <a:bodyPr wrap="none" anchor="ctr"/>
          <a:p>
            <a:pPr lvl="0" algn="ctr" eaLnBrk="1" hangingPunct="1"/>
            <a:endParaRPr lang="zh-CN" altLang="en-US" sz="2400" b="0" dirty="0">
              <a:latin typeface="Tahoma" panose="020B0604030504040204" pitchFamily="34" charset="0"/>
            </a:endParaRPr>
          </a:p>
        </p:txBody>
      </p:sp>
      <p:sp>
        <p:nvSpPr>
          <p:cNvPr id="201731" name="矩形 201730"/>
          <p:cNvSpPr/>
          <p:nvPr/>
        </p:nvSpPr>
        <p:spPr>
          <a:xfrm>
            <a:off x="800100" y="1098550"/>
            <a:ext cx="328613" cy="474663"/>
          </a:xfrm>
          <a:prstGeom prst="rect">
            <a:avLst/>
          </a:prstGeom>
          <a:gradFill rotWithShape="0">
            <a:gsLst>
              <a:gs pos="0">
                <a:schemeClr val="accent2"/>
              </a:gs>
              <a:gs pos="100000">
                <a:schemeClr val="bg1"/>
              </a:gs>
            </a:gsLst>
            <a:lin ang="0" scaled="1"/>
            <a:tileRect/>
          </a:gradFill>
          <a:ln w="9525">
            <a:noFill/>
          </a:ln>
        </p:spPr>
        <p:txBody>
          <a:bodyPr wrap="none" anchor="ctr"/>
          <a:p>
            <a:pPr lvl="0" algn="ctr" eaLnBrk="1" hangingPunct="1"/>
            <a:endParaRPr lang="zh-CN" altLang="en-US" sz="2400" b="0" dirty="0">
              <a:latin typeface="Tahoma" panose="020B0604030504040204" pitchFamily="34" charset="0"/>
            </a:endParaRPr>
          </a:p>
        </p:txBody>
      </p:sp>
      <p:sp>
        <p:nvSpPr>
          <p:cNvPr id="201732" name="矩形 201731"/>
          <p:cNvSpPr/>
          <p:nvPr/>
        </p:nvSpPr>
        <p:spPr>
          <a:xfrm>
            <a:off x="541338" y="1520825"/>
            <a:ext cx="422275" cy="474663"/>
          </a:xfrm>
          <a:prstGeom prst="rect">
            <a:avLst/>
          </a:prstGeom>
          <a:solidFill>
            <a:schemeClr val="folHlink"/>
          </a:solidFill>
          <a:ln w="9525">
            <a:noFill/>
          </a:ln>
        </p:spPr>
        <p:txBody>
          <a:bodyPr wrap="none" anchor="ctr"/>
          <a:p>
            <a:pPr lvl="0" algn="ctr" eaLnBrk="1" hangingPunct="1"/>
            <a:endParaRPr lang="zh-CN" altLang="en-US" sz="2400" b="0" dirty="0">
              <a:latin typeface="Tahoma" panose="020B0604030504040204" pitchFamily="34" charset="0"/>
            </a:endParaRPr>
          </a:p>
        </p:txBody>
      </p:sp>
      <p:sp>
        <p:nvSpPr>
          <p:cNvPr id="201733" name="矩形 201732"/>
          <p:cNvSpPr/>
          <p:nvPr/>
        </p:nvSpPr>
        <p:spPr>
          <a:xfrm>
            <a:off x="911225" y="1520825"/>
            <a:ext cx="368300" cy="474663"/>
          </a:xfrm>
          <a:prstGeom prst="rect">
            <a:avLst/>
          </a:prstGeom>
          <a:gradFill rotWithShape="0">
            <a:gsLst>
              <a:gs pos="0">
                <a:schemeClr val="folHlink"/>
              </a:gs>
              <a:gs pos="100000">
                <a:schemeClr val="bg1"/>
              </a:gs>
            </a:gsLst>
            <a:lin ang="0" scaled="1"/>
            <a:tileRect/>
          </a:gradFill>
          <a:ln w="9525">
            <a:noFill/>
          </a:ln>
        </p:spPr>
        <p:txBody>
          <a:bodyPr wrap="none" anchor="ctr"/>
          <a:p>
            <a:pPr lvl="0" algn="ctr" eaLnBrk="1" hangingPunct="1"/>
            <a:endParaRPr lang="zh-CN" altLang="en-US" sz="2400" b="0" dirty="0">
              <a:latin typeface="Tahoma" panose="020B0604030504040204" pitchFamily="34" charset="0"/>
            </a:endParaRPr>
          </a:p>
        </p:txBody>
      </p:sp>
      <p:sp>
        <p:nvSpPr>
          <p:cNvPr id="201734" name="矩形 201733"/>
          <p:cNvSpPr/>
          <p:nvPr/>
        </p:nvSpPr>
        <p:spPr>
          <a:xfrm>
            <a:off x="127000" y="1447800"/>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p>
            <a:pPr lvl="0" algn="ctr" eaLnBrk="1" hangingPunct="1"/>
            <a:endParaRPr lang="zh-CN" altLang="en-US" sz="2400" b="0" dirty="0">
              <a:latin typeface="Tahoma" panose="020B0604030504040204" pitchFamily="34" charset="0"/>
            </a:endParaRPr>
          </a:p>
        </p:txBody>
      </p:sp>
      <p:sp>
        <p:nvSpPr>
          <p:cNvPr id="201735" name="矩形 201734"/>
          <p:cNvSpPr/>
          <p:nvPr/>
        </p:nvSpPr>
        <p:spPr>
          <a:xfrm>
            <a:off x="762000" y="990600"/>
            <a:ext cx="31750" cy="1052513"/>
          </a:xfrm>
          <a:prstGeom prst="rect">
            <a:avLst/>
          </a:prstGeom>
          <a:solidFill>
            <a:schemeClr val="bg2"/>
          </a:solidFill>
          <a:ln w="9525">
            <a:noFill/>
          </a:ln>
        </p:spPr>
        <p:txBody>
          <a:bodyPr wrap="none" anchor="ctr"/>
          <a:p>
            <a:pPr lvl="0" algn="ctr" eaLnBrk="1" hangingPunct="1"/>
            <a:endParaRPr lang="zh-CN" altLang="en-US" sz="2400" b="0" dirty="0">
              <a:latin typeface="Tahoma" panose="020B0604030504040204" pitchFamily="34" charset="0"/>
            </a:endParaRPr>
          </a:p>
        </p:txBody>
      </p:sp>
      <p:sp>
        <p:nvSpPr>
          <p:cNvPr id="201736" name="矩形 201735"/>
          <p:cNvSpPr/>
          <p:nvPr/>
        </p:nvSpPr>
        <p:spPr>
          <a:xfrm>
            <a:off x="442913" y="1781175"/>
            <a:ext cx="8226425" cy="31750"/>
          </a:xfrm>
          <a:prstGeom prst="rect">
            <a:avLst/>
          </a:prstGeom>
          <a:gradFill rotWithShape="0">
            <a:gsLst>
              <a:gs pos="0">
                <a:schemeClr val="bg2"/>
              </a:gs>
              <a:gs pos="100000">
                <a:schemeClr val="bg1"/>
              </a:gs>
            </a:gsLst>
            <a:lin ang="0" scaled="1"/>
            <a:tileRect/>
          </a:gradFill>
          <a:ln w="9525">
            <a:noFill/>
          </a:ln>
        </p:spPr>
        <p:txBody>
          <a:bodyPr wrap="none" anchor="ctr"/>
          <a:p>
            <a:pPr lvl="0" algn="ctr" eaLnBrk="1" hangingPunct="1"/>
            <a:endParaRPr lang="zh-CN" altLang="en-US" sz="2400" b="0" dirty="0">
              <a:latin typeface="Tahoma" panose="020B0604030504040204" pitchFamily="34" charset="0"/>
            </a:endParaRPr>
          </a:p>
        </p:txBody>
      </p:sp>
      <p:sp>
        <p:nvSpPr>
          <p:cNvPr id="201737" name="标题 201736"/>
          <p:cNvSpPr>
            <a:spLocks noGrp="1"/>
          </p:cNvSpPr>
          <p:nvPr>
            <p:ph type="title"/>
          </p:nvPr>
        </p:nvSpPr>
        <p:spPr>
          <a:xfrm>
            <a:off x="1150938" y="214313"/>
            <a:ext cx="7793037" cy="1462087"/>
          </a:xfrm>
          <a:prstGeom prst="rect">
            <a:avLst/>
          </a:prstGeom>
          <a:noFill/>
          <a:ln w="9525">
            <a:noFill/>
          </a:ln>
        </p:spPr>
        <p:txBody>
          <a:bodyPr anchor="b"/>
          <a:p>
            <a:pPr lvl="0"/>
            <a:r>
              <a:rPr lang="zh-CN" altLang="en-US" dirty="0"/>
              <a:t>单击此处编辑母版标题样式</a:t>
            </a:r>
            <a:endParaRPr lang="zh-CN" altLang="en-US" dirty="0"/>
          </a:p>
        </p:txBody>
      </p:sp>
      <p:sp>
        <p:nvSpPr>
          <p:cNvPr id="201738" name="文本占位符 201737"/>
          <p:cNvSpPr>
            <a:spLocks noGrp="1"/>
          </p:cNvSpPr>
          <p:nvPr>
            <p:ph type="body" idx="1"/>
          </p:nvPr>
        </p:nvSpPr>
        <p:spPr>
          <a:xfrm>
            <a:off x="1182688" y="2017713"/>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1739" name="日期占位符 201738"/>
          <p:cNvSpPr>
            <a:spLocks noGrp="1"/>
          </p:cNvSpPr>
          <p:nvPr>
            <p:ph type="dt" sz="half" idx="2"/>
          </p:nvPr>
        </p:nvSpPr>
        <p:spPr>
          <a:xfrm>
            <a:off x="1162050" y="6243638"/>
            <a:ext cx="1905000" cy="457200"/>
          </a:xfrm>
          <a:prstGeom prst="rect">
            <a:avLst/>
          </a:prstGeom>
          <a:noFill/>
          <a:ln w="9525">
            <a:noFill/>
          </a:ln>
        </p:spPr>
        <p:txBody>
          <a:bodyPr anchor="b"/>
          <a:lstStyle>
            <a:lvl1pPr>
              <a:defRPr sz="1400" b="0">
                <a:latin typeface="Tahoma" panose="020B0604030504040204" pitchFamily="34" charset="0"/>
              </a:defRPr>
            </a:lvl1pPr>
          </a:lstStyle>
          <a:p>
            <a:pPr lvl="0" eaLnBrk="1" hangingPunct="1"/>
            <a:endParaRPr lang="zh-CN" altLang="en-US" dirty="0">
              <a:latin typeface="Times New Roman" panose="02020603050405020304" pitchFamily="18" charset="0"/>
            </a:endParaRPr>
          </a:p>
        </p:txBody>
      </p:sp>
      <p:sp>
        <p:nvSpPr>
          <p:cNvPr id="201740" name="页脚占位符 201739"/>
          <p:cNvSpPr>
            <a:spLocks noGrp="1"/>
          </p:cNvSpPr>
          <p:nvPr>
            <p:ph type="ftr" sz="quarter" idx="3"/>
          </p:nvPr>
        </p:nvSpPr>
        <p:spPr>
          <a:xfrm>
            <a:off x="3657600" y="6243638"/>
            <a:ext cx="2895600" cy="457200"/>
          </a:xfrm>
          <a:prstGeom prst="rect">
            <a:avLst/>
          </a:prstGeom>
          <a:noFill/>
          <a:ln w="9525">
            <a:noFill/>
          </a:ln>
        </p:spPr>
        <p:txBody>
          <a:bodyPr anchor="b"/>
          <a:lstStyle>
            <a:lvl1pPr algn="ctr">
              <a:defRPr sz="1400" b="0">
                <a:latin typeface="Tahoma" panose="020B0604030504040204" pitchFamily="34" charset="0"/>
              </a:defRPr>
            </a:lvl1pPr>
          </a:lstStyle>
          <a:p>
            <a:pPr lvl="0" eaLnBrk="1" hangingPunct="1"/>
            <a:endParaRPr lang="zh-CN" altLang="en-US" dirty="0"/>
          </a:p>
        </p:txBody>
      </p:sp>
      <p:sp>
        <p:nvSpPr>
          <p:cNvPr id="201741" name="灯片编号占位符 201740"/>
          <p:cNvSpPr>
            <a:spLocks noGrp="1"/>
          </p:cNvSpPr>
          <p:nvPr>
            <p:ph type="sldNum" sz="quarter" idx="4"/>
          </p:nvPr>
        </p:nvSpPr>
        <p:spPr>
          <a:xfrm>
            <a:off x="7042150" y="6243638"/>
            <a:ext cx="1905000" cy="457200"/>
          </a:xfrm>
          <a:prstGeom prst="rect">
            <a:avLst/>
          </a:prstGeom>
          <a:noFill/>
          <a:ln w="9525">
            <a:noFill/>
          </a:ln>
        </p:spPr>
        <p:txBody>
          <a:bodyPr anchor="b"/>
          <a:lstStyle>
            <a:lvl1pPr algn="r">
              <a:defRPr sz="1400" b="0">
                <a:latin typeface="Tahoma" panose="020B0604030504040204" pitchFamily="34" charset="0"/>
              </a:defRPr>
            </a:lvl1p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spd="slow">
    <p:strips dir="rd"/>
  </p:transition>
  <p:hf sldNum="0" hdr="0" ftr="0" dt="0"/>
  <p:txStyles>
    <p:titleStyle>
      <a:lvl1pPr marL="0" lvl="0" indent="0" algn="l"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1730" name="矩形 201729"/>
          <p:cNvSpPr/>
          <p:nvPr/>
        </p:nvSpPr>
        <p:spPr>
          <a:xfrm>
            <a:off x="417513" y="1098550"/>
            <a:ext cx="438150" cy="474663"/>
          </a:xfrm>
          <a:prstGeom prst="rect">
            <a:avLst/>
          </a:prstGeom>
          <a:solidFill>
            <a:schemeClr val="accent2"/>
          </a:solidFill>
          <a:ln w="9525">
            <a:noFill/>
          </a:ln>
        </p:spPr>
        <p:txBody>
          <a:bodyPr wrap="none" anchor="ctr"/>
          <a:p>
            <a:pPr lvl="0" algn="ctr" eaLnBrk="1" hangingPunct="1"/>
            <a:endParaRPr lang="zh-CN" altLang="en-US" sz="2400" b="0" dirty="0">
              <a:latin typeface="Tahoma" panose="020B0604030504040204" pitchFamily="34" charset="0"/>
            </a:endParaRPr>
          </a:p>
        </p:txBody>
      </p:sp>
      <p:sp>
        <p:nvSpPr>
          <p:cNvPr id="201731" name="矩形 201730"/>
          <p:cNvSpPr/>
          <p:nvPr/>
        </p:nvSpPr>
        <p:spPr>
          <a:xfrm>
            <a:off x="800100" y="1098550"/>
            <a:ext cx="328613" cy="474663"/>
          </a:xfrm>
          <a:prstGeom prst="rect">
            <a:avLst/>
          </a:prstGeom>
          <a:gradFill rotWithShape="0">
            <a:gsLst>
              <a:gs pos="0">
                <a:schemeClr val="accent2"/>
              </a:gs>
              <a:gs pos="100000">
                <a:schemeClr val="bg1"/>
              </a:gs>
            </a:gsLst>
            <a:lin ang="0" scaled="1"/>
            <a:tileRect/>
          </a:gradFill>
          <a:ln w="9525">
            <a:noFill/>
          </a:ln>
        </p:spPr>
        <p:txBody>
          <a:bodyPr wrap="none" anchor="ctr"/>
          <a:p>
            <a:pPr lvl="0" algn="ctr" eaLnBrk="1" hangingPunct="1"/>
            <a:endParaRPr lang="zh-CN" altLang="en-US" sz="2400" b="0" dirty="0">
              <a:latin typeface="Tahoma" panose="020B0604030504040204" pitchFamily="34" charset="0"/>
            </a:endParaRPr>
          </a:p>
        </p:txBody>
      </p:sp>
      <p:sp>
        <p:nvSpPr>
          <p:cNvPr id="201732" name="矩形 201731"/>
          <p:cNvSpPr/>
          <p:nvPr/>
        </p:nvSpPr>
        <p:spPr>
          <a:xfrm>
            <a:off x="541338" y="1520825"/>
            <a:ext cx="422275" cy="474663"/>
          </a:xfrm>
          <a:prstGeom prst="rect">
            <a:avLst/>
          </a:prstGeom>
          <a:solidFill>
            <a:schemeClr val="folHlink"/>
          </a:solidFill>
          <a:ln w="9525">
            <a:noFill/>
          </a:ln>
        </p:spPr>
        <p:txBody>
          <a:bodyPr wrap="none" anchor="ctr"/>
          <a:p>
            <a:pPr lvl="0" algn="ctr" eaLnBrk="1" hangingPunct="1"/>
            <a:endParaRPr lang="zh-CN" altLang="en-US" sz="2400" b="0" dirty="0">
              <a:latin typeface="Tahoma" panose="020B0604030504040204" pitchFamily="34" charset="0"/>
            </a:endParaRPr>
          </a:p>
        </p:txBody>
      </p:sp>
      <p:sp>
        <p:nvSpPr>
          <p:cNvPr id="201733" name="矩形 201732"/>
          <p:cNvSpPr/>
          <p:nvPr/>
        </p:nvSpPr>
        <p:spPr>
          <a:xfrm>
            <a:off x="911225" y="1520825"/>
            <a:ext cx="368300" cy="474663"/>
          </a:xfrm>
          <a:prstGeom prst="rect">
            <a:avLst/>
          </a:prstGeom>
          <a:gradFill rotWithShape="0">
            <a:gsLst>
              <a:gs pos="0">
                <a:schemeClr val="folHlink"/>
              </a:gs>
              <a:gs pos="100000">
                <a:schemeClr val="bg1"/>
              </a:gs>
            </a:gsLst>
            <a:lin ang="0" scaled="1"/>
            <a:tileRect/>
          </a:gradFill>
          <a:ln w="9525">
            <a:noFill/>
          </a:ln>
        </p:spPr>
        <p:txBody>
          <a:bodyPr wrap="none" anchor="ctr"/>
          <a:p>
            <a:pPr lvl="0" algn="ctr" eaLnBrk="1" hangingPunct="1"/>
            <a:endParaRPr lang="zh-CN" altLang="en-US" sz="2400" b="0" dirty="0">
              <a:latin typeface="Tahoma" panose="020B0604030504040204" pitchFamily="34" charset="0"/>
            </a:endParaRPr>
          </a:p>
        </p:txBody>
      </p:sp>
      <p:sp>
        <p:nvSpPr>
          <p:cNvPr id="201734" name="矩形 201733"/>
          <p:cNvSpPr/>
          <p:nvPr/>
        </p:nvSpPr>
        <p:spPr>
          <a:xfrm>
            <a:off x="127000" y="1447800"/>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p>
            <a:pPr lvl="0" algn="ctr" eaLnBrk="1" hangingPunct="1"/>
            <a:endParaRPr lang="zh-CN" altLang="en-US" sz="2400" b="0" dirty="0">
              <a:latin typeface="Tahoma" panose="020B0604030504040204" pitchFamily="34" charset="0"/>
            </a:endParaRPr>
          </a:p>
        </p:txBody>
      </p:sp>
      <p:sp>
        <p:nvSpPr>
          <p:cNvPr id="201735" name="矩形 201734"/>
          <p:cNvSpPr/>
          <p:nvPr/>
        </p:nvSpPr>
        <p:spPr>
          <a:xfrm>
            <a:off x="762000" y="990600"/>
            <a:ext cx="31750" cy="1052513"/>
          </a:xfrm>
          <a:prstGeom prst="rect">
            <a:avLst/>
          </a:prstGeom>
          <a:solidFill>
            <a:schemeClr val="bg2"/>
          </a:solidFill>
          <a:ln w="9525">
            <a:noFill/>
          </a:ln>
        </p:spPr>
        <p:txBody>
          <a:bodyPr wrap="none" anchor="ctr"/>
          <a:p>
            <a:pPr lvl="0" algn="ctr" eaLnBrk="1" hangingPunct="1"/>
            <a:endParaRPr lang="zh-CN" altLang="en-US" sz="2400" b="0" dirty="0">
              <a:latin typeface="Tahoma" panose="020B0604030504040204" pitchFamily="34" charset="0"/>
            </a:endParaRPr>
          </a:p>
        </p:txBody>
      </p:sp>
      <p:sp>
        <p:nvSpPr>
          <p:cNvPr id="201736" name="矩形 201735"/>
          <p:cNvSpPr/>
          <p:nvPr/>
        </p:nvSpPr>
        <p:spPr>
          <a:xfrm>
            <a:off x="442913" y="1781175"/>
            <a:ext cx="8226425" cy="31750"/>
          </a:xfrm>
          <a:prstGeom prst="rect">
            <a:avLst/>
          </a:prstGeom>
          <a:gradFill rotWithShape="0">
            <a:gsLst>
              <a:gs pos="0">
                <a:schemeClr val="bg2"/>
              </a:gs>
              <a:gs pos="100000">
                <a:schemeClr val="bg1"/>
              </a:gs>
            </a:gsLst>
            <a:lin ang="0" scaled="1"/>
            <a:tileRect/>
          </a:gradFill>
          <a:ln w="9525">
            <a:noFill/>
          </a:ln>
        </p:spPr>
        <p:txBody>
          <a:bodyPr wrap="none" anchor="ctr"/>
          <a:p>
            <a:pPr lvl="0" algn="ctr" eaLnBrk="1" hangingPunct="1"/>
            <a:endParaRPr lang="zh-CN" altLang="en-US" sz="2400" b="0" dirty="0">
              <a:latin typeface="Tahoma" panose="020B0604030504040204" pitchFamily="34" charset="0"/>
            </a:endParaRPr>
          </a:p>
        </p:txBody>
      </p:sp>
      <p:sp>
        <p:nvSpPr>
          <p:cNvPr id="201737" name="标题 201736"/>
          <p:cNvSpPr>
            <a:spLocks noGrp="1"/>
          </p:cNvSpPr>
          <p:nvPr>
            <p:ph type="title"/>
          </p:nvPr>
        </p:nvSpPr>
        <p:spPr>
          <a:xfrm>
            <a:off x="1150938" y="214313"/>
            <a:ext cx="7793037" cy="1462087"/>
          </a:xfrm>
          <a:prstGeom prst="rect">
            <a:avLst/>
          </a:prstGeom>
          <a:noFill/>
          <a:ln w="9525">
            <a:noFill/>
          </a:ln>
        </p:spPr>
        <p:txBody>
          <a:bodyPr anchor="b"/>
          <a:p>
            <a:pPr lvl="0"/>
            <a:r>
              <a:rPr lang="zh-CN" altLang="en-US" dirty="0"/>
              <a:t>单击此处编辑母版标题样式</a:t>
            </a:r>
            <a:endParaRPr lang="zh-CN" altLang="en-US" dirty="0"/>
          </a:p>
        </p:txBody>
      </p:sp>
      <p:sp>
        <p:nvSpPr>
          <p:cNvPr id="201738" name="文本占位符 201737"/>
          <p:cNvSpPr>
            <a:spLocks noGrp="1"/>
          </p:cNvSpPr>
          <p:nvPr>
            <p:ph type="body" idx="1"/>
          </p:nvPr>
        </p:nvSpPr>
        <p:spPr>
          <a:xfrm>
            <a:off x="1182688" y="2017713"/>
            <a:ext cx="7772400" cy="4114800"/>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1739" name="日期占位符 201738"/>
          <p:cNvSpPr>
            <a:spLocks noGrp="1"/>
          </p:cNvSpPr>
          <p:nvPr>
            <p:ph type="dt" sz="half" idx="2"/>
          </p:nvPr>
        </p:nvSpPr>
        <p:spPr>
          <a:xfrm>
            <a:off x="1162050" y="6243638"/>
            <a:ext cx="1905000" cy="457200"/>
          </a:xfrm>
          <a:prstGeom prst="rect">
            <a:avLst/>
          </a:prstGeom>
          <a:noFill/>
          <a:ln w="9525">
            <a:noFill/>
          </a:ln>
        </p:spPr>
        <p:txBody>
          <a:bodyPr anchor="b"/>
          <a:lstStyle>
            <a:lvl1pPr>
              <a:defRPr sz="1400" b="0">
                <a:latin typeface="Tahoma" panose="020B0604030504040204" pitchFamily="34" charset="0"/>
              </a:defRPr>
            </a:lvl1pPr>
          </a:lstStyle>
          <a:p>
            <a:pPr lvl="0" eaLnBrk="1" hangingPunct="1"/>
            <a:endParaRPr lang="zh-CN" altLang="en-US" dirty="0">
              <a:latin typeface="Times New Roman" panose="02020603050405020304" pitchFamily="18" charset="0"/>
            </a:endParaRPr>
          </a:p>
        </p:txBody>
      </p:sp>
      <p:sp>
        <p:nvSpPr>
          <p:cNvPr id="201740" name="页脚占位符 201739"/>
          <p:cNvSpPr>
            <a:spLocks noGrp="1"/>
          </p:cNvSpPr>
          <p:nvPr>
            <p:ph type="ftr" sz="quarter" idx="3"/>
          </p:nvPr>
        </p:nvSpPr>
        <p:spPr>
          <a:xfrm>
            <a:off x="3657600" y="6243638"/>
            <a:ext cx="2895600" cy="457200"/>
          </a:xfrm>
          <a:prstGeom prst="rect">
            <a:avLst/>
          </a:prstGeom>
          <a:noFill/>
          <a:ln w="9525">
            <a:noFill/>
          </a:ln>
        </p:spPr>
        <p:txBody>
          <a:bodyPr anchor="b"/>
          <a:lstStyle>
            <a:lvl1pPr algn="ctr">
              <a:defRPr sz="1400" b="0">
                <a:latin typeface="Tahoma" panose="020B0604030504040204" pitchFamily="34" charset="0"/>
              </a:defRPr>
            </a:lvl1pPr>
          </a:lstStyle>
          <a:p>
            <a:pPr lvl="0" eaLnBrk="1" hangingPunct="1"/>
            <a:endParaRPr lang="zh-CN" altLang="en-US" dirty="0"/>
          </a:p>
        </p:txBody>
      </p:sp>
      <p:sp>
        <p:nvSpPr>
          <p:cNvPr id="201741" name="灯片编号占位符 201740"/>
          <p:cNvSpPr>
            <a:spLocks noGrp="1"/>
          </p:cNvSpPr>
          <p:nvPr>
            <p:ph type="sldNum" sz="quarter" idx="4"/>
          </p:nvPr>
        </p:nvSpPr>
        <p:spPr>
          <a:xfrm>
            <a:off x="7042150" y="6243638"/>
            <a:ext cx="1905000" cy="457200"/>
          </a:xfrm>
          <a:prstGeom prst="rect">
            <a:avLst/>
          </a:prstGeom>
          <a:noFill/>
          <a:ln w="9525">
            <a:noFill/>
          </a:ln>
        </p:spPr>
        <p:txBody>
          <a:bodyPr anchor="b"/>
          <a:lstStyle>
            <a:lvl1pPr algn="r">
              <a:defRPr sz="1400" b="0">
                <a:latin typeface="Tahoma" panose="020B0604030504040204" pitchFamily="34" charset="0"/>
              </a:defRPr>
            </a:lvl1pPr>
          </a:lstStyle>
          <a:p>
            <a:pPr lvl="0" eaLnBrk="1" hangingPunct="1"/>
            <a:fld id="{9A0DB2DC-4C9A-4742-B13C-FB6460FD3503}" type="slidenum">
              <a:rPr lang="zh-CN" altLang="en-US" dirty="0"/>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transition spd="slow">
    <p:strips dir="rd"/>
  </p:transition>
  <p:hf sldNum="0" hdr="0" ftr="0" dt="0"/>
  <p:txStyles>
    <p:titleStyle>
      <a:lvl1pPr marL="0" lvl="0" indent="0" algn="l" defTabSz="914400" rtl="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b="0" i="0" u="none" kern="1200" baseline="0">
          <a:solidFill>
            <a:schemeClr val="tx1"/>
          </a:solidFill>
          <a:latin typeface="+mn-lt"/>
          <a:ea typeface="+mn-ea"/>
          <a:cs typeface="+mn-cs"/>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mn-lt"/>
          <a:ea typeface="+mn-ea"/>
          <a:cs typeface="+mn-cs"/>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mn-lt"/>
          <a:ea typeface="+mn-ea"/>
          <a:cs typeface="+mn-cs"/>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mn-lt"/>
          <a:ea typeface="+mn-ea"/>
          <a:cs typeface="+mn-cs"/>
        </a:defRPr>
      </a:lvl9pPr>
    </p:bodyStyle>
    <p:otherStyle>
      <a:lvl1pPr marL="0" lvl="0" indent="0" algn="l" defTabSz="914400" rtl="0" eaLnBrk="0" fontAlgn="base" latinLnBrk="0" hangingPunct="0">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1" i="0" u="none" kern="1200" baseline="0">
          <a:solidFill>
            <a:schemeClr val="tx1"/>
          </a:solidFill>
          <a:latin typeface="Tahoma" panose="020B060403050404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1.w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5.wmf"/><Relationship Id="rId7" Type="http://schemas.openxmlformats.org/officeDocument/2006/relationships/oleObject" Target="../embeddings/oleObject5.bin"/><Relationship Id="rId6" Type="http://schemas.openxmlformats.org/officeDocument/2006/relationships/image" Target="../media/image4.wmf"/><Relationship Id="rId5" Type="http://schemas.openxmlformats.org/officeDocument/2006/relationships/oleObject" Target="../embeddings/oleObject4.bin"/><Relationship Id="rId4" Type="http://schemas.openxmlformats.org/officeDocument/2006/relationships/image" Target="../media/image3.wmf"/><Relationship Id="rId3" Type="http://schemas.openxmlformats.org/officeDocument/2006/relationships/oleObject" Target="../embeddings/oleObject3.bin"/><Relationship Id="rId2" Type="http://schemas.openxmlformats.org/officeDocument/2006/relationships/image" Target="../media/image2.wmf"/><Relationship Id="rId11" Type="http://schemas.openxmlformats.org/officeDocument/2006/relationships/vmlDrawing" Target="../drawings/vmlDrawing2.vml"/><Relationship Id="rId10" Type="http://schemas.openxmlformats.org/officeDocument/2006/relationships/slideLayout" Target="../slideLayouts/slideLayout2.xml"/><Relationship Id="rId1"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9" Type="http://schemas.openxmlformats.org/officeDocument/2006/relationships/image" Target="../media/image9.wmf"/><Relationship Id="rId8" Type="http://schemas.openxmlformats.org/officeDocument/2006/relationships/oleObject" Target="../embeddings/oleObject10.bin"/><Relationship Id="rId7" Type="http://schemas.openxmlformats.org/officeDocument/2006/relationships/image" Target="../media/image8.wmf"/><Relationship Id="rId6" Type="http://schemas.openxmlformats.org/officeDocument/2006/relationships/oleObject" Target="../embeddings/oleObject9.bin"/><Relationship Id="rId5" Type="http://schemas.openxmlformats.org/officeDocument/2006/relationships/oleObject" Target="../embeddings/oleObject8.bin"/><Relationship Id="rId4" Type="http://schemas.openxmlformats.org/officeDocument/2006/relationships/image" Target="../media/image7.wmf"/><Relationship Id="rId3" Type="http://schemas.openxmlformats.org/officeDocument/2006/relationships/oleObject" Target="../embeddings/oleObject7.bin"/><Relationship Id="rId2" Type="http://schemas.openxmlformats.org/officeDocument/2006/relationships/image" Target="../media/image6.wmf"/><Relationship Id="rId12" Type="http://schemas.openxmlformats.org/officeDocument/2006/relationships/vmlDrawing" Target="../drawings/vmlDrawing3.vml"/><Relationship Id="rId11" Type="http://schemas.openxmlformats.org/officeDocument/2006/relationships/slideLayout" Target="../slideLayouts/slideLayout7.xml"/><Relationship Id="rId10" Type="http://schemas.openxmlformats.org/officeDocument/2006/relationships/audio" Target="../media/audio2.wav"/><Relationship Id="rId1"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9" Type="http://schemas.openxmlformats.org/officeDocument/2006/relationships/oleObject" Target="../embeddings/oleObject15.bin"/><Relationship Id="rId8" Type="http://schemas.openxmlformats.org/officeDocument/2006/relationships/image" Target="../media/image13.wmf"/><Relationship Id="rId7" Type="http://schemas.openxmlformats.org/officeDocument/2006/relationships/oleObject" Target="../embeddings/oleObject14.bin"/><Relationship Id="rId6" Type="http://schemas.openxmlformats.org/officeDocument/2006/relationships/image" Target="../media/image12.wmf"/><Relationship Id="rId5" Type="http://schemas.openxmlformats.org/officeDocument/2006/relationships/oleObject" Target="../embeddings/oleObject13.bin"/><Relationship Id="rId4" Type="http://schemas.openxmlformats.org/officeDocument/2006/relationships/image" Target="../media/image11.wmf"/><Relationship Id="rId3" Type="http://schemas.openxmlformats.org/officeDocument/2006/relationships/oleObject" Target="../embeddings/oleObject12.bin"/><Relationship Id="rId25" Type="http://schemas.openxmlformats.org/officeDocument/2006/relationships/vmlDrawing" Target="../drawings/vmlDrawing4.vml"/><Relationship Id="rId24" Type="http://schemas.openxmlformats.org/officeDocument/2006/relationships/slideLayout" Target="../slideLayouts/slideLayout12.xml"/><Relationship Id="rId23" Type="http://schemas.openxmlformats.org/officeDocument/2006/relationships/audio" Target="../media/audio2.wav"/><Relationship Id="rId22" Type="http://schemas.openxmlformats.org/officeDocument/2006/relationships/audio" Target="../media/audio1.wav"/><Relationship Id="rId21" Type="http://schemas.openxmlformats.org/officeDocument/2006/relationships/oleObject" Target="../embeddings/oleObject21.bin"/><Relationship Id="rId20" Type="http://schemas.openxmlformats.org/officeDocument/2006/relationships/image" Target="../media/image19.wmf"/><Relationship Id="rId2" Type="http://schemas.openxmlformats.org/officeDocument/2006/relationships/image" Target="../media/image10.wmf"/><Relationship Id="rId19" Type="http://schemas.openxmlformats.org/officeDocument/2006/relationships/oleObject" Target="../embeddings/oleObject20.bin"/><Relationship Id="rId18" Type="http://schemas.openxmlformats.org/officeDocument/2006/relationships/image" Target="../media/image18.wmf"/><Relationship Id="rId17" Type="http://schemas.openxmlformats.org/officeDocument/2006/relationships/oleObject" Target="../embeddings/oleObject19.bin"/><Relationship Id="rId16" Type="http://schemas.openxmlformats.org/officeDocument/2006/relationships/image" Target="../media/image17.wmf"/><Relationship Id="rId15" Type="http://schemas.openxmlformats.org/officeDocument/2006/relationships/oleObject" Target="../embeddings/oleObject18.bin"/><Relationship Id="rId14" Type="http://schemas.openxmlformats.org/officeDocument/2006/relationships/image" Target="../media/image16.wmf"/><Relationship Id="rId13" Type="http://schemas.openxmlformats.org/officeDocument/2006/relationships/oleObject" Target="../embeddings/oleObject17.bin"/><Relationship Id="rId12" Type="http://schemas.openxmlformats.org/officeDocument/2006/relationships/image" Target="../media/image15.wmf"/><Relationship Id="rId11" Type="http://schemas.openxmlformats.org/officeDocument/2006/relationships/oleObject" Target="../embeddings/oleObject16.bin"/><Relationship Id="rId10" Type="http://schemas.openxmlformats.org/officeDocument/2006/relationships/image" Target="../media/image14.wmf"/><Relationship Id="rId1" Type="http://schemas.openxmlformats.org/officeDocument/2006/relationships/oleObject" Target="../embeddings/oleObject11.bin"/></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8.xml"/><Relationship Id="rId1" Type="http://schemas.openxmlformats.org/officeDocument/2006/relationships/image" Target="../media/image2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8.xml"/><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26.bin"/><Relationship Id="rId8" Type="http://schemas.openxmlformats.org/officeDocument/2006/relationships/image" Target="../media/image27.wmf"/><Relationship Id="rId7" Type="http://schemas.openxmlformats.org/officeDocument/2006/relationships/oleObject" Target="../embeddings/oleObject25.bin"/><Relationship Id="rId6" Type="http://schemas.openxmlformats.org/officeDocument/2006/relationships/image" Target="../media/image26.wmf"/><Relationship Id="rId5" Type="http://schemas.openxmlformats.org/officeDocument/2006/relationships/oleObject" Target="../embeddings/oleObject24.bin"/><Relationship Id="rId4" Type="http://schemas.openxmlformats.org/officeDocument/2006/relationships/image" Target="../media/image25.wmf"/><Relationship Id="rId3" Type="http://schemas.openxmlformats.org/officeDocument/2006/relationships/oleObject" Target="../embeddings/oleObject23.bin"/><Relationship Id="rId2" Type="http://schemas.openxmlformats.org/officeDocument/2006/relationships/image" Target="../media/image24.wmf"/><Relationship Id="rId19" Type="http://schemas.openxmlformats.org/officeDocument/2006/relationships/vmlDrawing" Target="../drawings/vmlDrawing5.vml"/><Relationship Id="rId18" Type="http://schemas.openxmlformats.org/officeDocument/2006/relationships/slideLayout" Target="../slideLayouts/slideLayout2.xml"/><Relationship Id="rId17" Type="http://schemas.openxmlformats.org/officeDocument/2006/relationships/image" Target="../media/image31.wmf"/><Relationship Id="rId16" Type="http://schemas.openxmlformats.org/officeDocument/2006/relationships/oleObject" Target="../embeddings/oleObject30.bin"/><Relationship Id="rId15" Type="http://schemas.openxmlformats.org/officeDocument/2006/relationships/oleObject" Target="../embeddings/oleObject29.bin"/><Relationship Id="rId14" Type="http://schemas.openxmlformats.org/officeDocument/2006/relationships/image" Target="../media/image30.wmf"/><Relationship Id="rId13" Type="http://schemas.openxmlformats.org/officeDocument/2006/relationships/oleObject" Target="../embeddings/oleObject28.bin"/><Relationship Id="rId12" Type="http://schemas.openxmlformats.org/officeDocument/2006/relationships/image" Target="../media/image29.wmf"/><Relationship Id="rId11" Type="http://schemas.openxmlformats.org/officeDocument/2006/relationships/oleObject" Target="../embeddings/oleObject27.bin"/><Relationship Id="rId10" Type="http://schemas.openxmlformats.org/officeDocument/2006/relationships/image" Target="../media/image28.wmf"/><Relationship Id="rId1" Type="http://schemas.openxmlformats.org/officeDocument/2006/relationships/oleObject" Target="../embeddings/oleObject22.bin"/></Relationships>
</file>

<file path=ppt/slides/_rels/slide15.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2.xml"/><Relationship Id="rId7" Type="http://schemas.openxmlformats.org/officeDocument/2006/relationships/image" Target="../media/image34.wmf"/><Relationship Id="rId6" Type="http://schemas.openxmlformats.org/officeDocument/2006/relationships/oleObject" Target="../embeddings/oleObject34.bin"/><Relationship Id="rId5" Type="http://schemas.openxmlformats.org/officeDocument/2006/relationships/image" Target="../media/image33.wmf"/><Relationship Id="rId4" Type="http://schemas.openxmlformats.org/officeDocument/2006/relationships/oleObject" Target="../embeddings/oleObject33.bin"/><Relationship Id="rId3" Type="http://schemas.openxmlformats.org/officeDocument/2006/relationships/oleObject" Target="../embeddings/oleObject32.bin"/><Relationship Id="rId2" Type="http://schemas.openxmlformats.org/officeDocument/2006/relationships/image" Target="../media/image32.wmf"/><Relationship Id="rId1" Type="http://schemas.openxmlformats.org/officeDocument/2006/relationships/oleObject" Target="../embeddings/oleObject31.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audio" Target="../media/audio2.wav"/></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audio" Target="../media/audio2.wav"/></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audio" Target="../media/audio1.wav"/></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audio" Target="../media/audio1.wav"/></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audio3.wav"/><Relationship Id="rId1" Type="http://schemas.openxmlformats.org/officeDocument/2006/relationships/audio" Target="../media/audio1.wav"/></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9" Type="http://schemas.openxmlformats.org/officeDocument/2006/relationships/oleObject" Target="../embeddings/oleObject39.bin"/><Relationship Id="rId8" Type="http://schemas.openxmlformats.org/officeDocument/2006/relationships/image" Target="../media/image38.wmf"/><Relationship Id="rId7" Type="http://schemas.openxmlformats.org/officeDocument/2006/relationships/oleObject" Target="../embeddings/oleObject38.bin"/><Relationship Id="rId6" Type="http://schemas.openxmlformats.org/officeDocument/2006/relationships/image" Target="../media/image37.wmf"/><Relationship Id="rId5" Type="http://schemas.openxmlformats.org/officeDocument/2006/relationships/oleObject" Target="../embeddings/oleObject37.bin"/><Relationship Id="rId4" Type="http://schemas.openxmlformats.org/officeDocument/2006/relationships/image" Target="../media/image36.wmf"/><Relationship Id="rId3" Type="http://schemas.openxmlformats.org/officeDocument/2006/relationships/oleObject" Target="../embeddings/oleObject36.bin"/><Relationship Id="rId28" Type="http://schemas.openxmlformats.org/officeDocument/2006/relationships/vmlDrawing" Target="../drawings/vmlDrawing7.vml"/><Relationship Id="rId27" Type="http://schemas.openxmlformats.org/officeDocument/2006/relationships/slideLayout" Target="../slideLayouts/slideLayout12.xml"/><Relationship Id="rId26" Type="http://schemas.openxmlformats.org/officeDocument/2006/relationships/audio" Target="../media/audio1.wav"/><Relationship Id="rId25" Type="http://schemas.openxmlformats.org/officeDocument/2006/relationships/audio" Target="../media/audio2.wav"/><Relationship Id="rId24" Type="http://schemas.openxmlformats.org/officeDocument/2006/relationships/image" Target="../media/image46.wmf"/><Relationship Id="rId23" Type="http://schemas.openxmlformats.org/officeDocument/2006/relationships/oleObject" Target="../embeddings/oleObject46.bin"/><Relationship Id="rId22" Type="http://schemas.openxmlformats.org/officeDocument/2006/relationships/image" Target="../media/image45.wmf"/><Relationship Id="rId21" Type="http://schemas.openxmlformats.org/officeDocument/2006/relationships/oleObject" Target="../embeddings/oleObject45.bin"/><Relationship Id="rId20" Type="http://schemas.openxmlformats.org/officeDocument/2006/relationships/image" Target="../media/image44.wmf"/><Relationship Id="rId2" Type="http://schemas.openxmlformats.org/officeDocument/2006/relationships/image" Target="../media/image35.wmf"/><Relationship Id="rId19" Type="http://schemas.openxmlformats.org/officeDocument/2006/relationships/oleObject" Target="../embeddings/oleObject44.bin"/><Relationship Id="rId18" Type="http://schemas.openxmlformats.org/officeDocument/2006/relationships/image" Target="../media/image43.wmf"/><Relationship Id="rId17" Type="http://schemas.openxmlformats.org/officeDocument/2006/relationships/oleObject" Target="../embeddings/oleObject43.bin"/><Relationship Id="rId16" Type="http://schemas.openxmlformats.org/officeDocument/2006/relationships/image" Target="../media/image42.wmf"/><Relationship Id="rId15" Type="http://schemas.openxmlformats.org/officeDocument/2006/relationships/oleObject" Target="../embeddings/oleObject42.bin"/><Relationship Id="rId14" Type="http://schemas.openxmlformats.org/officeDocument/2006/relationships/image" Target="../media/image41.wmf"/><Relationship Id="rId13" Type="http://schemas.openxmlformats.org/officeDocument/2006/relationships/oleObject" Target="../embeddings/oleObject41.bin"/><Relationship Id="rId12" Type="http://schemas.openxmlformats.org/officeDocument/2006/relationships/image" Target="../media/image40.wmf"/><Relationship Id="rId11" Type="http://schemas.openxmlformats.org/officeDocument/2006/relationships/oleObject" Target="../embeddings/oleObject40.bin"/><Relationship Id="rId10" Type="http://schemas.openxmlformats.org/officeDocument/2006/relationships/image" Target="../media/image39.wmf"/><Relationship Id="rId1" Type="http://schemas.openxmlformats.org/officeDocument/2006/relationships/oleObject" Target="../embeddings/oleObject35.bin"/></Relationships>
</file>

<file path=ppt/slides/_rels/slide27.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50.wmf"/><Relationship Id="rId7" Type="http://schemas.openxmlformats.org/officeDocument/2006/relationships/oleObject" Target="../embeddings/oleObject50.bin"/><Relationship Id="rId6" Type="http://schemas.openxmlformats.org/officeDocument/2006/relationships/image" Target="../media/image49.wmf"/><Relationship Id="rId5" Type="http://schemas.openxmlformats.org/officeDocument/2006/relationships/oleObject" Target="../embeddings/oleObject49.bin"/><Relationship Id="rId4" Type="http://schemas.openxmlformats.org/officeDocument/2006/relationships/image" Target="../media/image48.wmf"/><Relationship Id="rId3" Type="http://schemas.openxmlformats.org/officeDocument/2006/relationships/oleObject" Target="../embeddings/oleObject48.bin"/><Relationship Id="rId2" Type="http://schemas.openxmlformats.org/officeDocument/2006/relationships/image" Target="../media/image47.wmf"/><Relationship Id="rId13" Type="http://schemas.openxmlformats.org/officeDocument/2006/relationships/vmlDrawing" Target="../drawings/vmlDrawing8.vml"/><Relationship Id="rId12" Type="http://schemas.openxmlformats.org/officeDocument/2006/relationships/slideLayout" Target="../slideLayouts/slideLayout12.xml"/><Relationship Id="rId11" Type="http://schemas.openxmlformats.org/officeDocument/2006/relationships/audio" Target="../media/audio3.wav"/><Relationship Id="rId10" Type="http://schemas.openxmlformats.org/officeDocument/2006/relationships/audio" Target="../media/audio2.wav"/><Relationship Id="rId1" Type="http://schemas.openxmlformats.org/officeDocument/2006/relationships/oleObject" Target="../embeddings/oleObject47.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7" Type="http://schemas.openxmlformats.org/officeDocument/2006/relationships/vmlDrawing" Target="../drawings/vmlDrawing9.vml"/><Relationship Id="rId6" Type="http://schemas.openxmlformats.org/officeDocument/2006/relationships/slideLayout" Target="../slideLayouts/slideLayout12.xml"/><Relationship Id="rId5" Type="http://schemas.openxmlformats.org/officeDocument/2006/relationships/audio" Target="../media/audio1.wav"/><Relationship Id="rId4" Type="http://schemas.openxmlformats.org/officeDocument/2006/relationships/image" Target="../media/image52.wmf"/><Relationship Id="rId3" Type="http://schemas.openxmlformats.org/officeDocument/2006/relationships/oleObject" Target="../embeddings/oleObject52.bin"/><Relationship Id="rId2" Type="http://schemas.openxmlformats.org/officeDocument/2006/relationships/image" Target="../media/image51.wmf"/><Relationship Id="rId1" Type="http://schemas.openxmlformats.org/officeDocument/2006/relationships/oleObject" Target="../embeddings/oleObject51.bin"/></Relationships>
</file>

<file path=ppt/slides/_rels/slide31.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12.xml"/><Relationship Id="rId2" Type="http://schemas.openxmlformats.org/officeDocument/2006/relationships/image" Target="../media/image53.wmf"/><Relationship Id="rId1" Type="http://schemas.openxmlformats.org/officeDocument/2006/relationships/oleObject" Target="../embeddings/oleObject53.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slideLayout" Target="../slideLayouts/slideLayout2.xml"/><Relationship Id="rId3" Type="http://schemas.openxmlformats.org/officeDocument/2006/relationships/oleObject" Target="../embeddings/oleObject55.bin"/><Relationship Id="rId2" Type="http://schemas.openxmlformats.org/officeDocument/2006/relationships/image" Target="../media/image54.wmf"/><Relationship Id="rId1" Type="http://schemas.openxmlformats.org/officeDocument/2006/relationships/oleObject" Target="../embeddings/oleObject54.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5" Type="http://schemas.openxmlformats.org/officeDocument/2006/relationships/vmlDrawing" Target="../drawings/vmlDrawing12.vml"/><Relationship Id="rId4" Type="http://schemas.openxmlformats.org/officeDocument/2006/relationships/slideLayout" Target="../slideLayouts/slideLayout1.xml"/><Relationship Id="rId3" Type="http://schemas.openxmlformats.org/officeDocument/2006/relationships/oleObject" Target="../embeddings/oleObject57.bin"/><Relationship Id="rId2" Type="http://schemas.openxmlformats.org/officeDocument/2006/relationships/image" Target="../media/image54.wmf"/><Relationship Id="rId1" Type="http://schemas.openxmlformats.org/officeDocument/2006/relationships/oleObject" Target="../embeddings/oleObject56.bin"/></Relationships>
</file>

<file path=ppt/slides/_rels/slide36.xml.rels><?xml version="1.0" encoding="UTF-8" standalone="yes"?>
<Relationships xmlns="http://schemas.openxmlformats.org/package/2006/relationships"><Relationship Id="rId7" Type="http://schemas.openxmlformats.org/officeDocument/2006/relationships/vmlDrawing" Target="../drawings/vmlDrawing13.vml"/><Relationship Id="rId6" Type="http://schemas.openxmlformats.org/officeDocument/2006/relationships/slideLayout" Target="../slideLayouts/slideLayout7.xml"/><Relationship Id="rId5" Type="http://schemas.openxmlformats.org/officeDocument/2006/relationships/audio" Target="../media/audio1.wav"/><Relationship Id="rId4" Type="http://schemas.openxmlformats.org/officeDocument/2006/relationships/image" Target="../media/image55.wmf"/><Relationship Id="rId3" Type="http://schemas.openxmlformats.org/officeDocument/2006/relationships/oleObject" Target="../embeddings/oleObject59.bin"/><Relationship Id="rId2" Type="http://schemas.openxmlformats.org/officeDocument/2006/relationships/image" Target="../media/image31.wmf"/><Relationship Id="rId1" Type="http://schemas.openxmlformats.org/officeDocument/2006/relationships/oleObject" Target="../embeddings/oleObject58.bin"/></Relationships>
</file>

<file path=ppt/slides/_rels/slide37.xml.rels><?xml version="1.0" encoding="UTF-8" standalone="yes"?>
<Relationships xmlns="http://schemas.openxmlformats.org/package/2006/relationships"><Relationship Id="rId9" Type="http://schemas.openxmlformats.org/officeDocument/2006/relationships/oleObject" Target="../embeddings/oleObject64.bin"/><Relationship Id="rId8" Type="http://schemas.openxmlformats.org/officeDocument/2006/relationships/image" Target="../media/image59.wmf"/><Relationship Id="rId7" Type="http://schemas.openxmlformats.org/officeDocument/2006/relationships/oleObject" Target="../embeddings/oleObject63.bin"/><Relationship Id="rId6" Type="http://schemas.openxmlformats.org/officeDocument/2006/relationships/image" Target="../media/image58.wmf"/><Relationship Id="rId5" Type="http://schemas.openxmlformats.org/officeDocument/2006/relationships/oleObject" Target="../embeddings/oleObject62.bin"/><Relationship Id="rId4" Type="http://schemas.openxmlformats.org/officeDocument/2006/relationships/image" Target="../media/image57.wmf"/><Relationship Id="rId3" Type="http://schemas.openxmlformats.org/officeDocument/2006/relationships/oleObject" Target="../embeddings/oleObject61.bin"/><Relationship Id="rId2" Type="http://schemas.openxmlformats.org/officeDocument/2006/relationships/image" Target="../media/image56.wmf"/><Relationship Id="rId12" Type="http://schemas.openxmlformats.org/officeDocument/2006/relationships/vmlDrawing" Target="../drawings/vmlDrawing14.vml"/><Relationship Id="rId11" Type="http://schemas.openxmlformats.org/officeDocument/2006/relationships/slideLayout" Target="../slideLayouts/slideLayout2.xml"/><Relationship Id="rId10" Type="http://schemas.openxmlformats.org/officeDocument/2006/relationships/image" Target="../media/image60.wmf"/><Relationship Id="rId1" Type="http://schemas.openxmlformats.org/officeDocument/2006/relationships/oleObject" Target="../embeddings/oleObject60.bin"/></Relationships>
</file>

<file path=ppt/slides/_rels/slide38.xml.rels><?xml version="1.0" encoding="UTF-8" standalone="yes"?>
<Relationships xmlns="http://schemas.openxmlformats.org/package/2006/relationships"><Relationship Id="rId9" Type="http://schemas.openxmlformats.org/officeDocument/2006/relationships/oleObject" Target="../embeddings/oleObject69.bin"/><Relationship Id="rId8" Type="http://schemas.openxmlformats.org/officeDocument/2006/relationships/image" Target="../media/image64.wmf"/><Relationship Id="rId7" Type="http://schemas.openxmlformats.org/officeDocument/2006/relationships/oleObject" Target="../embeddings/oleObject68.bin"/><Relationship Id="rId6" Type="http://schemas.openxmlformats.org/officeDocument/2006/relationships/image" Target="../media/image63.wmf"/><Relationship Id="rId5" Type="http://schemas.openxmlformats.org/officeDocument/2006/relationships/oleObject" Target="../embeddings/oleObject67.bin"/><Relationship Id="rId4" Type="http://schemas.openxmlformats.org/officeDocument/2006/relationships/image" Target="../media/image62.wmf"/><Relationship Id="rId3" Type="http://schemas.openxmlformats.org/officeDocument/2006/relationships/oleObject" Target="../embeddings/oleObject66.bin"/><Relationship Id="rId2" Type="http://schemas.openxmlformats.org/officeDocument/2006/relationships/image" Target="../media/image61.wmf"/><Relationship Id="rId13" Type="http://schemas.openxmlformats.org/officeDocument/2006/relationships/vmlDrawing" Target="../drawings/vmlDrawing15.vml"/><Relationship Id="rId12" Type="http://schemas.openxmlformats.org/officeDocument/2006/relationships/slideLayout" Target="../slideLayouts/slideLayout12.xml"/><Relationship Id="rId11" Type="http://schemas.openxmlformats.org/officeDocument/2006/relationships/audio" Target="../media/audio1.wav"/><Relationship Id="rId10" Type="http://schemas.openxmlformats.org/officeDocument/2006/relationships/image" Target="../media/image65.wmf"/><Relationship Id="rId1" Type="http://schemas.openxmlformats.org/officeDocument/2006/relationships/oleObject" Target="../embeddings/oleObject65.bin"/></Relationships>
</file>

<file path=ppt/slides/_rels/slide39.xml.rels><?xml version="1.0" encoding="UTF-8" standalone="yes"?>
<Relationships xmlns="http://schemas.openxmlformats.org/package/2006/relationships"><Relationship Id="rId5" Type="http://schemas.openxmlformats.org/officeDocument/2006/relationships/vmlDrawing" Target="../drawings/vmlDrawing16.vml"/><Relationship Id="rId4" Type="http://schemas.openxmlformats.org/officeDocument/2006/relationships/slideLayout" Target="../slideLayouts/slideLayout2.xml"/><Relationship Id="rId3" Type="http://schemas.openxmlformats.org/officeDocument/2006/relationships/audio" Target="../media/audio1.wav"/><Relationship Id="rId2" Type="http://schemas.openxmlformats.org/officeDocument/2006/relationships/image" Target="../media/image66.wmf"/><Relationship Id="rId1" Type="http://schemas.openxmlformats.org/officeDocument/2006/relationships/oleObject" Target="../embeddings/oleObject70.bin"/></Relationships>
</file>

<file path=ppt/slides/_rels/slide40.xml.rels><?xml version="1.0" encoding="UTF-8" standalone="yes"?>
<Relationships xmlns="http://schemas.openxmlformats.org/package/2006/relationships"><Relationship Id="rId5" Type="http://schemas.openxmlformats.org/officeDocument/2006/relationships/vmlDrawing" Target="../drawings/vmlDrawing17.vml"/><Relationship Id="rId4" Type="http://schemas.openxmlformats.org/officeDocument/2006/relationships/slideLayout" Target="../slideLayouts/slideLayout12.xml"/><Relationship Id="rId3" Type="http://schemas.openxmlformats.org/officeDocument/2006/relationships/audio" Target="../media/audio1.wav"/><Relationship Id="rId2" Type="http://schemas.openxmlformats.org/officeDocument/2006/relationships/image" Target="../media/image67.wmf"/><Relationship Id="rId1" Type="http://schemas.openxmlformats.org/officeDocument/2006/relationships/oleObject" Target="../embeddings/oleObject71.bin"/></Relationships>
</file>

<file path=ppt/slides/_rels/slide41.xml.rels><?xml version="1.0" encoding="UTF-8" standalone="yes"?>
<Relationships xmlns="http://schemas.openxmlformats.org/package/2006/relationships"><Relationship Id="rId9" Type="http://schemas.openxmlformats.org/officeDocument/2006/relationships/vmlDrawing" Target="../drawings/vmlDrawing18.vml"/><Relationship Id="rId8" Type="http://schemas.openxmlformats.org/officeDocument/2006/relationships/slideLayout" Target="../slideLayouts/slideLayout2.xml"/><Relationship Id="rId7" Type="http://schemas.openxmlformats.org/officeDocument/2006/relationships/audio" Target="../media/audio1.wav"/><Relationship Id="rId6" Type="http://schemas.openxmlformats.org/officeDocument/2006/relationships/image" Target="../media/image70.wmf"/><Relationship Id="rId5" Type="http://schemas.openxmlformats.org/officeDocument/2006/relationships/oleObject" Target="../embeddings/oleObject74.bin"/><Relationship Id="rId4" Type="http://schemas.openxmlformats.org/officeDocument/2006/relationships/image" Target="../media/image69.wmf"/><Relationship Id="rId3" Type="http://schemas.openxmlformats.org/officeDocument/2006/relationships/oleObject" Target="../embeddings/oleObject73.bin"/><Relationship Id="rId2" Type="http://schemas.openxmlformats.org/officeDocument/2006/relationships/image" Target="../media/image68.wmf"/><Relationship Id="rId1" Type="http://schemas.openxmlformats.org/officeDocument/2006/relationships/oleObject" Target="../embeddings/oleObject72.bin"/></Relationships>
</file>

<file path=ppt/slides/_rels/slide42.xml.rels><?xml version="1.0" encoding="UTF-8" standalone="yes"?>
<Relationships xmlns="http://schemas.openxmlformats.org/package/2006/relationships"><Relationship Id="rId9" Type="http://schemas.openxmlformats.org/officeDocument/2006/relationships/oleObject" Target="../embeddings/oleObject79.bin"/><Relationship Id="rId8" Type="http://schemas.openxmlformats.org/officeDocument/2006/relationships/image" Target="../media/image74.wmf"/><Relationship Id="rId7" Type="http://schemas.openxmlformats.org/officeDocument/2006/relationships/oleObject" Target="../embeddings/oleObject78.bin"/><Relationship Id="rId6" Type="http://schemas.openxmlformats.org/officeDocument/2006/relationships/image" Target="../media/image73.wmf"/><Relationship Id="rId5" Type="http://schemas.openxmlformats.org/officeDocument/2006/relationships/oleObject" Target="../embeddings/oleObject77.bin"/><Relationship Id="rId4" Type="http://schemas.openxmlformats.org/officeDocument/2006/relationships/image" Target="../media/image72.wmf"/><Relationship Id="rId3" Type="http://schemas.openxmlformats.org/officeDocument/2006/relationships/oleObject" Target="../embeddings/oleObject76.bin"/><Relationship Id="rId2" Type="http://schemas.openxmlformats.org/officeDocument/2006/relationships/image" Target="../media/image71.wmf"/><Relationship Id="rId14" Type="http://schemas.openxmlformats.org/officeDocument/2006/relationships/vmlDrawing" Target="../drawings/vmlDrawing19.vml"/><Relationship Id="rId13" Type="http://schemas.openxmlformats.org/officeDocument/2006/relationships/slideLayout" Target="../slideLayouts/slideLayout12.xml"/><Relationship Id="rId12" Type="http://schemas.openxmlformats.org/officeDocument/2006/relationships/audio" Target="../media/audio1.wav"/><Relationship Id="rId11" Type="http://schemas.openxmlformats.org/officeDocument/2006/relationships/audio" Target="../media/audio2.wav"/><Relationship Id="rId10" Type="http://schemas.openxmlformats.org/officeDocument/2006/relationships/image" Target="../media/image75.wmf"/><Relationship Id="rId1" Type="http://schemas.openxmlformats.org/officeDocument/2006/relationships/oleObject" Target="../embeddings/oleObject75.bin"/></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79.wmf"/><Relationship Id="rId7" Type="http://schemas.openxmlformats.org/officeDocument/2006/relationships/oleObject" Target="../embeddings/oleObject83.bin"/><Relationship Id="rId6" Type="http://schemas.openxmlformats.org/officeDocument/2006/relationships/image" Target="../media/image78.wmf"/><Relationship Id="rId5" Type="http://schemas.openxmlformats.org/officeDocument/2006/relationships/oleObject" Target="../embeddings/oleObject82.bin"/><Relationship Id="rId4" Type="http://schemas.openxmlformats.org/officeDocument/2006/relationships/image" Target="../media/image77.wmf"/><Relationship Id="rId3" Type="http://schemas.openxmlformats.org/officeDocument/2006/relationships/oleObject" Target="../embeddings/oleObject81.bin"/><Relationship Id="rId2" Type="http://schemas.openxmlformats.org/officeDocument/2006/relationships/image" Target="../media/image76.wmf"/><Relationship Id="rId12" Type="http://schemas.openxmlformats.org/officeDocument/2006/relationships/vmlDrawing" Target="../drawings/vmlDrawing20.vml"/><Relationship Id="rId11" Type="http://schemas.openxmlformats.org/officeDocument/2006/relationships/slideLayout" Target="../slideLayouts/slideLayout12.xml"/><Relationship Id="rId10" Type="http://schemas.openxmlformats.org/officeDocument/2006/relationships/audio" Target="../media/audio3.wav"/><Relationship Id="rId1" Type="http://schemas.openxmlformats.org/officeDocument/2006/relationships/oleObject" Target="../embeddings/oleObject80.bin"/></Relationships>
</file>

<file path=ppt/slides/_rels/slide47.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80.wmf"/><Relationship Id="rId7" Type="http://schemas.openxmlformats.org/officeDocument/2006/relationships/oleObject" Target="../embeddings/oleObject87.bin"/><Relationship Id="rId6" Type="http://schemas.openxmlformats.org/officeDocument/2006/relationships/image" Target="../media/image78.wmf"/><Relationship Id="rId5" Type="http://schemas.openxmlformats.org/officeDocument/2006/relationships/oleObject" Target="../embeddings/oleObject86.bin"/><Relationship Id="rId4" Type="http://schemas.openxmlformats.org/officeDocument/2006/relationships/image" Target="../media/image77.wmf"/><Relationship Id="rId3" Type="http://schemas.openxmlformats.org/officeDocument/2006/relationships/oleObject" Target="../embeddings/oleObject85.bin"/><Relationship Id="rId2" Type="http://schemas.openxmlformats.org/officeDocument/2006/relationships/image" Target="../media/image76.wmf"/><Relationship Id="rId12" Type="http://schemas.openxmlformats.org/officeDocument/2006/relationships/vmlDrawing" Target="../drawings/vmlDrawing21.vml"/><Relationship Id="rId11" Type="http://schemas.openxmlformats.org/officeDocument/2006/relationships/slideLayout" Target="../slideLayouts/slideLayout12.xml"/><Relationship Id="rId10" Type="http://schemas.openxmlformats.org/officeDocument/2006/relationships/audio" Target="../media/audio3.wav"/><Relationship Id="rId1" Type="http://schemas.openxmlformats.org/officeDocument/2006/relationships/oleObject" Target="../embeddings/oleObject84.bin"/></Relationships>
</file>

<file path=ppt/slides/_rels/slide48.xml.rels><?xml version="1.0" encoding="UTF-8" standalone="yes"?>
<Relationships xmlns="http://schemas.openxmlformats.org/package/2006/relationships"><Relationship Id="rId9" Type="http://schemas.openxmlformats.org/officeDocument/2006/relationships/oleObject" Target="../embeddings/oleObject92.bin"/><Relationship Id="rId8" Type="http://schemas.openxmlformats.org/officeDocument/2006/relationships/image" Target="../media/image81.wmf"/><Relationship Id="rId7" Type="http://schemas.openxmlformats.org/officeDocument/2006/relationships/oleObject" Target="../embeddings/oleObject91.bin"/><Relationship Id="rId6" Type="http://schemas.openxmlformats.org/officeDocument/2006/relationships/image" Target="../media/image73.wmf"/><Relationship Id="rId5" Type="http://schemas.openxmlformats.org/officeDocument/2006/relationships/oleObject" Target="../embeddings/oleObject90.bin"/><Relationship Id="rId4" Type="http://schemas.openxmlformats.org/officeDocument/2006/relationships/image" Target="../media/image72.wmf"/><Relationship Id="rId3" Type="http://schemas.openxmlformats.org/officeDocument/2006/relationships/oleObject" Target="../embeddings/oleObject89.bin"/><Relationship Id="rId2" Type="http://schemas.openxmlformats.org/officeDocument/2006/relationships/image" Target="../media/image80.wmf"/><Relationship Id="rId13" Type="http://schemas.openxmlformats.org/officeDocument/2006/relationships/vmlDrawing" Target="../drawings/vmlDrawing22.vml"/><Relationship Id="rId12" Type="http://schemas.openxmlformats.org/officeDocument/2006/relationships/slideLayout" Target="../slideLayouts/slideLayout12.xml"/><Relationship Id="rId11" Type="http://schemas.openxmlformats.org/officeDocument/2006/relationships/audio" Target="../media/audio1.wav"/><Relationship Id="rId10" Type="http://schemas.openxmlformats.org/officeDocument/2006/relationships/image" Target="../media/image82.wmf"/><Relationship Id="rId1" Type="http://schemas.openxmlformats.org/officeDocument/2006/relationships/oleObject" Target="../embeddings/oleObject88.bin"/></Relationships>
</file>

<file path=ppt/slides/_rels/slide49.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2.xml"/><Relationship Id="rId2" Type="http://schemas.openxmlformats.org/officeDocument/2006/relationships/image" Target="../media/image83.wmf"/><Relationship Id="rId1" Type="http://schemas.openxmlformats.org/officeDocument/2006/relationships/oleObject" Target="../embeddings/oleObject93.bin"/></Relationships>
</file>

<file path=ppt/slides/_rels/slide50.xml.rels><?xml version="1.0" encoding="UTF-8" standalone="yes"?>
<Relationships xmlns="http://schemas.openxmlformats.org/package/2006/relationships"><Relationship Id="rId6" Type="http://schemas.openxmlformats.org/officeDocument/2006/relationships/vmlDrawing" Target="../drawings/vmlDrawing24.vml"/><Relationship Id="rId5" Type="http://schemas.openxmlformats.org/officeDocument/2006/relationships/slideLayout" Target="../slideLayouts/slideLayout7.xml"/><Relationship Id="rId4" Type="http://schemas.openxmlformats.org/officeDocument/2006/relationships/image" Target="../media/image84.wmf"/><Relationship Id="rId3" Type="http://schemas.openxmlformats.org/officeDocument/2006/relationships/oleObject" Target="../embeddings/oleObject95.bin"/><Relationship Id="rId2" Type="http://schemas.openxmlformats.org/officeDocument/2006/relationships/image" Target="../media/image60.wmf"/><Relationship Id="rId1" Type="http://schemas.openxmlformats.org/officeDocument/2006/relationships/oleObject" Target="../embeddings/oleObject94.bin"/></Relationships>
</file>

<file path=ppt/slides/_rels/slide51.xml.rels><?xml version="1.0" encoding="UTF-8" standalone="yes"?>
<Relationships xmlns="http://schemas.openxmlformats.org/package/2006/relationships"><Relationship Id="rId6" Type="http://schemas.openxmlformats.org/officeDocument/2006/relationships/vmlDrawing" Target="../drawings/vmlDrawing25.vml"/><Relationship Id="rId5" Type="http://schemas.openxmlformats.org/officeDocument/2006/relationships/slideLayout" Target="../slideLayouts/slideLayout2.xml"/><Relationship Id="rId4" Type="http://schemas.openxmlformats.org/officeDocument/2006/relationships/image" Target="../media/image86.wmf"/><Relationship Id="rId3" Type="http://schemas.openxmlformats.org/officeDocument/2006/relationships/oleObject" Target="../embeddings/oleObject97.bin"/><Relationship Id="rId2" Type="http://schemas.openxmlformats.org/officeDocument/2006/relationships/image" Target="../media/image85.wmf"/><Relationship Id="rId1" Type="http://schemas.openxmlformats.org/officeDocument/2006/relationships/oleObject" Target="../embeddings/oleObject96.bin"/></Relationships>
</file>

<file path=ppt/slides/_rels/slide52.xml.rels><?xml version="1.0" encoding="UTF-8" standalone="yes"?>
<Relationships xmlns="http://schemas.openxmlformats.org/package/2006/relationships"><Relationship Id="rId6" Type="http://schemas.openxmlformats.org/officeDocument/2006/relationships/vmlDrawing" Target="../drawings/vmlDrawing26.vml"/><Relationship Id="rId5" Type="http://schemas.openxmlformats.org/officeDocument/2006/relationships/slideLayout" Target="../slideLayouts/slideLayout2.xml"/><Relationship Id="rId4" Type="http://schemas.openxmlformats.org/officeDocument/2006/relationships/image" Target="../media/image88.wmf"/><Relationship Id="rId3" Type="http://schemas.openxmlformats.org/officeDocument/2006/relationships/oleObject" Target="../embeddings/oleObject99.bin"/><Relationship Id="rId2" Type="http://schemas.openxmlformats.org/officeDocument/2006/relationships/image" Target="../media/image87.wmf"/><Relationship Id="rId1" Type="http://schemas.openxmlformats.org/officeDocument/2006/relationships/oleObject" Target="../embeddings/oleObject98.bin"/></Relationships>
</file>

<file path=ppt/slides/_rels/slide53.xml.rels><?xml version="1.0" encoding="UTF-8" standalone="yes"?>
<Relationships xmlns="http://schemas.openxmlformats.org/package/2006/relationships"><Relationship Id="rId8" Type="http://schemas.openxmlformats.org/officeDocument/2006/relationships/vmlDrawing" Target="../drawings/vmlDrawing27.vml"/><Relationship Id="rId7" Type="http://schemas.openxmlformats.org/officeDocument/2006/relationships/slideLayout" Target="../slideLayouts/slideLayout14.xml"/><Relationship Id="rId6" Type="http://schemas.openxmlformats.org/officeDocument/2006/relationships/image" Target="../media/image91.wmf"/><Relationship Id="rId5" Type="http://schemas.openxmlformats.org/officeDocument/2006/relationships/oleObject" Target="../embeddings/oleObject102.bin"/><Relationship Id="rId4" Type="http://schemas.openxmlformats.org/officeDocument/2006/relationships/image" Target="../media/image90.wmf"/><Relationship Id="rId3" Type="http://schemas.openxmlformats.org/officeDocument/2006/relationships/oleObject" Target="../embeddings/oleObject101.bin"/><Relationship Id="rId2" Type="http://schemas.openxmlformats.org/officeDocument/2006/relationships/image" Target="../media/image89.wmf"/><Relationship Id="rId1" Type="http://schemas.openxmlformats.org/officeDocument/2006/relationships/oleObject" Target="../embeddings/oleObject100.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6" Type="http://schemas.openxmlformats.org/officeDocument/2006/relationships/vmlDrawing" Target="../drawings/vmlDrawing28.vml"/><Relationship Id="rId5" Type="http://schemas.openxmlformats.org/officeDocument/2006/relationships/slideLayout" Target="../slideLayouts/slideLayout2.xml"/><Relationship Id="rId4" Type="http://schemas.openxmlformats.org/officeDocument/2006/relationships/image" Target="../media/image93.wmf"/><Relationship Id="rId3" Type="http://schemas.openxmlformats.org/officeDocument/2006/relationships/oleObject" Target="../embeddings/oleObject104.bin"/><Relationship Id="rId2" Type="http://schemas.openxmlformats.org/officeDocument/2006/relationships/image" Target="../media/image92.wmf"/><Relationship Id="rId1" Type="http://schemas.openxmlformats.org/officeDocument/2006/relationships/oleObject" Target="../embeddings/oleObject103.bin"/></Relationships>
</file>

<file path=ppt/slides/_rels/slide56.xml.rels><?xml version="1.0" encoding="UTF-8" standalone="yes"?>
<Relationships xmlns="http://schemas.openxmlformats.org/package/2006/relationships"><Relationship Id="rId6" Type="http://schemas.openxmlformats.org/officeDocument/2006/relationships/vmlDrawing" Target="../drawings/vmlDrawing29.vml"/><Relationship Id="rId5" Type="http://schemas.openxmlformats.org/officeDocument/2006/relationships/slideLayout" Target="../slideLayouts/slideLayout2.xml"/><Relationship Id="rId4" Type="http://schemas.openxmlformats.org/officeDocument/2006/relationships/image" Target="../media/image95.wmf"/><Relationship Id="rId3" Type="http://schemas.openxmlformats.org/officeDocument/2006/relationships/oleObject" Target="../embeddings/oleObject106.bin"/><Relationship Id="rId2" Type="http://schemas.openxmlformats.org/officeDocument/2006/relationships/image" Target="../media/image94.wmf"/><Relationship Id="rId1" Type="http://schemas.openxmlformats.org/officeDocument/2006/relationships/oleObject" Target="../embeddings/oleObject105.bin"/></Relationships>
</file>

<file path=ppt/slides/_rels/slide57.xml.rels><?xml version="1.0" encoding="UTF-8" standalone="yes"?>
<Relationships xmlns="http://schemas.openxmlformats.org/package/2006/relationships"><Relationship Id="rId4" Type="http://schemas.openxmlformats.org/officeDocument/2006/relationships/vmlDrawing" Target="../drawings/vmlDrawing30.vml"/><Relationship Id="rId3" Type="http://schemas.openxmlformats.org/officeDocument/2006/relationships/slideLayout" Target="../slideLayouts/slideLayout2.xml"/><Relationship Id="rId2" Type="http://schemas.openxmlformats.org/officeDocument/2006/relationships/image" Target="../media/image96.wmf"/><Relationship Id="rId1" Type="http://schemas.openxmlformats.org/officeDocument/2006/relationships/oleObject" Target="../embeddings/oleObject107.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6" Type="http://schemas.openxmlformats.org/officeDocument/2006/relationships/vmlDrawing" Target="../drawings/vmlDrawing31.vml"/><Relationship Id="rId5" Type="http://schemas.openxmlformats.org/officeDocument/2006/relationships/slideLayout" Target="../slideLayouts/slideLayout2.xml"/><Relationship Id="rId4" Type="http://schemas.openxmlformats.org/officeDocument/2006/relationships/image" Target="../media/image98.wmf"/><Relationship Id="rId3" Type="http://schemas.openxmlformats.org/officeDocument/2006/relationships/oleObject" Target="../embeddings/oleObject109.bin"/><Relationship Id="rId2" Type="http://schemas.openxmlformats.org/officeDocument/2006/relationships/image" Target="../media/image97.wmf"/><Relationship Id="rId1" Type="http://schemas.openxmlformats.org/officeDocument/2006/relationships/oleObject" Target="../embeddings/oleObject108.bin"/></Relationships>
</file>

<file path=ppt/slides/_rels/slide61.xml.rels><?xml version="1.0" encoding="UTF-8" standalone="yes"?>
<Relationships xmlns="http://schemas.openxmlformats.org/package/2006/relationships"><Relationship Id="rId9" Type="http://schemas.openxmlformats.org/officeDocument/2006/relationships/vmlDrawing" Target="../drawings/vmlDrawing32.vml"/><Relationship Id="rId8" Type="http://schemas.openxmlformats.org/officeDocument/2006/relationships/slideLayout" Target="../slideLayouts/slideLayout14.xml"/><Relationship Id="rId7" Type="http://schemas.openxmlformats.org/officeDocument/2006/relationships/audio" Target="../media/audio1.wav"/><Relationship Id="rId6" Type="http://schemas.openxmlformats.org/officeDocument/2006/relationships/image" Target="../media/image101.wmf"/><Relationship Id="rId5" Type="http://schemas.openxmlformats.org/officeDocument/2006/relationships/oleObject" Target="../embeddings/oleObject112.bin"/><Relationship Id="rId4" Type="http://schemas.openxmlformats.org/officeDocument/2006/relationships/image" Target="../media/image100.wmf"/><Relationship Id="rId3" Type="http://schemas.openxmlformats.org/officeDocument/2006/relationships/oleObject" Target="../embeddings/oleObject111.bin"/><Relationship Id="rId2" Type="http://schemas.openxmlformats.org/officeDocument/2006/relationships/image" Target="../media/image99.wmf"/><Relationship Id="rId1" Type="http://schemas.openxmlformats.org/officeDocument/2006/relationships/oleObject" Target="../embeddings/oleObject110.bin"/></Relationships>
</file>

<file path=ppt/slides/_rels/slide62.xml.rels><?xml version="1.0" encoding="UTF-8" standalone="yes"?>
<Relationships xmlns="http://schemas.openxmlformats.org/package/2006/relationships"><Relationship Id="rId6" Type="http://schemas.openxmlformats.org/officeDocument/2006/relationships/vmlDrawing" Target="../drawings/vmlDrawing33.vml"/><Relationship Id="rId5" Type="http://schemas.openxmlformats.org/officeDocument/2006/relationships/slideLayout" Target="../slideLayouts/slideLayout2.xml"/><Relationship Id="rId4" Type="http://schemas.openxmlformats.org/officeDocument/2006/relationships/image" Target="../media/image102.wmf"/><Relationship Id="rId3" Type="http://schemas.openxmlformats.org/officeDocument/2006/relationships/oleObject" Target="../embeddings/oleObject114.bin"/><Relationship Id="rId2" Type="http://schemas.openxmlformats.org/officeDocument/2006/relationships/image" Target="../media/image90.wmf"/><Relationship Id="rId1" Type="http://schemas.openxmlformats.org/officeDocument/2006/relationships/oleObject" Target="../embeddings/oleObject113.bin"/></Relationships>
</file>

<file path=ppt/slides/_rels/slide63.xml.rels><?xml version="1.0" encoding="UTF-8" standalone="yes"?>
<Relationships xmlns="http://schemas.openxmlformats.org/package/2006/relationships"><Relationship Id="rId8" Type="http://schemas.openxmlformats.org/officeDocument/2006/relationships/vmlDrawing" Target="../drawings/vmlDrawing34.vml"/><Relationship Id="rId7" Type="http://schemas.openxmlformats.org/officeDocument/2006/relationships/slideLayout" Target="../slideLayouts/slideLayout2.xml"/><Relationship Id="rId6" Type="http://schemas.openxmlformats.org/officeDocument/2006/relationships/image" Target="../media/image105.wmf"/><Relationship Id="rId5" Type="http://schemas.openxmlformats.org/officeDocument/2006/relationships/oleObject" Target="../embeddings/oleObject117.bin"/><Relationship Id="rId4" Type="http://schemas.openxmlformats.org/officeDocument/2006/relationships/image" Target="../media/image104.wmf"/><Relationship Id="rId3" Type="http://schemas.openxmlformats.org/officeDocument/2006/relationships/oleObject" Target="../embeddings/oleObject116.bin"/><Relationship Id="rId2" Type="http://schemas.openxmlformats.org/officeDocument/2006/relationships/image" Target="../media/image103.wmf"/><Relationship Id="rId1" Type="http://schemas.openxmlformats.org/officeDocument/2006/relationships/oleObject" Target="../embeddings/oleObject115.bin"/></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9" Type="http://schemas.openxmlformats.org/officeDocument/2006/relationships/vmlDrawing" Target="../drawings/vmlDrawing35.vml"/><Relationship Id="rId8" Type="http://schemas.openxmlformats.org/officeDocument/2006/relationships/slideLayout" Target="../slideLayouts/slideLayout15.xml"/><Relationship Id="rId7" Type="http://schemas.openxmlformats.org/officeDocument/2006/relationships/oleObject" Target="../embeddings/oleObject121.bin"/><Relationship Id="rId6" Type="http://schemas.openxmlformats.org/officeDocument/2006/relationships/image" Target="../media/image108.wmf"/><Relationship Id="rId5" Type="http://schemas.openxmlformats.org/officeDocument/2006/relationships/oleObject" Target="../embeddings/oleObject120.bin"/><Relationship Id="rId4" Type="http://schemas.openxmlformats.org/officeDocument/2006/relationships/image" Target="../media/image107.wmf"/><Relationship Id="rId3" Type="http://schemas.openxmlformats.org/officeDocument/2006/relationships/oleObject" Target="../embeddings/oleObject119.bin"/><Relationship Id="rId2" Type="http://schemas.openxmlformats.org/officeDocument/2006/relationships/image" Target="../media/image106.wmf"/><Relationship Id="rId1" Type="http://schemas.openxmlformats.org/officeDocument/2006/relationships/oleObject" Target="../embeddings/oleObject118.bin"/></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235075" y="2757170"/>
            <a:ext cx="7039610" cy="1198880"/>
          </a:xfrm>
          <a:prstGeom prst="rect">
            <a:avLst/>
          </a:prstGeom>
          <a:noFill/>
        </p:spPr>
        <p:txBody>
          <a:bodyPr wrap="square" rtlCol="0">
            <a:spAutoFit/>
          </a:bodyPr>
          <a:p>
            <a:pPr algn="ctr"/>
            <a:r>
              <a:rPr lang="zh-CN" altLang="en-US" sz="3600">
                <a:solidFill>
                  <a:schemeClr val="tx1"/>
                </a:solidFill>
                <a:effectLst>
                  <a:outerShdw blurRad="38100" dist="19050" dir="2700000" algn="tl" rotWithShape="0">
                    <a:schemeClr val="dk1">
                      <a:alpha val="40000"/>
                    </a:schemeClr>
                  </a:outerShdw>
                </a:effectLst>
              </a:rPr>
              <a:t>数模常规算法简述之排队论、马尔科夫、时间序列模型</a:t>
            </a:r>
            <a:endParaRPr lang="zh-CN" altLang="en-US" sz="3600">
              <a:solidFill>
                <a:schemeClr val="tx1"/>
              </a:solidFill>
              <a:effectLst>
                <a:outerShdw blurRad="38100" dist="19050" dir="2700000" algn="tl" rotWithShape="0">
                  <a:schemeClr val="dk1">
                    <a:alpha val="40000"/>
                  </a:schemeClr>
                </a:outerShdw>
              </a:effectLst>
            </a:endParaRPr>
          </a:p>
        </p:txBody>
      </p:sp>
      <p:sp>
        <p:nvSpPr>
          <p:cNvPr id="5" name="文本框 4"/>
          <p:cNvSpPr txBox="1"/>
          <p:nvPr/>
        </p:nvSpPr>
        <p:spPr>
          <a:xfrm>
            <a:off x="2609850" y="4147820"/>
            <a:ext cx="4290060" cy="368300"/>
          </a:xfrm>
          <a:prstGeom prst="rect">
            <a:avLst/>
          </a:prstGeom>
          <a:noFill/>
        </p:spPr>
        <p:txBody>
          <a:bodyPr wrap="square" rtlCol="0">
            <a:spAutoFit/>
          </a:bodyPr>
          <a:p>
            <a:pPr algn="ctr"/>
            <a:r>
              <a:rPr lang="zh-CN" altLang="en-US">
                <a:solidFill>
                  <a:schemeClr val="tx1"/>
                </a:solidFill>
              </a:rPr>
              <a:t>主讲人：老教练</a:t>
            </a:r>
            <a:endParaRPr lang="zh-CN" altLang="en-US">
              <a:solidFill>
                <a:schemeClr val="tx1"/>
              </a:solidFill>
            </a:endParaRPr>
          </a:p>
        </p:txBody>
      </p:sp>
      <p:sp>
        <p:nvSpPr>
          <p:cNvPr id="6" name="文本框 5"/>
          <p:cNvSpPr txBox="1"/>
          <p:nvPr/>
        </p:nvSpPr>
        <p:spPr>
          <a:xfrm>
            <a:off x="1731010" y="4707255"/>
            <a:ext cx="6047740" cy="706755"/>
          </a:xfrm>
          <a:prstGeom prst="rect">
            <a:avLst/>
          </a:prstGeom>
          <a:noFill/>
        </p:spPr>
        <p:txBody>
          <a:bodyPr wrap="square" rtlCol="0">
            <a:spAutoFit/>
          </a:bodyPr>
          <a:p>
            <a:pPr algn="ctr"/>
            <a:r>
              <a:rPr lang="zh-CN" altLang="en-US" sz="2000">
                <a:solidFill>
                  <a:srgbClr val="00B0F0"/>
                </a:solidFill>
              </a:rPr>
              <a:t>数模辅导，认准老哥科研工作室，稳准狠，助你轻松拿大奖，报名</a:t>
            </a:r>
            <a:r>
              <a:rPr lang="en-US" altLang="zh-CN" sz="2000">
                <a:solidFill>
                  <a:srgbClr val="00B0F0"/>
                </a:solidFill>
              </a:rPr>
              <a:t>qq3417617790</a:t>
            </a:r>
            <a:endParaRPr lang="en-US" altLang="zh-CN" sz="2000">
              <a:solidFill>
                <a:srgbClr val="00B0F0"/>
              </a:solidFill>
            </a:endParaRPr>
          </a:p>
        </p:txBody>
      </p:sp>
    </p:spTree>
  </p:cSld>
  <p:clrMapOvr>
    <a:masterClrMapping/>
  </p:clrMapOvr>
  <p:transition spd="slow">
    <p:strips dir="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7570" name="标题 237569"/>
          <p:cNvSpPr>
            <a:spLocks noGrp="1"/>
          </p:cNvSpPr>
          <p:nvPr>
            <p:ph type="title"/>
          </p:nvPr>
        </p:nvSpPr>
        <p:spPr/>
        <p:txBody>
          <a:bodyPr anchor="b"/>
          <a:p>
            <a:r>
              <a:rPr lang="zh-CN" altLang="en-US" dirty="0">
                <a:ea typeface="黑体" panose="02010609060101010101" pitchFamily="2" charset="-122"/>
              </a:rPr>
              <a:t>一、概率论及随机过程回顾</a:t>
            </a:r>
            <a:endParaRPr lang="zh-CN" altLang="en-US" dirty="0">
              <a:ea typeface="黑体" panose="02010609060101010101" pitchFamily="2" charset="-122"/>
            </a:endParaRPr>
          </a:p>
        </p:txBody>
      </p:sp>
      <p:sp>
        <p:nvSpPr>
          <p:cNvPr id="237571" name="文本占位符 237570"/>
          <p:cNvSpPr>
            <a:spLocks noGrp="1"/>
          </p:cNvSpPr>
          <p:nvPr>
            <p:ph type="body" idx="1"/>
          </p:nvPr>
        </p:nvSpPr>
        <p:spPr>
          <a:xfrm>
            <a:off x="1371600" y="2420938"/>
            <a:ext cx="7772400" cy="4114800"/>
          </a:xfrm>
        </p:spPr>
        <p:txBody>
          <a:bodyPr/>
          <a:p>
            <a:r>
              <a:rPr lang="zh-CN" altLang="en-US" sz="2800" b="1" dirty="0">
                <a:solidFill>
                  <a:srgbClr val="993300"/>
                </a:solidFill>
              </a:rPr>
              <a:t>随机变量</a:t>
            </a:r>
            <a:endParaRPr lang="zh-CN" altLang="en-US" sz="2800" b="1" dirty="0">
              <a:solidFill>
                <a:srgbClr val="993300"/>
              </a:solidFill>
            </a:endParaRPr>
          </a:p>
          <a:p>
            <a:pPr lvl="1">
              <a:buClr>
                <a:schemeClr val="tx2"/>
              </a:buClr>
              <a:buFont typeface="Wingdings 2" panose="05020102010507070707" pitchFamily="18" charset="2"/>
              <a:buChar char="¿"/>
            </a:pPr>
            <a:r>
              <a:rPr lang="zh-CN" altLang="en-US" dirty="0">
                <a:solidFill>
                  <a:schemeClr val="tx2"/>
                </a:solidFill>
              </a:rPr>
              <a:t>离散型随机变量</a:t>
            </a:r>
            <a:endParaRPr lang="zh-CN" altLang="en-US" dirty="0">
              <a:solidFill>
                <a:schemeClr val="tx2"/>
              </a:solidFill>
            </a:endParaRPr>
          </a:p>
          <a:p>
            <a:pPr lvl="2"/>
            <a:r>
              <a:rPr lang="zh-CN" altLang="en-US" sz="2800" b="1" dirty="0">
                <a:solidFill>
                  <a:srgbClr val="006600"/>
                </a:solidFill>
                <a:ea typeface="楷体_GB2312" pitchFamily="49" charset="-122"/>
              </a:rPr>
              <a:t>概率分布和概率分布图</a:t>
            </a:r>
            <a:endParaRPr lang="zh-CN" altLang="en-US" sz="2800" b="1" dirty="0">
              <a:solidFill>
                <a:srgbClr val="006600"/>
              </a:solidFill>
              <a:ea typeface="楷体_GB2312" pitchFamily="49" charset="-122"/>
            </a:endParaRPr>
          </a:p>
          <a:p>
            <a:pPr lvl="2"/>
            <a:r>
              <a:rPr lang="zh-CN" altLang="en-US" sz="2800" b="1" dirty="0">
                <a:solidFill>
                  <a:srgbClr val="006600"/>
                </a:solidFill>
                <a:ea typeface="楷体_GB2312" pitchFamily="49" charset="-122"/>
              </a:rPr>
              <a:t>数学期望和方差</a:t>
            </a:r>
            <a:endParaRPr lang="zh-CN" altLang="en-US" sz="2800" b="1" dirty="0">
              <a:solidFill>
                <a:srgbClr val="006600"/>
              </a:solidFill>
              <a:ea typeface="楷体_GB2312" pitchFamily="49" charset="-122"/>
            </a:endParaRPr>
          </a:p>
          <a:p>
            <a:pPr lvl="2"/>
            <a:r>
              <a:rPr lang="zh-CN" altLang="en-US" sz="2800" b="1" dirty="0">
                <a:solidFill>
                  <a:srgbClr val="006600"/>
                </a:solidFill>
                <a:ea typeface="楷体_GB2312" pitchFamily="49" charset="-122"/>
              </a:rPr>
              <a:t>常见离散型随机变量的概率分布</a:t>
            </a:r>
            <a:endParaRPr lang="zh-CN" altLang="en-US" sz="2800" b="1" dirty="0">
              <a:solidFill>
                <a:schemeClr val="accent2"/>
              </a:solidFill>
              <a:ea typeface="楷体_GB2312" pitchFamily="49" charset="-122"/>
            </a:endParaRPr>
          </a:p>
          <a:p>
            <a:pPr lvl="3">
              <a:buClr>
                <a:schemeClr val="tx2"/>
              </a:buClr>
              <a:buFont typeface="Wingdings 2" panose="05020102010507070707" pitchFamily="18" charset="2"/>
              <a:buChar char="A"/>
            </a:pPr>
            <a:r>
              <a:rPr lang="zh-CN" altLang="en-US" sz="2400" b="1" dirty="0">
                <a:solidFill>
                  <a:srgbClr val="993300"/>
                </a:solidFill>
              </a:rPr>
              <a:t>二点分布?</a:t>
            </a:r>
            <a:endParaRPr lang="zh-CN" altLang="en-US" sz="2400" b="1" dirty="0">
              <a:solidFill>
                <a:srgbClr val="993300"/>
              </a:solidFill>
            </a:endParaRPr>
          </a:p>
          <a:p>
            <a:pPr lvl="3">
              <a:buClr>
                <a:schemeClr val="tx2"/>
              </a:buClr>
              <a:buFont typeface="Wingdings 2" panose="05020102010507070707" pitchFamily="18" charset="2"/>
              <a:buChar char="A"/>
            </a:pPr>
            <a:r>
              <a:rPr lang="zh-CN" altLang="en-US" sz="2400" b="1" dirty="0">
                <a:solidFill>
                  <a:srgbClr val="993300"/>
                </a:solidFill>
              </a:rPr>
              <a:t>二项式分布?</a:t>
            </a:r>
            <a:endParaRPr lang="zh-CN" altLang="en-US" sz="2400" b="1" dirty="0">
              <a:solidFill>
                <a:srgbClr val="993300"/>
              </a:solidFill>
            </a:endParaRPr>
          </a:p>
          <a:p>
            <a:pPr lvl="3">
              <a:buClr>
                <a:schemeClr val="tx2"/>
              </a:buClr>
              <a:buFont typeface="Wingdings 2" panose="05020102010507070707" pitchFamily="18" charset="2"/>
              <a:buChar char="A"/>
            </a:pPr>
            <a:r>
              <a:rPr lang="en-US" altLang="zh-CN" sz="2400" b="1">
                <a:solidFill>
                  <a:srgbClr val="993300"/>
                </a:solidFill>
              </a:rPr>
              <a:t>Poisson</a:t>
            </a:r>
            <a:r>
              <a:rPr lang="zh-CN" altLang="zh-CN" sz="2400" b="1" dirty="0">
                <a:solidFill>
                  <a:srgbClr val="993300"/>
                </a:solidFill>
              </a:rPr>
              <a:t>分布?</a:t>
            </a:r>
            <a:endParaRPr lang="zh-CN" altLang="en-US">
              <a:solidFill>
                <a:srgbClr val="993300"/>
              </a:solidFill>
            </a:endParaRPr>
          </a:p>
        </p:txBody>
      </p:sp>
      <p:sp>
        <p:nvSpPr>
          <p:cNvPr id="237572" name="矩形 237571"/>
          <p:cNvSpPr/>
          <p:nvPr/>
        </p:nvSpPr>
        <p:spPr>
          <a:xfrm>
            <a:off x="1547813" y="1484313"/>
            <a:ext cx="6324600" cy="1143000"/>
          </a:xfrm>
          <a:prstGeom prst="rect">
            <a:avLst/>
          </a:prstGeom>
          <a:noFill/>
          <a:ln w="9525">
            <a:noFill/>
          </a:ln>
        </p:spPr>
        <p:txBody>
          <a:bodyPr anchor="ctr"/>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en-US" altLang="zh-CN" sz="3200" b="0">
                <a:solidFill>
                  <a:srgbClr val="660066"/>
                </a:solidFill>
              </a:rPr>
              <a:t>1.1</a:t>
            </a:r>
            <a:r>
              <a:rPr lang="zh-CN" altLang="en-US" sz="3200" b="0" dirty="0">
                <a:solidFill>
                  <a:srgbClr val="660066"/>
                </a:solidFill>
              </a:rPr>
              <a:t>、随机变量与概率分布</a:t>
            </a:r>
            <a:endParaRPr lang="zh-CN" altLang="en-US" sz="3200" b="0" dirty="0"/>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37571">
                                            <p:txEl>
                                              <p:charRg st="0" end="5"/>
                                            </p:txEl>
                                          </p:spTgt>
                                        </p:tgtEl>
                                        <p:attrNameLst>
                                          <p:attrName>style.visibility</p:attrName>
                                        </p:attrNameLst>
                                      </p:cBhvr>
                                      <p:to>
                                        <p:strVal val="visible"/>
                                      </p:to>
                                    </p:set>
                                    <p:animEffect transition="in" filter="checkerboard(across)">
                                      <p:cBhvr>
                                        <p:cTn id="7" dur="500"/>
                                        <p:tgtEl>
                                          <p:spTgt spid="237571">
                                            <p:txEl>
                                              <p:charRg st="0"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37571">
                                            <p:txEl>
                                              <p:charRg st="5" end="13"/>
                                            </p:txEl>
                                          </p:spTgt>
                                        </p:tgtEl>
                                        <p:attrNameLst>
                                          <p:attrName>style.visibility</p:attrName>
                                        </p:attrNameLst>
                                      </p:cBhvr>
                                      <p:to>
                                        <p:strVal val="visible"/>
                                      </p:to>
                                    </p:set>
                                    <p:animEffect transition="in" filter="checkerboard(across)">
                                      <p:cBhvr>
                                        <p:cTn id="12" dur="500"/>
                                        <p:tgtEl>
                                          <p:spTgt spid="237571">
                                            <p:txEl>
                                              <p:charRg st="5" end="1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37571">
                                            <p:txEl>
                                              <p:charRg st="13" end="24"/>
                                            </p:txEl>
                                          </p:spTgt>
                                        </p:tgtEl>
                                        <p:attrNameLst>
                                          <p:attrName>style.visibility</p:attrName>
                                        </p:attrNameLst>
                                      </p:cBhvr>
                                      <p:to>
                                        <p:strVal val="visible"/>
                                      </p:to>
                                    </p:set>
                                    <p:animEffect transition="in" filter="checkerboard(across)">
                                      <p:cBhvr>
                                        <p:cTn id="17" dur="500"/>
                                        <p:tgtEl>
                                          <p:spTgt spid="237571">
                                            <p:txEl>
                                              <p:charRg st="13" end="2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37571">
                                            <p:txEl>
                                              <p:charRg st="24" end="32"/>
                                            </p:txEl>
                                          </p:spTgt>
                                        </p:tgtEl>
                                        <p:attrNameLst>
                                          <p:attrName>style.visibility</p:attrName>
                                        </p:attrNameLst>
                                      </p:cBhvr>
                                      <p:to>
                                        <p:strVal val="visible"/>
                                      </p:to>
                                    </p:set>
                                    <p:animEffect transition="in" filter="checkerboard(across)">
                                      <p:cBhvr>
                                        <p:cTn id="22" dur="500"/>
                                        <p:tgtEl>
                                          <p:spTgt spid="237571">
                                            <p:txEl>
                                              <p:charRg st="24" end="3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37571">
                                            <p:txEl>
                                              <p:charRg st="32" end="47"/>
                                            </p:txEl>
                                          </p:spTgt>
                                        </p:tgtEl>
                                        <p:attrNameLst>
                                          <p:attrName>style.visibility</p:attrName>
                                        </p:attrNameLst>
                                      </p:cBhvr>
                                      <p:to>
                                        <p:strVal val="visible"/>
                                      </p:to>
                                    </p:set>
                                    <p:animEffect transition="in" filter="checkerboard(across)">
                                      <p:cBhvr>
                                        <p:cTn id="27" dur="500"/>
                                        <p:tgtEl>
                                          <p:spTgt spid="237571">
                                            <p:txEl>
                                              <p:charRg st="32" end="4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37571">
                                            <p:txEl>
                                              <p:charRg st="47" end="53"/>
                                            </p:txEl>
                                          </p:spTgt>
                                        </p:tgtEl>
                                        <p:attrNameLst>
                                          <p:attrName>style.visibility</p:attrName>
                                        </p:attrNameLst>
                                      </p:cBhvr>
                                      <p:to>
                                        <p:strVal val="visible"/>
                                      </p:to>
                                    </p:set>
                                    <p:animEffect transition="in" filter="checkerboard(across)">
                                      <p:cBhvr>
                                        <p:cTn id="32" dur="500"/>
                                        <p:tgtEl>
                                          <p:spTgt spid="237571">
                                            <p:txEl>
                                              <p:charRg st="47" end="5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237571">
                                            <p:txEl>
                                              <p:charRg st="53" end="60"/>
                                            </p:txEl>
                                          </p:spTgt>
                                        </p:tgtEl>
                                        <p:attrNameLst>
                                          <p:attrName>style.visibility</p:attrName>
                                        </p:attrNameLst>
                                      </p:cBhvr>
                                      <p:to>
                                        <p:strVal val="visible"/>
                                      </p:to>
                                    </p:set>
                                    <p:animEffect transition="in" filter="checkerboard(across)">
                                      <p:cBhvr>
                                        <p:cTn id="37" dur="500"/>
                                        <p:tgtEl>
                                          <p:spTgt spid="237571">
                                            <p:txEl>
                                              <p:charRg st="53" end="6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237571">
                                            <p:txEl>
                                              <p:charRg st="60" end="71"/>
                                            </p:txEl>
                                          </p:spTgt>
                                        </p:tgtEl>
                                        <p:attrNameLst>
                                          <p:attrName>style.visibility</p:attrName>
                                        </p:attrNameLst>
                                      </p:cBhvr>
                                      <p:to>
                                        <p:strVal val="visible"/>
                                      </p:to>
                                    </p:set>
                                    <p:animEffect transition="in" filter="checkerboard(across)">
                                      <p:cBhvr>
                                        <p:cTn id="42" dur="500"/>
                                        <p:tgtEl>
                                          <p:spTgt spid="237571">
                                            <p:txEl>
                                              <p:charRg st="60" end="7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7571" grpId="0" bldLvl="4"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7746" name="标题 287745"/>
          <p:cNvSpPr>
            <a:spLocks noGrp="1"/>
          </p:cNvSpPr>
          <p:nvPr>
            <p:ph type="title"/>
          </p:nvPr>
        </p:nvSpPr>
        <p:spPr/>
        <p:txBody>
          <a:bodyPr anchor="b"/>
          <a:p>
            <a:r>
              <a:rPr lang="zh-CN" altLang="en-US" dirty="0">
                <a:ea typeface="黑体" panose="02010609060101010101" pitchFamily="2" charset="-122"/>
              </a:rPr>
              <a:t>一、概率论及随机过程复习</a:t>
            </a:r>
            <a:endParaRPr lang="zh-CN" altLang="en-US" dirty="0">
              <a:ea typeface="黑体" panose="02010609060101010101" pitchFamily="2" charset="-122"/>
            </a:endParaRPr>
          </a:p>
        </p:txBody>
      </p:sp>
      <p:sp>
        <p:nvSpPr>
          <p:cNvPr id="287747" name="文本占位符 287746"/>
          <p:cNvSpPr>
            <a:spLocks noGrp="1"/>
          </p:cNvSpPr>
          <p:nvPr>
            <p:ph type="body" idx="1"/>
          </p:nvPr>
        </p:nvSpPr>
        <p:spPr>
          <a:xfrm>
            <a:off x="1371600" y="2209800"/>
            <a:ext cx="7772400" cy="4114800"/>
          </a:xfrm>
        </p:spPr>
        <p:txBody>
          <a:bodyPr/>
          <a:p>
            <a:r>
              <a:rPr lang="zh-CN" altLang="en-US" b="1" dirty="0">
                <a:solidFill>
                  <a:srgbClr val="993300"/>
                </a:solidFill>
              </a:rPr>
              <a:t>随机变量</a:t>
            </a:r>
            <a:endParaRPr lang="zh-CN" altLang="en-US" b="1" dirty="0">
              <a:solidFill>
                <a:srgbClr val="993300"/>
              </a:solidFill>
            </a:endParaRPr>
          </a:p>
          <a:p>
            <a:pPr lvl="1">
              <a:buClr>
                <a:schemeClr val="tx2"/>
              </a:buClr>
              <a:buFont typeface="Wingdings 2" panose="05020102010507070707" pitchFamily="18" charset="2"/>
              <a:buChar char="¿"/>
            </a:pPr>
            <a:r>
              <a:rPr lang="zh-CN" altLang="en-US" dirty="0">
                <a:solidFill>
                  <a:schemeClr val="tx2"/>
                </a:solidFill>
              </a:rPr>
              <a:t>离散型随机变量</a:t>
            </a:r>
            <a:endParaRPr lang="zh-CN" altLang="en-US" dirty="0">
              <a:solidFill>
                <a:schemeClr val="tx2"/>
              </a:solidFill>
            </a:endParaRPr>
          </a:p>
          <a:p>
            <a:pPr lvl="2"/>
            <a:r>
              <a:rPr lang="zh-CN" altLang="en-US" sz="2800" b="1" dirty="0">
                <a:solidFill>
                  <a:srgbClr val="006600"/>
                </a:solidFill>
                <a:ea typeface="楷体_GB2312" pitchFamily="49" charset="-122"/>
              </a:rPr>
              <a:t>概率分布和概率分布图</a:t>
            </a:r>
            <a:endParaRPr lang="zh-CN" altLang="en-US" sz="2800" b="1" dirty="0">
              <a:solidFill>
                <a:srgbClr val="006600"/>
              </a:solidFill>
              <a:ea typeface="楷体_GB2312" pitchFamily="49" charset="-122"/>
            </a:endParaRPr>
          </a:p>
          <a:p>
            <a:pPr lvl="2"/>
            <a:r>
              <a:rPr lang="zh-CN" altLang="en-US" sz="2800" b="1" dirty="0">
                <a:solidFill>
                  <a:srgbClr val="006600"/>
                </a:solidFill>
                <a:ea typeface="楷体_GB2312" pitchFamily="49" charset="-122"/>
              </a:rPr>
              <a:t>数学期望和方差</a:t>
            </a:r>
            <a:endParaRPr lang="zh-CN" altLang="en-US" sz="2800" b="1" dirty="0">
              <a:solidFill>
                <a:srgbClr val="006600"/>
              </a:solidFill>
              <a:ea typeface="楷体_GB2312" pitchFamily="49" charset="-122"/>
            </a:endParaRPr>
          </a:p>
          <a:p>
            <a:pPr lvl="2"/>
            <a:r>
              <a:rPr lang="zh-CN" altLang="en-US" sz="2800" b="1" dirty="0">
                <a:solidFill>
                  <a:srgbClr val="006600"/>
                </a:solidFill>
                <a:ea typeface="楷体_GB2312" pitchFamily="49" charset="-122"/>
              </a:rPr>
              <a:t>常见离散型随机变量的概率分布</a:t>
            </a:r>
            <a:endParaRPr lang="zh-CN" altLang="en-US" sz="2800" b="1" dirty="0">
              <a:solidFill>
                <a:schemeClr val="accent2"/>
              </a:solidFill>
              <a:ea typeface="楷体_GB2312" pitchFamily="49" charset="-122"/>
            </a:endParaRPr>
          </a:p>
          <a:p>
            <a:pPr lvl="3">
              <a:buClr>
                <a:schemeClr val="tx2"/>
              </a:buClr>
              <a:buFont typeface="Wingdings 2" panose="05020102010507070707" pitchFamily="18" charset="2"/>
              <a:buChar char="A"/>
            </a:pPr>
            <a:r>
              <a:rPr lang="zh-CN" altLang="en-US" sz="2400" b="1" dirty="0">
                <a:solidFill>
                  <a:srgbClr val="993300"/>
                </a:solidFill>
              </a:rPr>
              <a:t>二点分布?</a:t>
            </a:r>
            <a:endParaRPr lang="zh-CN" altLang="en-US" sz="2400" b="1" dirty="0">
              <a:solidFill>
                <a:srgbClr val="993300"/>
              </a:solidFill>
            </a:endParaRPr>
          </a:p>
          <a:p>
            <a:pPr lvl="3">
              <a:buClr>
                <a:schemeClr val="tx2"/>
              </a:buClr>
              <a:buFont typeface="Wingdings 2" panose="05020102010507070707" pitchFamily="18" charset="2"/>
              <a:buChar char="A"/>
            </a:pPr>
            <a:r>
              <a:rPr lang="zh-CN" altLang="en-US" sz="2400" b="1" dirty="0">
                <a:solidFill>
                  <a:srgbClr val="993300"/>
                </a:solidFill>
              </a:rPr>
              <a:t>二项式分布?</a:t>
            </a:r>
            <a:endParaRPr lang="zh-CN" altLang="en-US" sz="2400" b="1" dirty="0">
              <a:solidFill>
                <a:srgbClr val="993300"/>
              </a:solidFill>
            </a:endParaRPr>
          </a:p>
          <a:p>
            <a:pPr lvl="3">
              <a:buClr>
                <a:schemeClr val="tx2"/>
              </a:buClr>
              <a:buFont typeface="Wingdings 2" panose="05020102010507070707" pitchFamily="18" charset="2"/>
              <a:buChar char="A"/>
            </a:pPr>
            <a:r>
              <a:rPr lang="en-US" altLang="zh-CN" sz="2400" b="1">
                <a:solidFill>
                  <a:srgbClr val="993300"/>
                </a:solidFill>
              </a:rPr>
              <a:t>Poisson</a:t>
            </a:r>
            <a:r>
              <a:rPr lang="zh-CN" altLang="zh-CN" sz="2400" b="1" dirty="0">
                <a:solidFill>
                  <a:srgbClr val="993300"/>
                </a:solidFill>
              </a:rPr>
              <a:t>分布?</a:t>
            </a:r>
            <a:endParaRPr lang="zh-CN" altLang="en-US">
              <a:solidFill>
                <a:srgbClr val="993300"/>
              </a:solidFill>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87747">
                                            <p:txEl>
                                              <p:charRg st="0" end="5"/>
                                            </p:txEl>
                                          </p:spTgt>
                                        </p:tgtEl>
                                        <p:attrNameLst>
                                          <p:attrName>style.visibility</p:attrName>
                                        </p:attrNameLst>
                                      </p:cBhvr>
                                      <p:to>
                                        <p:strVal val="visible"/>
                                      </p:to>
                                    </p:set>
                                    <p:animEffect transition="in" filter="checkerboard(across)">
                                      <p:cBhvr>
                                        <p:cTn id="7" dur="500"/>
                                        <p:tgtEl>
                                          <p:spTgt spid="287747">
                                            <p:txEl>
                                              <p:charRg st="0"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87747">
                                            <p:txEl>
                                              <p:charRg st="5" end="13"/>
                                            </p:txEl>
                                          </p:spTgt>
                                        </p:tgtEl>
                                        <p:attrNameLst>
                                          <p:attrName>style.visibility</p:attrName>
                                        </p:attrNameLst>
                                      </p:cBhvr>
                                      <p:to>
                                        <p:strVal val="visible"/>
                                      </p:to>
                                    </p:set>
                                    <p:animEffect transition="in" filter="checkerboard(across)">
                                      <p:cBhvr>
                                        <p:cTn id="12" dur="500"/>
                                        <p:tgtEl>
                                          <p:spTgt spid="287747">
                                            <p:txEl>
                                              <p:charRg st="5" end="1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87747">
                                            <p:txEl>
                                              <p:charRg st="13" end="24"/>
                                            </p:txEl>
                                          </p:spTgt>
                                        </p:tgtEl>
                                        <p:attrNameLst>
                                          <p:attrName>style.visibility</p:attrName>
                                        </p:attrNameLst>
                                      </p:cBhvr>
                                      <p:to>
                                        <p:strVal val="visible"/>
                                      </p:to>
                                    </p:set>
                                    <p:animEffect transition="in" filter="checkerboard(across)">
                                      <p:cBhvr>
                                        <p:cTn id="17" dur="500"/>
                                        <p:tgtEl>
                                          <p:spTgt spid="287747">
                                            <p:txEl>
                                              <p:charRg st="13" end="2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287747">
                                            <p:txEl>
                                              <p:charRg st="24" end="32"/>
                                            </p:txEl>
                                          </p:spTgt>
                                        </p:tgtEl>
                                        <p:attrNameLst>
                                          <p:attrName>style.visibility</p:attrName>
                                        </p:attrNameLst>
                                      </p:cBhvr>
                                      <p:to>
                                        <p:strVal val="visible"/>
                                      </p:to>
                                    </p:set>
                                    <p:animEffect transition="in" filter="checkerboard(across)">
                                      <p:cBhvr>
                                        <p:cTn id="22" dur="500"/>
                                        <p:tgtEl>
                                          <p:spTgt spid="287747">
                                            <p:txEl>
                                              <p:charRg st="24" end="3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87747">
                                            <p:txEl>
                                              <p:charRg st="32" end="47"/>
                                            </p:txEl>
                                          </p:spTgt>
                                        </p:tgtEl>
                                        <p:attrNameLst>
                                          <p:attrName>style.visibility</p:attrName>
                                        </p:attrNameLst>
                                      </p:cBhvr>
                                      <p:to>
                                        <p:strVal val="visible"/>
                                      </p:to>
                                    </p:set>
                                    <p:animEffect transition="in" filter="checkerboard(across)">
                                      <p:cBhvr>
                                        <p:cTn id="27" dur="500"/>
                                        <p:tgtEl>
                                          <p:spTgt spid="287747">
                                            <p:txEl>
                                              <p:charRg st="32" end="4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87747">
                                            <p:txEl>
                                              <p:charRg st="47" end="53"/>
                                            </p:txEl>
                                          </p:spTgt>
                                        </p:tgtEl>
                                        <p:attrNameLst>
                                          <p:attrName>style.visibility</p:attrName>
                                        </p:attrNameLst>
                                      </p:cBhvr>
                                      <p:to>
                                        <p:strVal val="visible"/>
                                      </p:to>
                                    </p:set>
                                    <p:animEffect transition="in" filter="checkerboard(across)">
                                      <p:cBhvr>
                                        <p:cTn id="32" dur="500"/>
                                        <p:tgtEl>
                                          <p:spTgt spid="287747">
                                            <p:txEl>
                                              <p:charRg st="47" end="5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287747">
                                            <p:txEl>
                                              <p:charRg st="53" end="60"/>
                                            </p:txEl>
                                          </p:spTgt>
                                        </p:tgtEl>
                                        <p:attrNameLst>
                                          <p:attrName>style.visibility</p:attrName>
                                        </p:attrNameLst>
                                      </p:cBhvr>
                                      <p:to>
                                        <p:strVal val="visible"/>
                                      </p:to>
                                    </p:set>
                                    <p:animEffect transition="in" filter="checkerboard(across)">
                                      <p:cBhvr>
                                        <p:cTn id="37" dur="500"/>
                                        <p:tgtEl>
                                          <p:spTgt spid="287747">
                                            <p:txEl>
                                              <p:charRg st="53" end="6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287747">
                                            <p:txEl>
                                              <p:charRg st="60" end="71"/>
                                            </p:txEl>
                                          </p:spTgt>
                                        </p:tgtEl>
                                        <p:attrNameLst>
                                          <p:attrName>style.visibility</p:attrName>
                                        </p:attrNameLst>
                                      </p:cBhvr>
                                      <p:to>
                                        <p:strVal val="visible"/>
                                      </p:to>
                                    </p:set>
                                    <p:animEffect transition="in" filter="checkerboard(across)">
                                      <p:cBhvr>
                                        <p:cTn id="42" dur="500"/>
                                        <p:tgtEl>
                                          <p:spTgt spid="287747">
                                            <p:txEl>
                                              <p:charRg st="60" end="7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7747" grpId="0" bldLvl="4"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8594" name="文本占位符 238593"/>
          <p:cNvSpPr>
            <a:spLocks noGrp="1"/>
          </p:cNvSpPr>
          <p:nvPr>
            <p:ph type="body" idx="1"/>
          </p:nvPr>
        </p:nvSpPr>
        <p:spPr>
          <a:xfrm>
            <a:off x="1066800" y="1600200"/>
            <a:ext cx="7772400" cy="4800600"/>
          </a:xfrm>
        </p:spPr>
        <p:txBody>
          <a:bodyPr/>
          <a:p>
            <a:r>
              <a:rPr lang="zh-CN" altLang="en-US" b="1" dirty="0">
                <a:solidFill>
                  <a:srgbClr val="993300"/>
                </a:solidFill>
              </a:rPr>
              <a:t>随机变量</a:t>
            </a:r>
            <a:endParaRPr lang="zh-CN" altLang="en-US" b="1" dirty="0">
              <a:solidFill>
                <a:srgbClr val="993300"/>
              </a:solidFill>
            </a:endParaRPr>
          </a:p>
          <a:p>
            <a:pPr lvl="1">
              <a:buClr>
                <a:schemeClr val="tx2"/>
              </a:buClr>
              <a:buFont typeface="Wingdings 2" panose="05020102010507070707" pitchFamily="18" charset="2"/>
              <a:buChar char="¿"/>
            </a:pPr>
            <a:r>
              <a:rPr lang="zh-CN" altLang="en-US" b="1" dirty="0">
                <a:solidFill>
                  <a:schemeClr val="tx2"/>
                </a:solidFill>
              </a:rPr>
              <a:t>连续型随机变量</a:t>
            </a:r>
            <a:endParaRPr lang="zh-CN" altLang="en-US" b="1" dirty="0">
              <a:solidFill>
                <a:schemeClr val="tx2"/>
              </a:solidFill>
            </a:endParaRPr>
          </a:p>
          <a:p>
            <a:pPr lvl="2"/>
            <a:r>
              <a:rPr lang="zh-CN" altLang="en-US" sz="2800" b="1" dirty="0">
                <a:solidFill>
                  <a:srgbClr val="006600"/>
                </a:solidFill>
                <a:ea typeface="楷体_GB2312" pitchFamily="49" charset="-122"/>
              </a:rPr>
              <a:t>概率密度函数</a:t>
            </a:r>
            <a:endParaRPr lang="zh-CN" altLang="en-US" sz="2800" b="1" dirty="0">
              <a:solidFill>
                <a:srgbClr val="006600"/>
              </a:solidFill>
              <a:ea typeface="楷体_GB2312" pitchFamily="49" charset="-122"/>
            </a:endParaRPr>
          </a:p>
          <a:p>
            <a:pPr lvl="2"/>
            <a:r>
              <a:rPr lang="zh-CN" altLang="en-US" sz="2800" b="1" dirty="0">
                <a:solidFill>
                  <a:srgbClr val="006600"/>
                </a:solidFill>
                <a:ea typeface="楷体_GB2312" pitchFamily="49" charset="-122"/>
              </a:rPr>
              <a:t>概率分布函数</a:t>
            </a:r>
            <a:endParaRPr lang="zh-CN" altLang="en-US" sz="2800" b="1" dirty="0">
              <a:solidFill>
                <a:srgbClr val="006600"/>
              </a:solidFill>
              <a:ea typeface="楷体_GB2312" pitchFamily="49" charset="-122"/>
            </a:endParaRPr>
          </a:p>
          <a:p>
            <a:pPr lvl="2"/>
            <a:r>
              <a:rPr lang="zh-CN" altLang="en-US" sz="2800" b="1" dirty="0">
                <a:solidFill>
                  <a:srgbClr val="006600"/>
                </a:solidFill>
                <a:ea typeface="楷体_GB2312" pitchFamily="49" charset="-122"/>
              </a:rPr>
              <a:t>数学期望和方差</a:t>
            </a:r>
            <a:endParaRPr lang="zh-CN" altLang="en-US" sz="2800" b="1" dirty="0">
              <a:solidFill>
                <a:srgbClr val="006600"/>
              </a:solidFill>
              <a:ea typeface="楷体_GB2312" pitchFamily="49" charset="-122"/>
            </a:endParaRPr>
          </a:p>
          <a:p>
            <a:pPr lvl="2"/>
            <a:r>
              <a:rPr lang="zh-CN" altLang="en-US" sz="2800" b="1" dirty="0">
                <a:solidFill>
                  <a:srgbClr val="006600"/>
                </a:solidFill>
                <a:ea typeface="楷体_GB2312" pitchFamily="49" charset="-122"/>
              </a:rPr>
              <a:t>常见连续型随机变量的概率分布</a:t>
            </a:r>
            <a:endParaRPr lang="zh-CN" altLang="en-US" sz="2800" b="1" dirty="0">
              <a:solidFill>
                <a:schemeClr val="accent2"/>
              </a:solidFill>
              <a:ea typeface="楷体_GB2312" pitchFamily="49" charset="-122"/>
            </a:endParaRPr>
          </a:p>
          <a:p>
            <a:pPr lvl="3">
              <a:buClr>
                <a:schemeClr val="tx2"/>
              </a:buClr>
              <a:buFont typeface="Wingdings 2" panose="05020102010507070707" pitchFamily="18" charset="2"/>
              <a:buChar char="A"/>
            </a:pPr>
            <a:r>
              <a:rPr lang="zh-CN" altLang="en-US" sz="2400" b="1" dirty="0">
                <a:solidFill>
                  <a:srgbClr val="993300"/>
                </a:solidFill>
              </a:rPr>
              <a:t>均匀分布</a:t>
            </a:r>
            <a:endParaRPr lang="zh-CN" altLang="en-US" sz="2400" b="1" dirty="0">
              <a:solidFill>
                <a:srgbClr val="993300"/>
              </a:solidFill>
            </a:endParaRPr>
          </a:p>
          <a:p>
            <a:pPr lvl="3">
              <a:buClr>
                <a:schemeClr val="tx2"/>
              </a:buClr>
              <a:buFont typeface="Wingdings 2" panose="05020102010507070707" pitchFamily="18" charset="2"/>
              <a:buChar char="A"/>
            </a:pPr>
            <a:r>
              <a:rPr lang="zh-CN" altLang="en-US" sz="2400" b="1" dirty="0">
                <a:solidFill>
                  <a:srgbClr val="993300"/>
                </a:solidFill>
              </a:rPr>
              <a:t>指数分布？</a:t>
            </a:r>
            <a:endParaRPr lang="zh-CN" altLang="en-US" sz="2400" b="1" dirty="0">
              <a:solidFill>
                <a:srgbClr val="993300"/>
              </a:solidFill>
            </a:endParaRPr>
          </a:p>
          <a:p>
            <a:pPr lvl="3">
              <a:buClr>
                <a:schemeClr val="tx2"/>
              </a:buClr>
              <a:buFont typeface="Wingdings 2" panose="05020102010507070707" pitchFamily="18" charset="2"/>
              <a:buChar char="A"/>
            </a:pPr>
            <a:r>
              <a:rPr lang="zh-CN" altLang="en-US" sz="2400" b="1" dirty="0">
                <a:solidFill>
                  <a:srgbClr val="993300"/>
                </a:solidFill>
              </a:rPr>
              <a:t>正态</a:t>
            </a:r>
            <a:r>
              <a:rPr lang="zh-CN" altLang="zh-CN" sz="2400" b="1" dirty="0">
                <a:solidFill>
                  <a:srgbClr val="993300"/>
                </a:solidFill>
              </a:rPr>
              <a:t>分布？</a:t>
            </a:r>
            <a:endParaRPr lang="zh-CN" altLang="zh-CN" sz="2400" b="1" dirty="0">
              <a:solidFill>
                <a:srgbClr val="993300"/>
              </a:solidFill>
            </a:endParaRPr>
          </a:p>
          <a:p>
            <a:pPr lvl="3">
              <a:buClr>
                <a:schemeClr val="tx2"/>
              </a:buClr>
              <a:buFont typeface="Wingdings 2" panose="05020102010507070707" pitchFamily="18" charset="2"/>
              <a:buChar char="A"/>
            </a:pPr>
            <a:r>
              <a:rPr lang="zh-CN" altLang="zh-CN" sz="2400" b="1" dirty="0">
                <a:solidFill>
                  <a:srgbClr val="993300"/>
                </a:solidFill>
              </a:rPr>
              <a:t>k阶爱尔朗分布？</a:t>
            </a:r>
            <a:endParaRPr lang="zh-CN" altLang="zh-CN" dirty="0">
              <a:solidFill>
                <a:srgbClr val="993300"/>
              </a:solidFill>
            </a:endParaRPr>
          </a:p>
        </p:txBody>
      </p:sp>
      <p:sp>
        <p:nvSpPr>
          <p:cNvPr id="238595" name="矩形 238594"/>
          <p:cNvSpPr/>
          <p:nvPr/>
        </p:nvSpPr>
        <p:spPr>
          <a:xfrm>
            <a:off x="990600" y="228600"/>
            <a:ext cx="6324600" cy="1143000"/>
          </a:xfrm>
          <a:prstGeom prst="rect">
            <a:avLst/>
          </a:prstGeom>
          <a:noFill/>
          <a:ln w="9525">
            <a:noFill/>
          </a:ln>
        </p:spPr>
        <p:txBody>
          <a:bodyPr anchor="ctr"/>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zh-CN" altLang="en-US" sz="4000" b="0" dirty="0">
                <a:solidFill>
                  <a:srgbClr val="660066"/>
                </a:solidFill>
              </a:rPr>
              <a:t>一、随机变量与概率分布</a:t>
            </a:r>
            <a:endParaRPr lang="zh-CN" altLang="en-US" b="0" dirty="0"/>
          </a:p>
        </p:txBody>
      </p:sp>
      <p:sp>
        <p:nvSpPr>
          <p:cNvPr id="238596" name="矩形 238595"/>
          <p:cNvSpPr/>
          <p:nvPr/>
        </p:nvSpPr>
        <p:spPr>
          <a:xfrm>
            <a:off x="914400" y="533400"/>
            <a:ext cx="8001000" cy="4114800"/>
          </a:xfrm>
          <a:prstGeom prst="rect">
            <a:avLst/>
          </a:prstGeom>
          <a:solidFill>
            <a:srgbClr val="FFCCCC"/>
          </a:solidFill>
          <a:ln w="9525" cap="flat" cmpd="sng">
            <a:solidFill>
              <a:schemeClr val="tx1"/>
            </a:solidFill>
            <a:prstDash val="solid"/>
            <a:miter/>
            <a:headEnd type="none" w="med" len="med"/>
            <a:tailEnd type="none" w="med" len="med"/>
          </a:ln>
          <a:effectLst>
            <a:outerShdw dist="107763" dir="2699999" algn="ctr" rotWithShape="0">
              <a:schemeClr val="bg2"/>
            </a:outerShdw>
          </a:effectLst>
        </p:spPr>
        <p:txBody>
          <a:bodyPr/>
          <a:p>
            <a:endParaRPr lang="zh-CN" altLang="en-US"/>
          </a:p>
        </p:txBody>
      </p:sp>
      <p:grpSp>
        <p:nvGrpSpPr>
          <p:cNvPr id="238597" name="组合 238596"/>
          <p:cNvGrpSpPr/>
          <p:nvPr/>
        </p:nvGrpSpPr>
        <p:grpSpPr>
          <a:xfrm>
            <a:off x="1143000" y="1143000"/>
            <a:ext cx="7664450" cy="2974975"/>
            <a:chOff x="624" y="1056"/>
            <a:chExt cx="4828" cy="1874"/>
          </a:xfrm>
        </p:grpSpPr>
        <p:graphicFrame>
          <p:nvGraphicFramePr>
            <p:cNvPr id="238598" name="对象 238597"/>
            <p:cNvGraphicFramePr/>
            <p:nvPr/>
          </p:nvGraphicFramePr>
          <p:xfrm>
            <a:off x="1632" y="1776"/>
            <a:ext cx="3504" cy="1154"/>
          </p:xfrm>
          <a:graphic>
            <a:graphicData uri="http://schemas.openxmlformats.org/presentationml/2006/ole">
              <mc:AlternateContent xmlns:mc="http://schemas.openxmlformats.org/markup-compatibility/2006">
                <mc:Choice xmlns:v="urn:schemas-microsoft-com:vml" Requires="v">
                  <p:oleObj spid="_x0000_s3097" name="" r:id="rId1" imgW="2005965" imgH="660400" progId="Equation.3">
                    <p:embed/>
                  </p:oleObj>
                </mc:Choice>
                <mc:Fallback>
                  <p:oleObj name="" r:id="rId1" imgW="2005965" imgH="660400" progId="Equation.3">
                    <p:embed/>
                    <p:pic>
                      <p:nvPicPr>
                        <p:cNvPr id="0" name="图片 3096"/>
                        <p:cNvPicPr/>
                        <p:nvPr/>
                      </p:nvPicPr>
                      <p:blipFill>
                        <a:blip r:embed="rId2"/>
                        <a:stretch>
                          <a:fillRect/>
                        </a:stretch>
                      </p:blipFill>
                      <p:spPr>
                        <a:xfrm>
                          <a:off x="1632" y="1776"/>
                          <a:ext cx="3504" cy="1154"/>
                        </a:xfrm>
                        <a:prstGeom prst="rect">
                          <a:avLst/>
                        </a:prstGeom>
                        <a:noFill/>
                        <a:ln w="38100">
                          <a:noFill/>
                          <a:miter/>
                        </a:ln>
                      </p:spPr>
                    </p:pic>
                  </p:oleObj>
                </mc:Fallback>
              </mc:AlternateContent>
            </a:graphicData>
          </a:graphic>
        </p:graphicFrame>
        <p:sp>
          <p:nvSpPr>
            <p:cNvPr id="238599" name="文本框 238598"/>
            <p:cNvSpPr txBox="1"/>
            <p:nvPr/>
          </p:nvSpPr>
          <p:spPr>
            <a:xfrm>
              <a:off x="816" y="1056"/>
              <a:ext cx="4636" cy="596"/>
            </a:xfrm>
            <a:prstGeom prst="rect">
              <a:avLst/>
            </a:prstGeom>
            <a:noFill/>
            <a:ln w="9525">
              <a:noFill/>
            </a:ln>
          </p:spPr>
          <p:txBody>
            <a:bodyPr wrap="none" anchor="t">
              <a:spAutoFit/>
            </a:bodyPr>
            <a:p>
              <a:r>
                <a:rPr lang="zh-CN" altLang="en-US" sz="2800" dirty="0">
                  <a:latin typeface="楷体_GB2312" pitchFamily="49" charset="-122"/>
                  <a:ea typeface="楷体_GB2312" pitchFamily="49" charset="-122"/>
                </a:rPr>
                <a:t>    随机变量</a:t>
              </a:r>
              <a:r>
                <a:rPr lang="en-US" altLang="zh-CN" sz="2800">
                  <a:latin typeface="楷体_GB2312" pitchFamily="49" charset="-122"/>
                  <a:ea typeface="楷体_GB2312" pitchFamily="49" charset="-122"/>
                </a:rPr>
                <a:t>X</a:t>
              </a:r>
              <a:r>
                <a:rPr lang="zh-CN" altLang="en-US" sz="2800" dirty="0">
                  <a:latin typeface="楷体_GB2312" pitchFamily="49" charset="-122"/>
                  <a:ea typeface="楷体_GB2312" pitchFamily="49" charset="-122"/>
                </a:rPr>
                <a:t>为时间间隔，如顾客到达的</a:t>
              </a:r>
              <a:endParaRPr lang="zh-CN" altLang="en-US" sz="2800" dirty="0">
                <a:latin typeface="楷体_GB2312" pitchFamily="49" charset="-122"/>
                <a:ea typeface="楷体_GB2312" pitchFamily="49" charset="-122"/>
              </a:endParaRPr>
            </a:p>
            <a:p>
              <a:r>
                <a:rPr lang="zh-CN" altLang="en-US" sz="2800" dirty="0">
                  <a:latin typeface="楷体_GB2312" pitchFamily="49" charset="-122"/>
                  <a:ea typeface="楷体_GB2312" pitchFamily="49" charset="-122"/>
                </a:rPr>
                <a:t>时间间隔、电话呼叫的时间、产品的寿命等。</a:t>
              </a:r>
              <a:endParaRPr lang="zh-CN" altLang="en-US" sz="2800" dirty="0">
                <a:latin typeface="楷体_GB2312" pitchFamily="49" charset="-122"/>
                <a:ea typeface="楷体_GB2312" pitchFamily="49" charset="-122"/>
              </a:endParaRPr>
            </a:p>
          </p:txBody>
        </p:sp>
        <p:sp>
          <p:nvSpPr>
            <p:cNvPr id="238600" name="文本框 238599"/>
            <p:cNvSpPr txBox="1"/>
            <p:nvPr/>
          </p:nvSpPr>
          <p:spPr>
            <a:xfrm>
              <a:off x="624" y="2016"/>
              <a:ext cx="1020" cy="327"/>
            </a:xfrm>
            <a:prstGeom prst="rect">
              <a:avLst/>
            </a:prstGeom>
            <a:noFill/>
            <a:ln w="9525">
              <a:noFill/>
            </a:ln>
          </p:spPr>
          <p:txBody>
            <a:bodyPr wrap="none" anchor="t">
              <a:spAutoFit/>
            </a:bodyPr>
            <a:p>
              <a:r>
                <a:rPr lang="zh-CN" altLang="en-US" sz="2800" dirty="0">
                  <a:latin typeface="楷体_GB2312" pitchFamily="49" charset="-122"/>
                  <a:ea typeface="楷体_GB2312" pitchFamily="49" charset="-122"/>
                </a:rPr>
                <a:t>密度函数</a:t>
              </a:r>
              <a:endParaRPr lang="zh-CN" altLang="en-US" sz="2800">
                <a:latin typeface="楷体_GB2312" pitchFamily="49" charset="-122"/>
                <a:ea typeface="楷体_GB2312" pitchFamily="49" charset="-122"/>
              </a:endParaRPr>
            </a:p>
          </p:txBody>
        </p:sp>
      </p:gr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38594">
                                            <p:txEl>
                                              <p:charRg st="0" end="5"/>
                                            </p:txEl>
                                          </p:spTgt>
                                        </p:tgtEl>
                                        <p:attrNameLst>
                                          <p:attrName>style.visibility</p:attrName>
                                        </p:attrNameLst>
                                      </p:cBhvr>
                                      <p:to>
                                        <p:strVal val="visible"/>
                                      </p:to>
                                    </p:set>
                                    <p:animEffect transition="in" filter="barn(inVertical)">
                                      <p:cBhvr>
                                        <p:cTn id="7" dur="500"/>
                                        <p:tgtEl>
                                          <p:spTgt spid="238594">
                                            <p:txEl>
                                              <p:charRg st="0"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38594">
                                            <p:txEl>
                                              <p:charRg st="5" end="13"/>
                                            </p:txEl>
                                          </p:spTgt>
                                        </p:tgtEl>
                                        <p:attrNameLst>
                                          <p:attrName>style.visibility</p:attrName>
                                        </p:attrNameLst>
                                      </p:cBhvr>
                                      <p:to>
                                        <p:strVal val="visible"/>
                                      </p:to>
                                    </p:set>
                                    <p:animEffect transition="in" filter="barn(inVertical)">
                                      <p:cBhvr>
                                        <p:cTn id="12" dur="500"/>
                                        <p:tgtEl>
                                          <p:spTgt spid="238594">
                                            <p:txEl>
                                              <p:charRg st="5" end="1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38594">
                                            <p:txEl>
                                              <p:charRg st="13" end="20"/>
                                            </p:txEl>
                                          </p:spTgt>
                                        </p:tgtEl>
                                        <p:attrNameLst>
                                          <p:attrName>style.visibility</p:attrName>
                                        </p:attrNameLst>
                                      </p:cBhvr>
                                      <p:to>
                                        <p:strVal val="visible"/>
                                      </p:to>
                                    </p:set>
                                    <p:animEffect transition="in" filter="barn(inVertical)">
                                      <p:cBhvr>
                                        <p:cTn id="17" dur="500"/>
                                        <p:tgtEl>
                                          <p:spTgt spid="238594">
                                            <p:txEl>
                                              <p:charRg st="13" end="2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38594">
                                            <p:txEl>
                                              <p:charRg st="20" end="27"/>
                                            </p:txEl>
                                          </p:spTgt>
                                        </p:tgtEl>
                                        <p:attrNameLst>
                                          <p:attrName>style.visibility</p:attrName>
                                        </p:attrNameLst>
                                      </p:cBhvr>
                                      <p:to>
                                        <p:strVal val="visible"/>
                                      </p:to>
                                    </p:set>
                                    <p:animEffect transition="in" filter="barn(inVertical)">
                                      <p:cBhvr>
                                        <p:cTn id="22" dur="500"/>
                                        <p:tgtEl>
                                          <p:spTgt spid="238594">
                                            <p:txEl>
                                              <p:charRg st="20" end="2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38594">
                                            <p:txEl>
                                              <p:charRg st="27" end="35"/>
                                            </p:txEl>
                                          </p:spTgt>
                                        </p:tgtEl>
                                        <p:attrNameLst>
                                          <p:attrName>style.visibility</p:attrName>
                                        </p:attrNameLst>
                                      </p:cBhvr>
                                      <p:to>
                                        <p:strVal val="visible"/>
                                      </p:to>
                                    </p:set>
                                    <p:animEffect transition="in" filter="barn(inVertical)">
                                      <p:cBhvr>
                                        <p:cTn id="27" dur="500"/>
                                        <p:tgtEl>
                                          <p:spTgt spid="238594">
                                            <p:txEl>
                                              <p:charRg st="27" end="3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38594">
                                            <p:txEl>
                                              <p:charRg st="35" end="50"/>
                                            </p:txEl>
                                          </p:spTgt>
                                        </p:tgtEl>
                                        <p:attrNameLst>
                                          <p:attrName>style.visibility</p:attrName>
                                        </p:attrNameLst>
                                      </p:cBhvr>
                                      <p:to>
                                        <p:strVal val="visible"/>
                                      </p:to>
                                    </p:set>
                                    <p:animEffect transition="in" filter="barn(inVertical)">
                                      <p:cBhvr>
                                        <p:cTn id="32" dur="500"/>
                                        <p:tgtEl>
                                          <p:spTgt spid="238594">
                                            <p:txEl>
                                              <p:charRg st="35" end="5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238594">
                                            <p:txEl>
                                              <p:charRg st="50" end="55"/>
                                            </p:txEl>
                                          </p:spTgt>
                                        </p:tgtEl>
                                        <p:attrNameLst>
                                          <p:attrName>style.visibility</p:attrName>
                                        </p:attrNameLst>
                                      </p:cBhvr>
                                      <p:to>
                                        <p:strVal val="visible"/>
                                      </p:to>
                                    </p:set>
                                    <p:animEffect transition="in" filter="barn(inVertical)">
                                      <p:cBhvr>
                                        <p:cTn id="37" dur="500"/>
                                        <p:tgtEl>
                                          <p:spTgt spid="238594">
                                            <p:txEl>
                                              <p:charRg st="50" end="5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238594">
                                            <p:txEl>
                                              <p:charRg st="55" end="61"/>
                                            </p:txEl>
                                          </p:spTgt>
                                        </p:tgtEl>
                                        <p:attrNameLst>
                                          <p:attrName>style.visibility</p:attrName>
                                        </p:attrNameLst>
                                      </p:cBhvr>
                                      <p:to>
                                        <p:strVal val="visible"/>
                                      </p:to>
                                    </p:set>
                                    <p:animEffect transition="in" filter="barn(inVertical)">
                                      <p:cBhvr>
                                        <p:cTn id="42" dur="500"/>
                                        <p:tgtEl>
                                          <p:spTgt spid="238594">
                                            <p:txEl>
                                              <p:charRg st="55" end="6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238594">
                                            <p:txEl>
                                              <p:charRg st="61" end="67"/>
                                            </p:txEl>
                                          </p:spTgt>
                                        </p:tgtEl>
                                        <p:attrNameLst>
                                          <p:attrName>style.visibility</p:attrName>
                                        </p:attrNameLst>
                                      </p:cBhvr>
                                      <p:to>
                                        <p:strVal val="visible"/>
                                      </p:to>
                                    </p:set>
                                    <p:animEffect transition="in" filter="barn(inVertical)">
                                      <p:cBhvr>
                                        <p:cTn id="47" dur="500"/>
                                        <p:tgtEl>
                                          <p:spTgt spid="238594">
                                            <p:txEl>
                                              <p:charRg st="61" end="6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238594">
                                            <p:txEl>
                                              <p:charRg st="67" end="76"/>
                                            </p:txEl>
                                          </p:spTgt>
                                        </p:tgtEl>
                                        <p:attrNameLst>
                                          <p:attrName>style.visibility</p:attrName>
                                        </p:attrNameLst>
                                      </p:cBhvr>
                                      <p:to>
                                        <p:strVal val="visible"/>
                                      </p:to>
                                    </p:set>
                                    <p:animEffect transition="in" filter="barn(inVertical)">
                                      <p:cBhvr>
                                        <p:cTn id="52" dur="500"/>
                                        <p:tgtEl>
                                          <p:spTgt spid="238594">
                                            <p:txEl>
                                              <p:charRg st="67" end="76"/>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5" fill="hold" nodeType="clickEffect">
                                  <p:stCondLst>
                                    <p:cond delay="0"/>
                                  </p:stCondLst>
                                  <p:childTnLst>
                                    <p:set>
                                      <p:cBhvr>
                                        <p:cTn id="56" dur="1" fill="hold">
                                          <p:stCondLst>
                                            <p:cond delay="0"/>
                                          </p:stCondLst>
                                        </p:cTn>
                                        <p:tgtEl>
                                          <p:spTgt spid="238596"/>
                                        </p:tgtEl>
                                        <p:attrNameLst>
                                          <p:attrName>style.visibility</p:attrName>
                                        </p:attrNameLst>
                                      </p:cBhvr>
                                      <p:to>
                                        <p:strVal val="visible"/>
                                      </p:to>
                                    </p:set>
                                    <p:animEffect transition="in" filter="blinds(vertical)">
                                      <p:cBhvr>
                                        <p:cTn id="57" dur="500"/>
                                        <p:tgtEl>
                                          <p:spTgt spid="238596"/>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32" fill="hold" nodeType="clickEffect">
                                  <p:stCondLst>
                                    <p:cond delay="0"/>
                                  </p:stCondLst>
                                  <p:childTnLst>
                                    <p:set>
                                      <p:cBhvr>
                                        <p:cTn id="61" dur="1" fill="hold">
                                          <p:stCondLst>
                                            <p:cond delay="0"/>
                                          </p:stCondLst>
                                        </p:cTn>
                                        <p:tgtEl>
                                          <p:spTgt spid="238597"/>
                                        </p:tgtEl>
                                        <p:attrNameLst>
                                          <p:attrName>style.visibility</p:attrName>
                                        </p:attrNameLst>
                                      </p:cBhvr>
                                      <p:to>
                                        <p:strVal val="visible"/>
                                      </p:to>
                                    </p:set>
                                    <p:animEffect transition="in" filter="box(out)">
                                      <p:cBhvr>
                                        <p:cTn id="62" dur="500"/>
                                        <p:tgtEl>
                                          <p:spTgt spid="238597"/>
                                        </p:tgtEl>
                                      </p:cBhvr>
                                    </p:animEffect>
                                  </p:childTnLst>
                                  <p:subTnLst>
                                    <p:set>
                                      <p:cBhvr override="childStyle">
                                        <p:cTn dur="1" fill="hold" display="0" masterRel="nextClick" afterEffect="1"/>
                                        <p:tgtEl>
                                          <p:spTgt spid="238597"/>
                                        </p:tgtEl>
                                        <p:attrNameLst>
                                          <p:attrName>style.visibility</p:attrName>
                                        </p:attrNameLst>
                                      </p:cBhvr>
                                      <p:to>
                                        <p:strVal val="hidden"/>
                                      </p:to>
                                    </p:set>
                                    <p:audio>
                                      <p:cMediaNode>
                                        <p:cTn display="0" masterRel="sameClick">
                                          <p:stCondLst>
                                            <p:cond evt="begin" delay="0">
                                              <p:tn val="60"/>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4" grpId="0" bldLvl="4"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9618" name="矩形 239617"/>
          <p:cNvSpPr/>
          <p:nvPr/>
        </p:nvSpPr>
        <p:spPr>
          <a:xfrm>
            <a:off x="1066800" y="1219200"/>
            <a:ext cx="7620000" cy="5105400"/>
          </a:xfrm>
          <a:prstGeom prst="rect">
            <a:avLst/>
          </a:prstGeom>
          <a:solidFill>
            <a:srgbClr val="FFCCCC"/>
          </a:solidFill>
          <a:ln w="9525" cap="flat" cmpd="sng">
            <a:solidFill>
              <a:schemeClr val="tx1"/>
            </a:solidFill>
            <a:prstDash val="solid"/>
            <a:miter/>
            <a:headEnd type="none" w="med" len="med"/>
            <a:tailEnd type="none" w="med" len="med"/>
          </a:ln>
          <a:effectLst>
            <a:outerShdw dist="107763" dir="2699999" algn="ctr" rotWithShape="0">
              <a:srgbClr val="808080"/>
            </a:outerShdw>
          </a:effectLst>
        </p:spPr>
        <p:txBody>
          <a:bodyPr/>
          <a:p>
            <a:endParaRPr lang="zh-CN" altLang="en-US"/>
          </a:p>
        </p:txBody>
      </p:sp>
      <p:sp>
        <p:nvSpPr>
          <p:cNvPr id="239619" name="标题 239618"/>
          <p:cNvSpPr>
            <a:spLocks noGrp="1"/>
          </p:cNvSpPr>
          <p:nvPr>
            <p:ph type="title"/>
          </p:nvPr>
        </p:nvSpPr>
        <p:spPr>
          <a:xfrm>
            <a:off x="1150938" y="214313"/>
            <a:ext cx="2643187" cy="1266825"/>
          </a:xfrm>
        </p:spPr>
        <p:txBody>
          <a:bodyPr anchor="b"/>
          <a:p>
            <a:r>
              <a:rPr lang="zh-CN" altLang="zh-CN" sz="3200" dirty="0">
                <a:solidFill>
                  <a:srgbClr val="993300"/>
                </a:solidFill>
                <a:latin typeface="楷体_GB2312" pitchFamily="49" charset="-122"/>
                <a:ea typeface="楷体_GB2312" pitchFamily="49" charset="-122"/>
              </a:rPr>
              <a:t>? 爱尔朗分布</a:t>
            </a:r>
            <a:endParaRPr lang="zh-CN" altLang="en-US" sz="3200">
              <a:solidFill>
                <a:srgbClr val="993300"/>
              </a:solidFill>
              <a:latin typeface="楷体_GB2312" pitchFamily="49" charset="-122"/>
              <a:ea typeface="楷体_GB2312" pitchFamily="49" charset="-122"/>
            </a:endParaRPr>
          </a:p>
        </p:txBody>
      </p:sp>
      <p:graphicFrame>
        <p:nvGraphicFramePr>
          <p:cNvPr id="239620" name="对象 239619"/>
          <p:cNvGraphicFramePr/>
          <p:nvPr/>
        </p:nvGraphicFramePr>
        <p:xfrm>
          <a:off x="1981200" y="2971800"/>
          <a:ext cx="5181600" cy="1816100"/>
        </p:xfrm>
        <a:graphic>
          <a:graphicData uri="http://schemas.openxmlformats.org/presentationml/2006/ole">
            <mc:AlternateContent xmlns:mc="http://schemas.openxmlformats.org/markup-compatibility/2006">
              <mc:Choice xmlns:v="urn:schemas-microsoft-com:vml" Requires="v">
                <p:oleObj spid="_x0000_s3095" name="" r:id="rId1" imgW="1904365" imgH="812165" progId="Equation.3">
                  <p:embed/>
                </p:oleObj>
              </mc:Choice>
              <mc:Fallback>
                <p:oleObj name="" r:id="rId1" imgW="1904365" imgH="812165" progId="Equation.3">
                  <p:embed/>
                  <p:pic>
                    <p:nvPicPr>
                      <p:cNvPr id="0" name="图片 3094"/>
                      <p:cNvPicPr/>
                      <p:nvPr/>
                    </p:nvPicPr>
                    <p:blipFill>
                      <a:blip r:embed="rId2"/>
                      <a:stretch>
                        <a:fillRect/>
                      </a:stretch>
                    </p:blipFill>
                    <p:spPr>
                      <a:xfrm>
                        <a:off x="1981200" y="2971800"/>
                        <a:ext cx="5181600" cy="1816100"/>
                      </a:xfrm>
                      <a:prstGeom prst="rect">
                        <a:avLst/>
                      </a:prstGeom>
                      <a:noFill/>
                      <a:ln w="38100">
                        <a:noFill/>
                        <a:miter/>
                      </a:ln>
                    </p:spPr>
                  </p:pic>
                </p:oleObj>
              </mc:Fallback>
            </mc:AlternateContent>
          </a:graphicData>
        </a:graphic>
      </p:graphicFrame>
      <p:grpSp>
        <p:nvGrpSpPr>
          <p:cNvPr id="239621" name="组合 239620"/>
          <p:cNvGrpSpPr/>
          <p:nvPr/>
        </p:nvGrpSpPr>
        <p:grpSpPr>
          <a:xfrm>
            <a:off x="1371600" y="1295400"/>
            <a:ext cx="7029450" cy="958850"/>
            <a:chOff x="864" y="816"/>
            <a:chExt cx="4428" cy="604"/>
          </a:xfrm>
        </p:grpSpPr>
        <p:graphicFrame>
          <p:nvGraphicFramePr>
            <p:cNvPr id="239622" name="对象 239621"/>
            <p:cNvGraphicFramePr/>
            <p:nvPr/>
          </p:nvGraphicFramePr>
          <p:xfrm>
            <a:off x="1152" y="839"/>
            <a:ext cx="1296" cy="333"/>
          </p:xfrm>
          <a:graphic>
            <a:graphicData uri="http://schemas.openxmlformats.org/presentationml/2006/ole">
              <mc:AlternateContent xmlns:mc="http://schemas.openxmlformats.org/markup-compatibility/2006">
                <mc:Choice xmlns:v="urn:schemas-microsoft-com:vml" Requires="v">
                  <p:oleObj spid="_x0000_s3096" name="" r:id="rId3" imgW="889000" imgH="228600" progId="Equation.3">
                    <p:embed/>
                  </p:oleObj>
                </mc:Choice>
                <mc:Fallback>
                  <p:oleObj name="" r:id="rId3" imgW="889000" imgH="228600" progId="Equation.3">
                    <p:embed/>
                    <p:pic>
                      <p:nvPicPr>
                        <p:cNvPr id="0" name="图片 3095"/>
                        <p:cNvPicPr/>
                        <p:nvPr/>
                      </p:nvPicPr>
                      <p:blipFill>
                        <a:blip r:embed="rId4"/>
                        <a:stretch>
                          <a:fillRect/>
                        </a:stretch>
                      </p:blipFill>
                      <p:spPr>
                        <a:xfrm>
                          <a:off x="1152" y="839"/>
                          <a:ext cx="1296" cy="333"/>
                        </a:xfrm>
                        <a:prstGeom prst="rect">
                          <a:avLst/>
                        </a:prstGeom>
                        <a:noFill/>
                        <a:ln w="38100">
                          <a:noFill/>
                          <a:miter/>
                        </a:ln>
                      </p:spPr>
                    </p:pic>
                  </p:oleObj>
                </mc:Fallback>
              </mc:AlternateContent>
            </a:graphicData>
          </a:graphic>
        </p:graphicFrame>
        <p:graphicFrame>
          <p:nvGraphicFramePr>
            <p:cNvPr id="239623" name="对象 239622"/>
            <p:cNvGraphicFramePr/>
            <p:nvPr/>
          </p:nvGraphicFramePr>
          <p:xfrm>
            <a:off x="2352" y="1104"/>
            <a:ext cx="336" cy="316"/>
          </p:xfrm>
          <a:graphic>
            <a:graphicData uri="http://schemas.openxmlformats.org/presentationml/2006/ole">
              <mc:AlternateContent xmlns:mc="http://schemas.openxmlformats.org/markup-compatibility/2006">
                <mc:Choice xmlns:v="urn:schemas-microsoft-com:vml" Requires="v">
                  <p:oleObj spid="_x0000_s3094" name="" r:id="rId5" imgW="215900" imgH="203200" progId="Equation.3">
                    <p:embed/>
                  </p:oleObj>
                </mc:Choice>
                <mc:Fallback>
                  <p:oleObj name="" r:id="rId5" imgW="215900" imgH="203200" progId="Equation.3">
                    <p:embed/>
                    <p:pic>
                      <p:nvPicPr>
                        <p:cNvPr id="0" name="图片 3093"/>
                        <p:cNvPicPr/>
                        <p:nvPr/>
                      </p:nvPicPr>
                      <p:blipFill>
                        <a:blip r:embed="rId6"/>
                        <a:stretch>
                          <a:fillRect/>
                        </a:stretch>
                      </p:blipFill>
                      <p:spPr>
                        <a:xfrm>
                          <a:off x="2352" y="1104"/>
                          <a:ext cx="336" cy="316"/>
                        </a:xfrm>
                        <a:prstGeom prst="rect">
                          <a:avLst/>
                        </a:prstGeom>
                        <a:noFill/>
                        <a:ln w="38100">
                          <a:noFill/>
                          <a:miter/>
                        </a:ln>
                      </p:spPr>
                    </p:pic>
                  </p:oleObj>
                </mc:Fallback>
              </mc:AlternateContent>
            </a:graphicData>
          </a:graphic>
        </p:graphicFrame>
        <p:sp>
          <p:nvSpPr>
            <p:cNvPr id="239624" name="文本框 239623"/>
            <p:cNvSpPr txBox="1"/>
            <p:nvPr/>
          </p:nvSpPr>
          <p:spPr>
            <a:xfrm>
              <a:off x="864" y="816"/>
              <a:ext cx="4428" cy="596"/>
            </a:xfrm>
            <a:prstGeom prst="rect">
              <a:avLst/>
            </a:prstGeom>
            <a:noFill/>
            <a:ln w="9525">
              <a:noFill/>
            </a:ln>
          </p:spPr>
          <p:txBody>
            <a:bodyPr wrap="none" anchor="t">
              <a:spAutoFit/>
            </a:bodyPr>
            <a:p>
              <a:r>
                <a:rPr lang="zh-CN" altLang="zh-CN" sz="2400" b="0">
                  <a:latin typeface="Times New Roman" panose="02020603050405020304" pitchFamily="18" charset="0"/>
                </a:rPr>
                <a:t>                               </a:t>
              </a:r>
              <a:r>
                <a:rPr lang="zh-CN" altLang="en-US" sz="2800">
                  <a:solidFill>
                    <a:schemeClr val="tx2"/>
                  </a:solidFill>
                  <a:latin typeface="楷体_GB2312" pitchFamily="49" charset="-122"/>
                  <a:ea typeface="楷体_GB2312" pitchFamily="49" charset="-122"/>
                </a:rPr>
                <a:t>为</a:t>
              </a:r>
              <a:r>
                <a:rPr lang="en-US" altLang="zh-CN" sz="2800">
                  <a:solidFill>
                    <a:schemeClr val="tx2"/>
                  </a:solidFill>
                  <a:latin typeface="楷体_GB2312" pitchFamily="49" charset="-122"/>
                  <a:ea typeface="楷体_GB2312" pitchFamily="49" charset="-122"/>
                </a:rPr>
                <a:t>k</a:t>
              </a:r>
              <a:r>
                <a:rPr lang="zh-CN" altLang="en-US" sz="2800" dirty="0">
                  <a:solidFill>
                    <a:schemeClr val="tx2"/>
                  </a:solidFill>
                  <a:latin typeface="楷体_GB2312" pitchFamily="49" charset="-122"/>
                  <a:ea typeface="楷体_GB2312" pitchFamily="49" charset="-122"/>
                </a:rPr>
                <a:t>个相互独立的随机变量；</a:t>
              </a:r>
              <a:endParaRPr lang="zh-CN" altLang="en-US" sz="2800" dirty="0">
                <a:solidFill>
                  <a:schemeClr val="tx2"/>
                </a:solidFill>
                <a:latin typeface="楷体_GB2312" pitchFamily="49" charset="-122"/>
                <a:ea typeface="楷体_GB2312" pitchFamily="49" charset="-122"/>
              </a:endParaRPr>
            </a:p>
            <a:p>
              <a:r>
                <a:rPr lang="zh-CN" altLang="en-US" sz="2800" dirty="0">
                  <a:solidFill>
                    <a:schemeClr val="tx2"/>
                  </a:solidFill>
                  <a:latin typeface="楷体_GB2312" pitchFamily="49" charset="-122"/>
                  <a:ea typeface="楷体_GB2312" pitchFamily="49" charset="-122"/>
                </a:rPr>
                <a:t>服从相同参数    的负指数分布；</a:t>
              </a:r>
              <a:endParaRPr lang="zh-CN" altLang="en-US" sz="2800">
                <a:solidFill>
                  <a:schemeClr val="tx2"/>
                </a:solidFill>
                <a:latin typeface="楷体_GB2312" pitchFamily="49" charset="-122"/>
                <a:ea typeface="楷体_GB2312" pitchFamily="49" charset="-122"/>
              </a:endParaRPr>
            </a:p>
          </p:txBody>
        </p:sp>
      </p:grpSp>
      <p:grpSp>
        <p:nvGrpSpPr>
          <p:cNvPr id="239625" name="组合 239624"/>
          <p:cNvGrpSpPr/>
          <p:nvPr/>
        </p:nvGrpSpPr>
        <p:grpSpPr>
          <a:xfrm>
            <a:off x="1600200" y="2362200"/>
            <a:ext cx="6613525" cy="587375"/>
            <a:chOff x="1008" y="1488"/>
            <a:chExt cx="4166" cy="370"/>
          </a:xfrm>
        </p:grpSpPr>
        <p:graphicFrame>
          <p:nvGraphicFramePr>
            <p:cNvPr id="239626" name="对象 239625"/>
            <p:cNvGraphicFramePr/>
            <p:nvPr/>
          </p:nvGraphicFramePr>
          <p:xfrm>
            <a:off x="1296" y="1536"/>
            <a:ext cx="1916" cy="322"/>
          </p:xfrm>
          <a:graphic>
            <a:graphicData uri="http://schemas.openxmlformats.org/presentationml/2006/ole">
              <mc:AlternateContent xmlns:mc="http://schemas.openxmlformats.org/markup-compatibility/2006">
                <mc:Choice xmlns:v="urn:schemas-microsoft-com:vml" Requires="v">
                  <p:oleObj spid="_x0000_s3098" name="" r:id="rId7" imgW="1358900" imgH="228600" progId="Equation.3">
                    <p:embed/>
                  </p:oleObj>
                </mc:Choice>
                <mc:Fallback>
                  <p:oleObj name="" r:id="rId7" imgW="1358900" imgH="228600" progId="Equation.3">
                    <p:embed/>
                    <p:pic>
                      <p:nvPicPr>
                        <p:cNvPr id="0" name="图片 3097"/>
                        <p:cNvPicPr/>
                        <p:nvPr/>
                      </p:nvPicPr>
                      <p:blipFill>
                        <a:blip r:embed="rId8"/>
                        <a:stretch>
                          <a:fillRect/>
                        </a:stretch>
                      </p:blipFill>
                      <p:spPr>
                        <a:xfrm>
                          <a:off x="1296" y="1536"/>
                          <a:ext cx="1916" cy="322"/>
                        </a:xfrm>
                        <a:prstGeom prst="rect">
                          <a:avLst/>
                        </a:prstGeom>
                        <a:noFill/>
                        <a:ln w="38100">
                          <a:noFill/>
                          <a:miter/>
                        </a:ln>
                      </p:spPr>
                    </p:pic>
                  </p:oleObj>
                </mc:Fallback>
              </mc:AlternateContent>
            </a:graphicData>
          </a:graphic>
        </p:graphicFrame>
        <p:sp>
          <p:nvSpPr>
            <p:cNvPr id="239627" name="文本框 239626"/>
            <p:cNvSpPr txBox="1"/>
            <p:nvPr/>
          </p:nvSpPr>
          <p:spPr>
            <a:xfrm>
              <a:off x="1008" y="1488"/>
              <a:ext cx="4166" cy="327"/>
            </a:xfrm>
            <a:prstGeom prst="rect">
              <a:avLst/>
            </a:prstGeom>
            <a:noFill/>
            <a:ln w="9525">
              <a:noFill/>
            </a:ln>
          </p:spPr>
          <p:txBody>
            <a:bodyPr wrap="none" anchor="t">
              <a:spAutoFit/>
            </a:bodyPr>
            <a:p>
              <a:r>
                <a:rPr lang="zh-CN" altLang="en-US" sz="2800" dirty="0">
                  <a:solidFill>
                    <a:schemeClr val="tx2"/>
                  </a:solidFill>
                  <a:latin typeface="楷体_GB2312" pitchFamily="49" charset="-122"/>
                  <a:ea typeface="楷体_GB2312" pitchFamily="49" charset="-122"/>
                </a:rPr>
                <a:t>设                 ，则</a:t>
              </a:r>
              <a:r>
                <a:rPr lang="en-US" altLang="zh-CN" sz="2800">
                  <a:solidFill>
                    <a:schemeClr val="tx2"/>
                  </a:solidFill>
                  <a:latin typeface="楷体_GB2312" pitchFamily="49" charset="-122"/>
                  <a:ea typeface="楷体_GB2312" pitchFamily="49" charset="-122"/>
                </a:rPr>
                <a:t>T</a:t>
              </a:r>
              <a:r>
                <a:rPr lang="zh-CN" altLang="en-US" sz="2800" dirty="0">
                  <a:solidFill>
                    <a:schemeClr val="tx2"/>
                  </a:solidFill>
                  <a:latin typeface="楷体_GB2312" pitchFamily="49" charset="-122"/>
                  <a:ea typeface="楷体_GB2312" pitchFamily="49" charset="-122"/>
                </a:rPr>
                <a:t>的密度函数为</a:t>
              </a:r>
              <a:endParaRPr lang="zh-CN" altLang="en-US" sz="2800">
                <a:solidFill>
                  <a:schemeClr val="tx2"/>
                </a:solidFill>
                <a:latin typeface="楷体_GB2312" pitchFamily="49" charset="-122"/>
                <a:ea typeface="楷体_GB2312" pitchFamily="49" charset="-122"/>
              </a:endParaRPr>
            </a:p>
          </p:txBody>
        </p:sp>
      </p:grpSp>
      <p:sp>
        <p:nvSpPr>
          <p:cNvPr id="239628" name="文本框 239627"/>
          <p:cNvSpPr txBox="1"/>
          <p:nvPr/>
        </p:nvSpPr>
        <p:spPr>
          <a:xfrm>
            <a:off x="1447800" y="4800600"/>
            <a:ext cx="6638925" cy="1373188"/>
          </a:xfrm>
          <a:prstGeom prst="rect">
            <a:avLst/>
          </a:prstGeom>
          <a:noFill/>
          <a:ln w="9525">
            <a:noFill/>
          </a:ln>
        </p:spPr>
        <p:txBody>
          <a:bodyPr wrap="none" anchor="t">
            <a:spAutoFit/>
          </a:bodyPr>
          <a:p>
            <a:r>
              <a:rPr lang="zh-CN" altLang="en-US" sz="2400" b="0" dirty="0">
                <a:latin typeface="Times New Roman" panose="02020603050405020304" pitchFamily="18" charset="0"/>
              </a:rPr>
              <a:t>        </a:t>
            </a:r>
            <a:r>
              <a:rPr lang="zh-CN" altLang="en-US" sz="2800" dirty="0">
                <a:solidFill>
                  <a:srgbClr val="660066"/>
                </a:solidFill>
                <a:latin typeface="楷体_GB2312" pitchFamily="49" charset="-122"/>
                <a:ea typeface="楷体_GB2312" pitchFamily="49" charset="-122"/>
              </a:rPr>
              <a:t>如</a:t>
            </a:r>
            <a:r>
              <a:rPr lang="zh-CN" altLang="zh-CN" sz="2800" dirty="0">
                <a:solidFill>
                  <a:srgbClr val="660066"/>
                </a:solidFill>
                <a:latin typeface="楷体_GB2312" pitchFamily="49" charset="-122"/>
                <a:ea typeface="楷体_GB2312" pitchFamily="49" charset="-122"/>
              </a:rPr>
              <a:t>k个服务台串联（k个服务阶段），</a:t>
            </a:r>
            <a:endParaRPr lang="zh-CN" altLang="zh-CN" sz="2800" dirty="0">
              <a:solidFill>
                <a:srgbClr val="660066"/>
              </a:solidFill>
              <a:latin typeface="楷体_GB2312" pitchFamily="49" charset="-122"/>
              <a:ea typeface="楷体_GB2312" pitchFamily="49" charset="-122"/>
            </a:endParaRPr>
          </a:p>
          <a:p>
            <a:r>
              <a:rPr lang="zh-CN" altLang="zh-CN" sz="2800" dirty="0">
                <a:solidFill>
                  <a:srgbClr val="660066"/>
                </a:solidFill>
                <a:latin typeface="楷体_GB2312" pitchFamily="49" charset="-122"/>
                <a:ea typeface="楷体_GB2312" pitchFamily="49" charset="-122"/>
              </a:rPr>
              <a:t>一个顾客接受k个服务共需的服务时间T，</a:t>
            </a:r>
            <a:endParaRPr lang="zh-CN" altLang="zh-CN" sz="2800" dirty="0">
              <a:solidFill>
                <a:srgbClr val="660066"/>
              </a:solidFill>
              <a:latin typeface="楷体_GB2312" pitchFamily="49" charset="-122"/>
              <a:ea typeface="楷体_GB2312" pitchFamily="49" charset="-122"/>
            </a:endParaRPr>
          </a:p>
          <a:p>
            <a:r>
              <a:rPr lang="zh-CN" altLang="zh-CN" sz="2800" dirty="0">
                <a:solidFill>
                  <a:srgbClr val="660066"/>
                </a:solidFill>
                <a:latin typeface="楷体_GB2312" pitchFamily="49" charset="-122"/>
                <a:ea typeface="楷体_GB2312" pitchFamily="49" charset="-122"/>
              </a:rPr>
              <a:t>T</a:t>
            </a:r>
            <a:r>
              <a:rPr lang="zh-CN" altLang="en-US" sz="2800">
                <a:solidFill>
                  <a:srgbClr val="660066"/>
                </a:solidFill>
                <a:latin typeface="楷体_GB2312" pitchFamily="49" charset="-122"/>
                <a:ea typeface="楷体_GB2312" pitchFamily="49" charset="-122"/>
                <a:sym typeface="Symbol" panose="05050102010706020507" pitchFamily="18" charset="2"/>
              </a:rPr>
              <a:t></a:t>
            </a:r>
            <a:r>
              <a:rPr lang="zh-CN" altLang="zh-CN" sz="2800" dirty="0">
                <a:solidFill>
                  <a:srgbClr val="660066"/>
                </a:solidFill>
                <a:latin typeface="楷体_GB2312" pitchFamily="49" charset="-122"/>
                <a:ea typeface="楷体_GB2312" pitchFamily="49" charset="-122"/>
              </a:rPr>
              <a:t>爱尔朗分布。</a:t>
            </a:r>
            <a:endParaRPr lang="zh-CN" altLang="zh-CN" sz="2800">
              <a:solidFill>
                <a:srgbClr val="660066"/>
              </a:solidFill>
              <a:latin typeface="楷体_GB2312" pitchFamily="49" charset="-122"/>
              <a:ea typeface="楷体_GB2312" pitchFamily="49" charset="-122"/>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39618"/>
                                        </p:tgtEl>
                                        <p:attrNameLst>
                                          <p:attrName>style.visibility</p:attrName>
                                        </p:attrNameLst>
                                      </p:cBhvr>
                                      <p:to>
                                        <p:strVal val="visible"/>
                                      </p:to>
                                    </p:set>
                                    <p:animEffect transition="in" filter="box(out)">
                                      <p:cBhvr>
                                        <p:cTn id="7" dur="500"/>
                                        <p:tgtEl>
                                          <p:spTgt spid="239618"/>
                                        </p:tgtEl>
                                      </p:cBhvr>
                                    </p:animEffect>
                                  </p:childTnLst>
                                  <p:subTnLst>
                                    <p:audio>
                                      <p:cMediaNode>
                                        <p:cTn display="0" masterRel="sameClick">
                                          <p:stCondLst>
                                            <p:cond evt="begin" delay="0">
                                              <p:tn val="5"/>
                                            </p:cond>
                                          </p:stCondLst>
                                          <p:endCondLst>
                                            <p:cond evt="onStopAudio" delay="0">
                                              <p:tgtEl>
                                                <p:sldTgt/>
                                              </p:tgtEl>
                                            </p:cond>
                                          </p:endCondLst>
                                        </p:cTn>
                                        <p:tgtEl>
                                          <p:sndTgt r:embed="rId9"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239621"/>
                                        </p:tgtEl>
                                        <p:attrNameLst>
                                          <p:attrName>style.visibility</p:attrName>
                                        </p:attrNameLst>
                                      </p:cBhvr>
                                      <p:to>
                                        <p:strVal val="visible"/>
                                      </p:to>
                                    </p:set>
                                    <p:animEffect transition="in" filter="box(out)">
                                      <p:cBhvr>
                                        <p:cTn id="12" dur="500"/>
                                        <p:tgtEl>
                                          <p:spTgt spid="239621"/>
                                        </p:tgtEl>
                                      </p:cBhvr>
                                    </p:animEffect>
                                  </p:childTnLst>
                                  <p:subTnLst>
                                    <p:audio>
                                      <p:cMediaNode>
                                        <p:cTn display="0" masterRel="sameClick">
                                          <p:stCondLst>
                                            <p:cond evt="begin" delay="0">
                                              <p:tn val="10"/>
                                            </p:cond>
                                          </p:stCondLst>
                                          <p:endCondLst>
                                            <p:cond evt="onStopAudio" delay="0">
                                              <p:tgtEl>
                                                <p:sldTgt/>
                                              </p:tgtEl>
                                            </p:cond>
                                          </p:endCondLst>
                                        </p:cTn>
                                        <p:tgtEl>
                                          <p:sndTgt r:embed="rId9"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239625"/>
                                        </p:tgtEl>
                                        <p:attrNameLst>
                                          <p:attrName>style.visibility</p:attrName>
                                        </p:attrNameLst>
                                      </p:cBhvr>
                                      <p:to>
                                        <p:strVal val="visible"/>
                                      </p:to>
                                    </p:set>
                                    <p:animEffect transition="in" filter="box(out)">
                                      <p:cBhvr>
                                        <p:cTn id="17" dur="500"/>
                                        <p:tgtEl>
                                          <p:spTgt spid="239625"/>
                                        </p:tgtEl>
                                      </p:cBhvr>
                                    </p:animEffect>
                                  </p:childTnLst>
                                  <p:subTnLst>
                                    <p:audio>
                                      <p:cMediaNode>
                                        <p:cTn display="0" masterRel="sameClick">
                                          <p:stCondLst>
                                            <p:cond evt="begin" delay="0">
                                              <p:tn val="15"/>
                                            </p:cond>
                                          </p:stCondLst>
                                          <p:endCondLst>
                                            <p:cond evt="onStopAudio" delay="0">
                                              <p:tgtEl>
                                                <p:sldTgt/>
                                              </p:tgtEl>
                                            </p:cond>
                                          </p:endCondLst>
                                        </p:cTn>
                                        <p:tgtEl>
                                          <p:sndTgt r:embed="rId9"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39620"/>
                                        </p:tgtEl>
                                        <p:attrNameLst>
                                          <p:attrName>style.visibility</p:attrName>
                                        </p:attrNameLst>
                                      </p:cBhvr>
                                      <p:to>
                                        <p:strVal val="visible"/>
                                      </p:to>
                                    </p:set>
                                    <p:animEffect transition="in" filter="box(out)">
                                      <p:cBhvr>
                                        <p:cTn id="22" dur="500"/>
                                        <p:tgtEl>
                                          <p:spTgt spid="239620"/>
                                        </p:tgtEl>
                                      </p:cBhvr>
                                    </p:animEffect>
                                  </p:childTnLst>
                                  <p:subTnLst>
                                    <p:audio>
                                      <p:cMediaNode>
                                        <p:cTn display="0" masterRel="sameClick">
                                          <p:stCondLst>
                                            <p:cond evt="begin" delay="0">
                                              <p:tn val="20"/>
                                            </p:cond>
                                          </p:stCondLst>
                                          <p:endCondLst>
                                            <p:cond evt="onStopAudio" delay="0">
                                              <p:tgtEl>
                                                <p:sldTgt/>
                                              </p:tgtEl>
                                            </p:cond>
                                          </p:endCondLst>
                                        </p:cTn>
                                        <p:tgtEl>
                                          <p:sndTgt r:embed="rId9" name="CAMERA.WAV"/>
                                        </p:tgtEl>
                                      </p:cMediaNode>
                                    </p:audio>
                                  </p:sub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239628"/>
                                        </p:tgtEl>
                                        <p:attrNameLst>
                                          <p:attrName>style.visibility</p:attrName>
                                        </p:attrNameLst>
                                      </p:cBhvr>
                                      <p:to>
                                        <p:strVal val="visible"/>
                                      </p:to>
                                    </p:set>
                                    <p:animEffect transition="in" filter="slide(fromBottom)">
                                      <p:cBhvr>
                                        <p:cTn id="27" dur="500"/>
                                        <p:tgtEl>
                                          <p:spTgt spid="239628"/>
                                        </p:tgtEl>
                                      </p:cBhvr>
                                    </p:animEffect>
                                  </p:childTnLst>
                                  <p:subTnLst>
                                    <p:audio>
                                      <p:cMediaNode>
                                        <p:cTn display="0" masterRel="sameClick">
                                          <p:stCondLst>
                                            <p:cond evt="begin" delay="0">
                                              <p:tn val="25"/>
                                            </p:cond>
                                          </p:stCondLst>
                                          <p:endCondLst>
                                            <p:cond evt="onStopAudio" delay="0">
                                              <p:tgtEl>
                                                <p:sldTgt/>
                                              </p:tgtEl>
                                            </p:cond>
                                          </p:endCondLst>
                                        </p:cTn>
                                        <p:tgtEl>
                                          <p:sndTgt r:embed="rId9"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62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0642" name="矩形 240641"/>
          <p:cNvSpPr/>
          <p:nvPr/>
        </p:nvSpPr>
        <p:spPr>
          <a:xfrm>
            <a:off x="1258888" y="620713"/>
            <a:ext cx="6324600" cy="1143000"/>
          </a:xfrm>
          <a:prstGeom prst="rect">
            <a:avLst/>
          </a:prstGeom>
          <a:noFill/>
          <a:ln w="9525">
            <a:noFill/>
          </a:ln>
        </p:spPr>
        <p:txBody>
          <a:bodyPr anchor="ctr"/>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en-US" altLang="zh-CN" sz="4000" b="0">
                <a:solidFill>
                  <a:srgbClr val="660066"/>
                </a:solidFill>
              </a:rPr>
              <a:t>1.2 </a:t>
            </a:r>
            <a:r>
              <a:rPr lang="zh-CN" altLang="en-US" sz="4000" b="0" dirty="0">
                <a:solidFill>
                  <a:srgbClr val="660066"/>
                </a:solidFill>
              </a:rPr>
              <a:t>随机过程的有关概念</a:t>
            </a:r>
            <a:endParaRPr lang="zh-CN" altLang="en-US" b="0" dirty="0"/>
          </a:p>
        </p:txBody>
      </p:sp>
      <p:sp>
        <p:nvSpPr>
          <p:cNvPr id="240643" name="矩形 240642"/>
          <p:cNvSpPr/>
          <p:nvPr/>
        </p:nvSpPr>
        <p:spPr>
          <a:xfrm>
            <a:off x="1187450" y="1773238"/>
            <a:ext cx="7772400" cy="7620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0"/>
            <a:r>
              <a:rPr lang="zh-CN" altLang="en-US" b="1" dirty="0">
                <a:solidFill>
                  <a:srgbClr val="993300"/>
                </a:solidFill>
              </a:rPr>
              <a:t>随机过程</a:t>
            </a:r>
            <a:r>
              <a:rPr lang="zh-CN" altLang="en-US" sz="2800" b="0" dirty="0">
                <a:solidFill>
                  <a:srgbClr val="993300"/>
                </a:solidFill>
              </a:rPr>
              <a:t>(</a:t>
            </a:r>
            <a:r>
              <a:rPr lang="en-US" altLang="en-US" sz="2800" b="0">
                <a:solidFill>
                  <a:srgbClr val="993300"/>
                </a:solidFill>
              </a:rPr>
              <a:t>Random process)</a:t>
            </a:r>
            <a:r>
              <a:rPr lang="zh-CN" altLang="en-US" b="1" dirty="0">
                <a:solidFill>
                  <a:srgbClr val="993300"/>
                </a:solidFill>
              </a:rPr>
              <a:t>的定义</a:t>
            </a:r>
            <a:endParaRPr lang="zh-CN" altLang="en-US" b="1" dirty="0">
              <a:solidFill>
                <a:srgbClr val="993300"/>
              </a:solidFill>
            </a:endParaRPr>
          </a:p>
        </p:txBody>
      </p:sp>
      <p:grpSp>
        <p:nvGrpSpPr>
          <p:cNvPr id="240644" name="组合 240643"/>
          <p:cNvGrpSpPr/>
          <p:nvPr/>
        </p:nvGrpSpPr>
        <p:grpSpPr>
          <a:xfrm>
            <a:off x="1524000" y="2438400"/>
            <a:ext cx="6705600" cy="1460500"/>
            <a:chOff x="1104" y="2928"/>
            <a:chExt cx="4224" cy="920"/>
          </a:xfrm>
        </p:grpSpPr>
        <p:graphicFrame>
          <p:nvGraphicFramePr>
            <p:cNvPr id="240645" name="对象 240644"/>
            <p:cNvGraphicFramePr/>
            <p:nvPr/>
          </p:nvGraphicFramePr>
          <p:xfrm>
            <a:off x="2016" y="2928"/>
            <a:ext cx="1200" cy="307"/>
          </p:xfrm>
          <a:graphic>
            <a:graphicData uri="http://schemas.openxmlformats.org/presentationml/2006/ole">
              <mc:AlternateContent xmlns:mc="http://schemas.openxmlformats.org/markup-compatibility/2006">
                <mc:Choice xmlns:v="urn:schemas-microsoft-com:vml" Requires="v">
                  <p:oleObj spid="_x0000_s3078" name="" r:id="rId1" imgW="786765" imgH="203200" progId="Equation.3">
                    <p:embed/>
                  </p:oleObj>
                </mc:Choice>
                <mc:Fallback>
                  <p:oleObj name="" r:id="rId1" imgW="786765" imgH="203200" progId="Equation.3">
                    <p:embed/>
                    <p:pic>
                      <p:nvPicPr>
                        <p:cNvPr id="0" name="图片 3077"/>
                        <p:cNvPicPr/>
                        <p:nvPr/>
                      </p:nvPicPr>
                      <p:blipFill>
                        <a:blip r:embed="rId2">
                          <a:clrChange>
                            <a:clrFrom>
                              <a:srgbClr val="000000"/>
                            </a:clrFrom>
                            <a:clrTo>
                              <a:srgbClr val="333399"/>
                            </a:clrTo>
                          </a:clrChange>
                        </a:blip>
                        <a:stretch>
                          <a:fillRect/>
                        </a:stretch>
                      </p:blipFill>
                      <p:spPr>
                        <a:xfrm>
                          <a:off x="2016" y="2928"/>
                          <a:ext cx="1200" cy="307"/>
                        </a:xfrm>
                        <a:prstGeom prst="rect">
                          <a:avLst/>
                        </a:prstGeom>
                        <a:noFill/>
                        <a:ln w="38100">
                          <a:noFill/>
                          <a:miter/>
                        </a:ln>
                      </p:spPr>
                    </p:pic>
                  </p:oleObj>
                </mc:Fallback>
              </mc:AlternateContent>
            </a:graphicData>
          </a:graphic>
        </p:graphicFrame>
        <p:sp>
          <p:nvSpPr>
            <p:cNvPr id="240646" name="文本框 240645"/>
            <p:cNvSpPr txBox="1"/>
            <p:nvPr/>
          </p:nvSpPr>
          <p:spPr>
            <a:xfrm>
              <a:off x="1104" y="2928"/>
              <a:ext cx="4224" cy="865"/>
            </a:xfrm>
            <a:prstGeom prst="rect">
              <a:avLst/>
            </a:prstGeom>
            <a:noFill/>
            <a:ln w="9525">
              <a:noFill/>
            </a:ln>
          </p:spPr>
          <p:txBody>
            <a:bodyPr>
              <a:spAutoFit/>
            </a:bodyPr>
            <a:p>
              <a:r>
                <a:rPr lang="zh-CN" altLang="en-US" sz="2800" dirty="0">
                  <a:solidFill>
                    <a:schemeClr val="tx2"/>
                  </a:solidFill>
                  <a:latin typeface="楷体_GB2312" pitchFamily="49" charset="-122"/>
                  <a:ea typeface="楷体_GB2312" pitchFamily="49" charset="-122"/>
                </a:rPr>
                <a:t>     设           ，是一族随机变量，</a:t>
              </a:r>
              <a:endParaRPr lang="zh-CN" altLang="en-US" sz="2800" dirty="0">
                <a:solidFill>
                  <a:schemeClr val="tx2"/>
                </a:solidFill>
                <a:latin typeface="楷体_GB2312" pitchFamily="49" charset="-122"/>
                <a:ea typeface="楷体_GB2312" pitchFamily="49" charset="-122"/>
              </a:endParaRPr>
            </a:p>
            <a:p>
              <a:r>
                <a:rPr lang="en-US" altLang="zh-CN" sz="2800">
                  <a:solidFill>
                    <a:schemeClr val="tx2"/>
                  </a:solidFill>
                  <a:latin typeface="楷体_GB2312" pitchFamily="49" charset="-122"/>
                  <a:ea typeface="楷体_GB2312" pitchFamily="49" charset="-122"/>
                </a:rPr>
                <a:t>T</a:t>
              </a:r>
              <a:r>
                <a:rPr lang="zh-CN" altLang="en-US" sz="2800" dirty="0">
                  <a:solidFill>
                    <a:schemeClr val="tx2"/>
                  </a:solidFill>
                  <a:latin typeface="楷体_GB2312" pitchFamily="49" charset="-122"/>
                  <a:ea typeface="楷体_GB2312" pitchFamily="49" charset="-122"/>
                </a:rPr>
                <a:t>是一个实数集，对            是一个</a:t>
              </a:r>
              <a:endParaRPr lang="zh-CN" altLang="en-US" sz="2800" dirty="0">
                <a:solidFill>
                  <a:schemeClr val="tx2"/>
                </a:solidFill>
                <a:latin typeface="楷体_GB2312" pitchFamily="49" charset="-122"/>
                <a:ea typeface="楷体_GB2312" pitchFamily="49" charset="-122"/>
              </a:endParaRPr>
            </a:p>
            <a:p>
              <a:r>
                <a:rPr lang="zh-CN" altLang="en-US" sz="2800" dirty="0">
                  <a:solidFill>
                    <a:schemeClr val="tx2"/>
                  </a:solidFill>
                  <a:latin typeface="楷体_GB2312" pitchFamily="49" charset="-122"/>
                  <a:ea typeface="楷体_GB2312" pitchFamily="49" charset="-122"/>
                </a:rPr>
                <a:t>随机变量，则称           为随机过程。</a:t>
              </a:r>
              <a:endParaRPr lang="zh-CN" altLang="en-US" sz="2800">
                <a:solidFill>
                  <a:schemeClr val="tx2"/>
                </a:solidFill>
                <a:latin typeface="楷体_GB2312" pitchFamily="49" charset="-122"/>
                <a:ea typeface="楷体_GB2312" pitchFamily="49" charset="-122"/>
              </a:endParaRPr>
            </a:p>
          </p:txBody>
        </p:sp>
        <p:graphicFrame>
          <p:nvGraphicFramePr>
            <p:cNvPr id="240647" name="对象 240646"/>
            <p:cNvGraphicFramePr/>
            <p:nvPr/>
          </p:nvGraphicFramePr>
          <p:xfrm>
            <a:off x="3168" y="3216"/>
            <a:ext cx="1200" cy="347"/>
          </p:xfrm>
          <a:graphic>
            <a:graphicData uri="http://schemas.openxmlformats.org/presentationml/2006/ole">
              <mc:AlternateContent xmlns:mc="http://schemas.openxmlformats.org/markup-compatibility/2006">
                <mc:Choice xmlns:v="urn:schemas-microsoft-com:vml" Requires="v">
                  <p:oleObj spid="_x0000_s3077" name="" r:id="rId3" imgW="925830" imgH="215900" progId="Equation.3">
                    <p:embed/>
                  </p:oleObj>
                </mc:Choice>
                <mc:Fallback>
                  <p:oleObj name="" r:id="rId3" imgW="925830" imgH="215900" progId="Equation.3">
                    <p:embed/>
                    <p:pic>
                      <p:nvPicPr>
                        <p:cNvPr id="0" name="图片 3076"/>
                        <p:cNvPicPr/>
                        <p:nvPr/>
                      </p:nvPicPr>
                      <p:blipFill>
                        <a:blip r:embed="rId4">
                          <a:clrChange>
                            <a:clrFrom>
                              <a:srgbClr val="000000"/>
                            </a:clrFrom>
                            <a:clrTo>
                              <a:srgbClr val="333399"/>
                            </a:clrTo>
                          </a:clrChange>
                        </a:blip>
                        <a:stretch>
                          <a:fillRect/>
                        </a:stretch>
                      </p:blipFill>
                      <p:spPr>
                        <a:xfrm>
                          <a:off x="3168" y="3216"/>
                          <a:ext cx="1200" cy="347"/>
                        </a:xfrm>
                        <a:prstGeom prst="rect">
                          <a:avLst/>
                        </a:prstGeom>
                        <a:noFill/>
                        <a:ln w="38100">
                          <a:noFill/>
                          <a:miter/>
                        </a:ln>
                      </p:spPr>
                    </p:pic>
                  </p:oleObj>
                </mc:Fallback>
              </mc:AlternateContent>
            </a:graphicData>
          </a:graphic>
        </p:graphicFrame>
        <p:graphicFrame>
          <p:nvGraphicFramePr>
            <p:cNvPr id="240648" name="对象 240647"/>
            <p:cNvGraphicFramePr/>
            <p:nvPr/>
          </p:nvGraphicFramePr>
          <p:xfrm>
            <a:off x="2736" y="3504"/>
            <a:ext cx="1344" cy="344"/>
          </p:xfrm>
          <a:graphic>
            <a:graphicData uri="http://schemas.openxmlformats.org/presentationml/2006/ole">
              <mc:AlternateContent xmlns:mc="http://schemas.openxmlformats.org/markup-compatibility/2006">
                <mc:Choice xmlns:v="urn:schemas-microsoft-com:vml" Requires="v">
                  <p:oleObj spid="_x0000_s3081" name="" r:id="rId5" imgW="786765" imgH="203200" progId="Equation.3">
                    <p:embed/>
                  </p:oleObj>
                </mc:Choice>
                <mc:Fallback>
                  <p:oleObj name="" r:id="rId5" imgW="786765" imgH="203200" progId="Equation.3">
                    <p:embed/>
                    <p:pic>
                      <p:nvPicPr>
                        <p:cNvPr id="0" name="图片 3080"/>
                        <p:cNvPicPr/>
                        <p:nvPr/>
                      </p:nvPicPr>
                      <p:blipFill>
                        <a:blip r:embed="rId2">
                          <a:clrChange>
                            <a:clrFrom>
                              <a:srgbClr val="000000"/>
                            </a:clrFrom>
                            <a:clrTo>
                              <a:srgbClr val="333399"/>
                            </a:clrTo>
                          </a:clrChange>
                        </a:blip>
                        <a:stretch>
                          <a:fillRect/>
                        </a:stretch>
                      </p:blipFill>
                      <p:spPr>
                        <a:xfrm>
                          <a:off x="2736" y="3504"/>
                          <a:ext cx="1344" cy="344"/>
                        </a:xfrm>
                        <a:prstGeom prst="rect">
                          <a:avLst/>
                        </a:prstGeom>
                        <a:noFill/>
                        <a:ln w="38100">
                          <a:noFill/>
                          <a:miter/>
                        </a:ln>
                      </p:spPr>
                    </p:pic>
                  </p:oleObj>
                </mc:Fallback>
              </mc:AlternateContent>
            </a:graphicData>
          </a:graphic>
        </p:graphicFrame>
      </p:grpSp>
      <p:grpSp>
        <p:nvGrpSpPr>
          <p:cNvPr id="240649" name="组合 240648"/>
          <p:cNvGrpSpPr/>
          <p:nvPr/>
        </p:nvGrpSpPr>
        <p:grpSpPr>
          <a:xfrm>
            <a:off x="1143000" y="3962400"/>
            <a:ext cx="7696200" cy="1811338"/>
            <a:chOff x="720" y="2496"/>
            <a:chExt cx="4848" cy="1141"/>
          </a:xfrm>
        </p:grpSpPr>
        <p:graphicFrame>
          <p:nvGraphicFramePr>
            <p:cNvPr id="240650" name="对象 240649"/>
            <p:cNvGraphicFramePr/>
            <p:nvPr/>
          </p:nvGraphicFramePr>
          <p:xfrm>
            <a:off x="4080" y="3312"/>
            <a:ext cx="612" cy="325"/>
          </p:xfrm>
          <a:graphic>
            <a:graphicData uri="http://schemas.openxmlformats.org/presentationml/2006/ole">
              <mc:AlternateContent xmlns:mc="http://schemas.openxmlformats.org/markup-compatibility/2006">
                <mc:Choice xmlns:v="urn:schemas-microsoft-com:vml" Requires="v">
                  <p:oleObj spid="_x0000_s3079" name="" r:id="rId6" imgW="329565" imgH="177800" progId="Equation.3">
                    <p:embed/>
                  </p:oleObj>
                </mc:Choice>
                <mc:Fallback>
                  <p:oleObj name="" r:id="rId6" imgW="329565" imgH="177800" progId="Equation.3">
                    <p:embed/>
                    <p:pic>
                      <p:nvPicPr>
                        <p:cNvPr id="0" name="图片 3078"/>
                        <p:cNvPicPr/>
                        <p:nvPr/>
                      </p:nvPicPr>
                      <p:blipFill>
                        <a:blip r:embed="rId7">
                          <a:clrChange>
                            <a:clrFrom>
                              <a:srgbClr val="000000"/>
                            </a:clrFrom>
                            <a:clrTo>
                              <a:srgbClr val="333399"/>
                            </a:clrTo>
                          </a:clrChange>
                        </a:blip>
                        <a:stretch>
                          <a:fillRect/>
                        </a:stretch>
                      </p:blipFill>
                      <p:spPr>
                        <a:xfrm>
                          <a:off x="4080" y="3312"/>
                          <a:ext cx="612" cy="325"/>
                        </a:xfrm>
                        <a:prstGeom prst="rect">
                          <a:avLst/>
                        </a:prstGeom>
                        <a:noFill/>
                        <a:ln w="38100">
                          <a:noFill/>
                          <a:miter/>
                        </a:ln>
                      </p:spPr>
                    </p:pic>
                  </p:oleObj>
                </mc:Fallback>
              </mc:AlternateContent>
            </a:graphicData>
          </a:graphic>
        </p:graphicFrame>
        <p:sp>
          <p:nvSpPr>
            <p:cNvPr id="240651" name="文本框 240650"/>
            <p:cNvSpPr txBox="1"/>
            <p:nvPr/>
          </p:nvSpPr>
          <p:spPr>
            <a:xfrm>
              <a:off x="720" y="2496"/>
              <a:ext cx="4848" cy="1134"/>
            </a:xfrm>
            <a:prstGeom prst="rect">
              <a:avLst/>
            </a:prstGeom>
            <a:noFill/>
            <a:ln w="9525">
              <a:noFill/>
            </a:ln>
          </p:spPr>
          <p:txBody>
            <a:bodyPr>
              <a:spAutoFit/>
            </a:bodyPr>
            <a:p>
              <a:pPr>
                <a:buChar char="•"/>
              </a:pPr>
              <a:r>
                <a:rPr lang="zh-CN" altLang="zh-CN" sz="2800">
                  <a:solidFill>
                    <a:schemeClr val="tx2"/>
                  </a:solidFill>
                  <a:latin typeface="楷体_GB2312" pitchFamily="49" charset="-122"/>
                  <a:ea typeface="楷体_GB2312" pitchFamily="49" charset="-122"/>
                </a:rPr>
                <a:t> </a:t>
              </a:r>
              <a:r>
                <a:rPr lang="en-US" altLang="zh-CN" sz="2800">
                  <a:solidFill>
                    <a:schemeClr val="tx2"/>
                  </a:solidFill>
                  <a:latin typeface="楷体_GB2312" pitchFamily="49" charset="-122"/>
                  <a:ea typeface="楷体_GB2312" pitchFamily="49" charset="-122"/>
                </a:rPr>
                <a:t>T：</a:t>
              </a:r>
              <a:r>
                <a:rPr lang="zh-CN" altLang="en-US" sz="2800" dirty="0">
                  <a:solidFill>
                    <a:schemeClr val="tx2"/>
                  </a:solidFill>
                  <a:latin typeface="楷体_GB2312" pitchFamily="49" charset="-122"/>
                  <a:ea typeface="楷体_GB2312" pitchFamily="49" charset="-122"/>
                </a:rPr>
                <a:t>参数集合</a:t>
              </a:r>
              <a:endParaRPr lang="zh-CN" altLang="en-US" sz="2800" dirty="0">
                <a:solidFill>
                  <a:schemeClr val="tx2"/>
                </a:solidFill>
                <a:latin typeface="楷体_GB2312" pitchFamily="49" charset="-122"/>
                <a:ea typeface="楷体_GB2312" pitchFamily="49" charset="-122"/>
              </a:endParaRPr>
            </a:p>
            <a:p>
              <a:pPr>
                <a:buChar char="•"/>
              </a:pPr>
              <a:r>
                <a:rPr lang="zh-CN" altLang="en-US" sz="2800" dirty="0">
                  <a:solidFill>
                    <a:schemeClr val="tx2"/>
                  </a:solidFill>
                  <a:latin typeface="楷体_GB2312" pitchFamily="49" charset="-122"/>
                  <a:ea typeface="楷体_GB2312" pitchFamily="49" charset="-122"/>
                </a:rPr>
                <a:t> 当</a:t>
              </a:r>
              <a:r>
                <a:rPr lang="en-US" altLang="zh-CN" sz="2800">
                  <a:solidFill>
                    <a:schemeClr val="tx2"/>
                  </a:solidFill>
                  <a:latin typeface="楷体_GB2312" pitchFamily="49" charset="-122"/>
                  <a:ea typeface="楷体_GB2312" pitchFamily="49" charset="-122"/>
                </a:rPr>
                <a:t>T={0,1,</a:t>
              </a:r>
              <a:r>
                <a:rPr lang="en-US" altLang="zh-CN" sz="2800">
                  <a:solidFill>
                    <a:schemeClr val="tx2"/>
                  </a:solidFill>
                  <a:latin typeface="Times New Roman" panose="02020603050405020304" pitchFamily="18" charset="0"/>
                  <a:ea typeface="楷体_GB2312" pitchFamily="49" charset="-122"/>
                </a:rPr>
                <a:t>…</a:t>
              </a:r>
              <a:r>
                <a:rPr lang="en-US" altLang="zh-CN" sz="2800">
                  <a:solidFill>
                    <a:schemeClr val="tx2"/>
                  </a:solidFill>
                  <a:latin typeface="楷体_GB2312" pitchFamily="49" charset="-122"/>
                  <a:ea typeface="楷体_GB2312" pitchFamily="49" charset="-122"/>
                </a:rPr>
                <a:t>,n,</a:t>
              </a:r>
              <a:r>
                <a:rPr lang="en-US" altLang="zh-CN" sz="2800">
                  <a:solidFill>
                    <a:schemeClr val="tx2"/>
                  </a:solidFill>
                  <a:latin typeface="Times New Roman" panose="02020603050405020304" pitchFamily="18" charset="0"/>
                  <a:ea typeface="楷体_GB2312" pitchFamily="49" charset="-122"/>
                </a:rPr>
                <a:t>…</a:t>
              </a:r>
              <a:r>
                <a:rPr lang="en-US" altLang="zh-CN" sz="2800">
                  <a:solidFill>
                    <a:schemeClr val="tx2"/>
                  </a:solidFill>
                  <a:latin typeface="楷体_GB2312" pitchFamily="49" charset="-122"/>
                  <a:ea typeface="楷体_GB2312" pitchFamily="49" charset="-122"/>
                </a:rPr>
                <a:t>}</a:t>
              </a:r>
              <a:r>
                <a:rPr lang="zh-CN" altLang="en-US" sz="2800" dirty="0">
                  <a:solidFill>
                    <a:schemeClr val="tx2"/>
                  </a:solidFill>
                  <a:latin typeface="楷体_GB2312" pitchFamily="49" charset="-122"/>
                  <a:ea typeface="楷体_GB2312" pitchFamily="49" charset="-122"/>
                </a:rPr>
                <a:t>时，称为随机序列</a:t>
              </a:r>
              <a:endParaRPr lang="zh-CN" altLang="en-US" sz="2800">
                <a:solidFill>
                  <a:schemeClr val="tx2"/>
                </a:solidFill>
                <a:latin typeface="楷体_GB2312" pitchFamily="49" charset="-122"/>
                <a:ea typeface="楷体_GB2312" pitchFamily="49" charset="-122"/>
              </a:endParaRPr>
            </a:p>
            <a:p>
              <a:pPr>
                <a:buChar char="•"/>
              </a:pPr>
              <a:r>
                <a:rPr lang="zh-CN" altLang="en-US" sz="2800">
                  <a:solidFill>
                    <a:schemeClr val="tx2"/>
                  </a:solidFill>
                  <a:latin typeface="楷体_GB2312" pitchFamily="49" charset="-122"/>
                  <a:ea typeface="楷体_GB2312" pitchFamily="49" charset="-122"/>
                </a:rPr>
                <a:t>   </a:t>
              </a:r>
              <a:r>
                <a:rPr lang="zh-CN" altLang="en-US" sz="2800" dirty="0">
                  <a:solidFill>
                    <a:schemeClr val="tx2"/>
                  </a:solidFill>
                  <a:latin typeface="楷体_GB2312" pitchFamily="49" charset="-122"/>
                  <a:ea typeface="楷体_GB2312" pitchFamily="49" charset="-122"/>
                </a:rPr>
                <a:t>       ：随机过程的一个状态</a:t>
              </a:r>
              <a:endParaRPr lang="zh-CN" altLang="en-US" sz="2800" dirty="0">
                <a:solidFill>
                  <a:schemeClr val="tx2"/>
                </a:solidFill>
                <a:latin typeface="楷体_GB2312" pitchFamily="49" charset="-122"/>
                <a:ea typeface="楷体_GB2312" pitchFamily="49" charset="-122"/>
              </a:endParaRPr>
            </a:p>
            <a:p>
              <a:pPr>
                <a:buChar char="•"/>
              </a:pPr>
              <a:r>
                <a:rPr lang="zh-CN" altLang="en-US" sz="2800" dirty="0">
                  <a:solidFill>
                    <a:schemeClr val="tx2"/>
                  </a:solidFill>
                  <a:latin typeface="楷体_GB2312" pitchFamily="49" charset="-122"/>
                  <a:ea typeface="楷体_GB2312" pitchFamily="49" charset="-122"/>
                </a:rPr>
                <a:t> 状态空间</a:t>
              </a:r>
              <a:r>
                <a:rPr lang="en-US" altLang="zh-CN" sz="2800">
                  <a:solidFill>
                    <a:schemeClr val="tx2"/>
                  </a:solidFill>
                  <a:latin typeface="楷体_GB2312" pitchFamily="49" charset="-122"/>
                  <a:ea typeface="楷体_GB2312" pitchFamily="49" charset="-122"/>
                </a:rPr>
                <a:t>E={X(t)</a:t>
              </a:r>
              <a:r>
                <a:rPr lang="zh-CN" altLang="en-US" sz="2800" dirty="0">
                  <a:solidFill>
                    <a:schemeClr val="tx2"/>
                  </a:solidFill>
                  <a:latin typeface="楷体_GB2312" pitchFamily="49" charset="-122"/>
                  <a:ea typeface="楷体_GB2312" pitchFamily="49" charset="-122"/>
                </a:rPr>
                <a:t>全体可能取值，    }</a:t>
              </a:r>
              <a:r>
                <a:rPr lang="zh-CN" altLang="en-US" sz="2800">
                  <a:solidFill>
                    <a:schemeClr val="tx2"/>
                  </a:solidFill>
                  <a:latin typeface="楷体_GB2312" pitchFamily="49" charset="-122"/>
                  <a:ea typeface="楷体_GB2312" pitchFamily="49" charset="-122"/>
                </a:rPr>
                <a:t>   </a:t>
              </a:r>
              <a:endParaRPr lang="zh-CN" altLang="en-US" sz="2800">
                <a:solidFill>
                  <a:schemeClr val="tx2"/>
                </a:solidFill>
                <a:latin typeface="楷体_GB2312" pitchFamily="49" charset="-122"/>
                <a:ea typeface="楷体_GB2312" pitchFamily="49" charset="-122"/>
              </a:endParaRPr>
            </a:p>
          </p:txBody>
        </p:sp>
        <p:graphicFrame>
          <p:nvGraphicFramePr>
            <p:cNvPr id="240652" name="对象 240651"/>
            <p:cNvGraphicFramePr/>
            <p:nvPr/>
          </p:nvGraphicFramePr>
          <p:xfrm>
            <a:off x="912" y="3072"/>
            <a:ext cx="976" cy="344"/>
          </p:xfrm>
          <a:graphic>
            <a:graphicData uri="http://schemas.openxmlformats.org/presentationml/2006/ole">
              <mc:AlternateContent xmlns:mc="http://schemas.openxmlformats.org/markup-compatibility/2006">
                <mc:Choice xmlns:v="urn:schemas-microsoft-com:vml" Requires="v">
                  <p:oleObj spid="_x0000_s3080" name="" r:id="rId8" imgW="570865" imgH="203200" progId="Equation.3">
                    <p:embed/>
                  </p:oleObj>
                </mc:Choice>
                <mc:Fallback>
                  <p:oleObj name="" r:id="rId8" imgW="570865" imgH="203200" progId="Equation.3">
                    <p:embed/>
                    <p:pic>
                      <p:nvPicPr>
                        <p:cNvPr id="0" name="图片 3079"/>
                        <p:cNvPicPr/>
                        <p:nvPr/>
                      </p:nvPicPr>
                      <p:blipFill>
                        <a:blip r:embed="rId9">
                          <a:clrChange>
                            <a:clrFrom>
                              <a:srgbClr val="000000"/>
                            </a:clrFrom>
                            <a:clrTo>
                              <a:srgbClr val="333399"/>
                            </a:clrTo>
                          </a:clrChange>
                        </a:blip>
                        <a:stretch>
                          <a:fillRect/>
                        </a:stretch>
                      </p:blipFill>
                      <p:spPr>
                        <a:xfrm>
                          <a:off x="912" y="3072"/>
                          <a:ext cx="976" cy="344"/>
                        </a:xfrm>
                        <a:prstGeom prst="rect">
                          <a:avLst/>
                        </a:prstGeom>
                        <a:noFill/>
                        <a:ln w="38100">
                          <a:noFill/>
                          <a:miter/>
                        </a:ln>
                      </p:spPr>
                    </p:pic>
                  </p:oleObj>
                </mc:Fallback>
              </mc:AlternateContent>
            </a:graphicData>
          </a:graphic>
        </p:graphicFrame>
      </p:gr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0643">
                                            <p:txEl>
                                              <p:charRg st="0" end="24"/>
                                            </p:txEl>
                                          </p:spTgt>
                                        </p:tgtEl>
                                        <p:attrNameLst>
                                          <p:attrName>style.visibility</p:attrName>
                                        </p:attrNameLst>
                                      </p:cBhvr>
                                      <p:to>
                                        <p:strVal val="visible"/>
                                      </p:to>
                                    </p:set>
                                    <p:animEffect transition="in" filter="checkerboard(across)">
                                      <p:cBhvr>
                                        <p:cTn id="7" dur="500"/>
                                        <p:tgtEl>
                                          <p:spTgt spid="240643">
                                            <p:txEl>
                                              <p:charRg st="0" end="2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240644"/>
                                        </p:tgtEl>
                                        <p:attrNameLst>
                                          <p:attrName>style.visibility</p:attrName>
                                        </p:attrNameLst>
                                      </p:cBhvr>
                                      <p:to>
                                        <p:strVal val="visible"/>
                                      </p:to>
                                    </p:set>
                                    <p:anim calcmode="lin" valueType="num">
                                      <p:cBhvr additive="base">
                                        <p:cTn id="12" dur="500" fill="hold"/>
                                        <p:tgtEl>
                                          <p:spTgt spid="240644"/>
                                        </p:tgtEl>
                                        <p:attrNameLst>
                                          <p:attrName>ppt_x</p:attrName>
                                        </p:attrNameLst>
                                      </p:cBhvr>
                                      <p:tavLst>
                                        <p:tav tm="0">
                                          <p:val>
                                            <p:strVal val="1+#ppt_w/2"/>
                                          </p:val>
                                        </p:tav>
                                        <p:tav tm="100000">
                                          <p:val>
                                            <p:strVal val="#ppt_x"/>
                                          </p:val>
                                        </p:tav>
                                      </p:tavLst>
                                    </p:anim>
                                    <p:anim calcmode="lin" valueType="num">
                                      <p:cBhvr additive="base">
                                        <p:cTn id="13" dur="500" fill="hold"/>
                                        <p:tgtEl>
                                          <p:spTgt spid="24064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40649"/>
                                        </p:tgtEl>
                                        <p:attrNameLst>
                                          <p:attrName>style.visibility</p:attrName>
                                        </p:attrNameLst>
                                      </p:cBhvr>
                                      <p:to>
                                        <p:strVal val="visible"/>
                                      </p:to>
                                    </p:set>
                                    <p:anim calcmode="lin" valueType="num">
                                      <p:cBhvr additive="base">
                                        <p:cTn id="18" dur="500" fill="hold"/>
                                        <p:tgtEl>
                                          <p:spTgt spid="240649"/>
                                        </p:tgtEl>
                                        <p:attrNameLst>
                                          <p:attrName>ppt_x</p:attrName>
                                        </p:attrNameLst>
                                      </p:cBhvr>
                                      <p:tavLst>
                                        <p:tav tm="0">
                                          <p:val>
                                            <p:strVal val="0-#ppt_w/2"/>
                                          </p:val>
                                        </p:tav>
                                        <p:tav tm="100000">
                                          <p:val>
                                            <p:strVal val="#ppt_x"/>
                                          </p:val>
                                        </p:tav>
                                      </p:tavLst>
                                    </p:anim>
                                    <p:anim calcmode="lin" valueType="num">
                                      <p:cBhvr additive="base">
                                        <p:cTn id="19" dur="500" fill="hold"/>
                                        <p:tgtEl>
                                          <p:spTgt spid="24064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10"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0643" grpId="0" bldLvl="4"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1667" name="矩形 241666"/>
          <p:cNvSpPr/>
          <p:nvPr/>
        </p:nvSpPr>
        <p:spPr>
          <a:xfrm>
            <a:off x="1258888" y="2060575"/>
            <a:ext cx="5761037" cy="4267200"/>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0"/>
            <a:r>
              <a:rPr lang="zh-CN" altLang="en-US" b="1" dirty="0">
                <a:solidFill>
                  <a:srgbClr val="993300"/>
                </a:solidFill>
              </a:rPr>
              <a:t>随机过程的基本类型</a:t>
            </a:r>
            <a:endParaRPr lang="zh-CN" altLang="en-US" b="1" dirty="0">
              <a:solidFill>
                <a:schemeClr val="tx2"/>
              </a:solidFill>
            </a:endParaRPr>
          </a:p>
          <a:p>
            <a:pPr lvl="1">
              <a:buClr>
                <a:schemeClr val="tx2"/>
              </a:buClr>
              <a:buFont typeface="Wingdings 2" panose="05020102010507070707" pitchFamily="18" charset="2"/>
              <a:buChar char="¿"/>
            </a:pPr>
            <a:r>
              <a:rPr lang="zh-CN" altLang="en-US" b="1" dirty="0">
                <a:solidFill>
                  <a:schemeClr val="tx2"/>
                </a:solidFill>
              </a:rPr>
              <a:t>二阶矩过程</a:t>
            </a:r>
            <a:endParaRPr lang="zh-CN" altLang="en-US" b="1" dirty="0">
              <a:solidFill>
                <a:schemeClr val="tx2"/>
              </a:solidFill>
            </a:endParaRPr>
          </a:p>
          <a:p>
            <a:pPr lvl="1">
              <a:buClr>
                <a:schemeClr val="tx2"/>
              </a:buClr>
              <a:buFont typeface="Wingdings 2" panose="05020102010507070707" pitchFamily="18" charset="2"/>
              <a:buChar char="¿"/>
            </a:pPr>
            <a:r>
              <a:rPr lang="zh-CN" altLang="en-US" b="1" dirty="0">
                <a:solidFill>
                  <a:schemeClr val="tx2"/>
                </a:solidFill>
              </a:rPr>
              <a:t>平稳过程</a:t>
            </a:r>
            <a:endParaRPr lang="zh-CN" altLang="en-US" b="1" dirty="0">
              <a:solidFill>
                <a:schemeClr val="tx2"/>
              </a:solidFill>
            </a:endParaRPr>
          </a:p>
          <a:p>
            <a:pPr lvl="1">
              <a:buClr>
                <a:schemeClr val="tx2"/>
              </a:buClr>
              <a:buFont typeface="Wingdings 2" panose="05020102010507070707" pitchFamily="18" charset="2"/>
              <a:buChar char="¿"/>
            </a:pPr>
            <a:r>
              <a:rPr lang="zh-CN" altLang="en-US" b="1" dirty="0">
                <a:solidFill>
                  <a:schemeClr val="tx2"/>
                </a:solidFill>
              </a:rPr>
              <a:t>平稳独立增量过程</a:t>
            </a:r>
            <a:endParaRPr lang="zh-CN" altLang="en-US" b="1" dirty="0">
              <a:solidFill>
                <a:schemeClr val="tx2"/>
              </a:solidFill>
            </a:endParaRPr>
          </a:p>
          <a:p>
            <a:pPr lvl="1">
              <a:buClr>
                <a:schemeClr val="tx2"/>
              </a:buClr>
              <a:buFont typeface="Wingdings 2" panose="05020102010507070707" pitchFamily="18" charset="2"/>
              <a:buChar char="¿"/>
            </a:pPr>
            <a:r>
              <a:rPr lang="zh-CN" altLang="en-US" sz="3200" b="1" dirty="0">
                <a:solidFill>
                  <a:srgbClr val="006600"/>
                </a:solidFill>
                <a:ea typeface="楷体_GB2312" pitchFamily="49" charset="-122"/>
              </a:rPr>
              <a:t>常见随机过程</a:t>
            </a:r>
            <a:endParaRPr lang="zh-CN" altLang="en-US" sz="3200" b="1" dirty="0">
              <a:solidFill>
                <a:srgbClr val="006600"/>
              </a:solidFill>
              <a:ea typeface="楷体_GB2312" pitchFamily="49" charset="-122"/>
            </a:endParaRPr>
          </a:p>
          <a:p>
            <a:pPr lvl="3">
              <a:buClr>
                <a:schemeClr val="tx2"/>
              </a:buClr>
              <a:buFont typeface="Wingdings 2" panose="05020102010507070707" pitchFamily="18" charset="2"/>
              <a:buChar char="A"/>
            </a:pPr>
            <a:r>
              <a:rPr lang="zh-CN" altLang="zh-CN" sz="2400" b="1" dirty="0">
                <a:solidFill>
                  <a:srgbClr val="993300"/>
                </a:solidFill>
              </a:rPr>
              <a:t>马尔可夫过程？</a:t>
            </a:r>
            <a:endParaRPr lang="zh-CN" altLang="en-US" sz="2400" b="1" dirty="0">
              <a:solidFill>
                <a:srgbClr val="993300"/>
              </a:solidFill>
            </a:endParaRPr>
          </a:p>
          <a:p>
            <a:pPr lvl="3">
              <a:buClr>
                <a:schemeClr val="tx2"/>
              </a:buClr>
              <a:buFont typeface="Wingdings 2" panose="05020102010507070707" pitchFamily="18" charset="2"/>
              <a:buChar char="A"/>
            </a:pPr>
            <a:r>
              <a:rPr lang="en-US" altLang="zh-CN" sz="2400" b="1">
                <a:solidFill>
                  <a:srgbClr val="993300"/>
                </a:solidFill>
              </a:rPr>
              <a:t>Poisson</a:t>
            </a:r>
            <a:r>
              <a:rPr lang="zh-CN" altLang="en-US" sz="2400" b="1" dirty="0">
                <a:solidFill>
                  <a:srgbClr val="993300"/>
                </a:solidFill>
              </a:rPr>
              <a:t>过程？</a:t>
            </a:r>
            <a:endParaRPr lang="zh-CN" altLang="zh-CN" sz="2400" b="1" dirty="0">
              <a:solidFill>
                <a:srgbClr val="993300"/>
              </a:solidFill>
            </a:endParaRPr>
          </a:p>
          <a:p>
            <a:pPr lvl="3">
              <a:buClr>
                <a:schemeClr val="tx2"/>
              </a:buClr>
              <a:buFont typeface="Wingdings 2" panose="05020102010507070707" pitchFamily="18" charset="2"/>
              <a:buChar char="A"/>
            </a:pPr>
            <a:r>
              <a:rPr lang="zh-CN" altLang="zh-CN" sz="2400" b="1" dirty="0">
                <a:solidFill>
                  <a:srgbClr val="993300"/>
                </a:solidFill>
              </a:rPr>
              <a:t>生灭过程？</a:t>
            </a:r>
            <a:endParaRPr lang="zh-CN" altLang="en-US" sz="2400" b="1">
              <a:solidFill>
                <a:srgbClr val="993300"/>
              </a:solidFill>
            </a:endParaRPr>
          </a:p>
        </p:txBody>
      </p:sp>
      <p:sp>
        <p:nvSpPr>
          <p:cNvPr id="241668" name="矩形 241667"/>
          <p:cNvSpPr/>
          <p:nvPr/>
        </p:nvSpPr>
        <p:spPr>
          <a:xfrm>
            <a:off x="1258888" y="620713"/>
            <a:ext cx="6324600" cy="1143000"/>
          </a:xfrm>
          <a:prstGeom prst="rect">
            <a:avLst/>
          </a:prstGeom>
          <a:noFill/>
          <a:ln w="9525">
            <a:noFill/>
          </a:ln>
        </p:spPr>
        <p:txBody>
          <a:bodyPr anchor="ctr"/>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en-US" altLang="zh-CN" sz="4000" b="0">
                <a:solidFill>
                  <a:srgbClr val="660066"/>
                </a:solidFill>
              </a:rPr>
              <a:t>1.2 </a:t>
            </a:r>
            <a:r>
              <a:rPr lang="zh-CN" altLang="en-US" sz="4000" b="0" dirty="0">
                <a:solidFill>
                  <a:srgbClr val="660066"/>
                </a:solidFill>
              </a:rPr>
              <a:t>随机过程的有关概念</a:t>
            </a:r>
            <a:endParaRPr lang="zh-CN" altLang="en-US" b="0" dirty="0"/>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41667">
                                            <p:txEl>
                                              <p:charRg st="0" end="10"/>
                                            </p:txEl>
                                          </p:spTgt>
                                        </p:tgtEl>
                                        <p:attrNameLst>
                                          <p:attrName>style.visibility</p:attrName>
                                        </p:attrNameLst>
                                      </p:cBhvr>
                                      <p:to>
                                        <p:strVal val="visible"/>
                                      </p:to>
                                    </p:set>
                                    <p:animEffect transition="in" filter="barn(inVertical)">
                                      <p:cBhvr>
                                        <p:cTn id="7" dur="500"/>
                                        <p:tgtEl>
                                          <p:spTgt spid="241667">
                                            <p:txEl>
                                              <p:charRg st="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41667">
                                            <p:txEl>
                                              <p:charRg st="10" end="16"/>
                                            </p:txEl>
                                          </p:spTgt>
                                        </p:tgtEl>
                                        <p:attrNameLst>
                                          <p:attrName>style.visibility</p:attrName>
                                        </p:attrNameLst>
                                      </p:cBhvr>
                                      <p:to>
                                        <p:strVal val="visible"/>
                                      </p:to>
                                    </p:set>
                                    <p:animEffect transition="in" filter="barn(inVertical)">
                                      <p:cBhvr>
                                        <p:cTn id="12" dur="500"/>
                                        <p:tgtEl>
                                          <p:spTgt spid="241667">
                                            <p:txEl>
                                              <p:charRg st="10" end="1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41667">
                                            <p:txEl>
                                              <p:charRg st="16" end="21"/>
                                            </p:txEl>
                                          </p:spTgt>
                                        </p:tgtEl>
                                        <p:attrNameLst>
                                          <p:attrName>style.visibility</p:attrName>
                                        </p:attrNameLst>
                                      </p:cBhvr>
                                      <p:to>
                                        <p:strVal val="visible"/>
                                      </p:to>
                                    </p:set>
                                    <p:animEffect transition="in" filter="barn(inVertical)">
                                      <p:cBhvr>
                                        <p:cTn id="17" dur="500"/>
                                        <p:tgtEl>
                                          <p:spTgt spid="241667">
                                            <p:txEl>
                                              <p:charRg st="16" end="2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41667">
                                            <p:txEl>
                                              <p:charRg st="21" end="30"/>
                                            </p:txEl>
                                          </p:spTgt>
                                        </p:tgtEl>
                                        <p:attrNameLst>
                                          <p:attrName>style.visibility</p:attrName>
                                        </p:attrNameLst>
                                      </p:cBhvr>
                                      <p:to>
                                        <p:strVal val="visible"/>
                                      </p:to>
                                    </p:set>
                                    <p:animEffect transition="in" filter="barn(inVertical)">
                                      <p:cBhvr>
                                        <p:cTn id="22" dur="500"/>
                                        <p:tgtEl>
                                          <p:spTgt spid="241667">
                                            <p:txEl>
                                              <p:charRg st="21" end="3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241667">
                                            <p:txEl>
                                              <p:charRg st="30" end="37"/>
                                            </p:txEl>
                                          </p:spTgt>
                                        </p:tgtEl>
                                        <p:attrNameLst>
                                          <p:attrName>style.visibility</p:attrName>
                                        </p:attrNameLst>
                                      </p:cBhvr>
                                      <p:to>
                                        <p:strVal val="visible"/>
                                      </p:to>
                                    </p:set>
                                    <p:animEffect transition="in" filter="barn(inVertical)">
                                      <p:cBhvr>
                                        <p:cTn id="27" dur="500"/>
                                        <p:tgtEl>
                                          <p:spTgt spid="241667">
                                            <p:txEl>
                                              <p:charRg st="30" end="3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41667">
                                            <p:txEl>
                                              <p:charRg st="37" end="45"/>
                                            </p:txEl>
                                          </p:spTgt>
                                        </p:tgtEl>
                                        <p:attrNameLst>
                                          <p:attrName>style.visibility</p:attrName>
                                        </p:attrNameLst>
                                      </p:cBhvr>
                                      <p:to>
                                        <p:strVal val="visible"/>
                                      </p:to>
                                    </p:set>
                                    <p:animEffect transition="in" filter="barn(inVertical)">
                                      <p:cBhvr>
                                        <p:cTn id="32" dur="500"/>
                                        <p:tgtEl>
                                          <p:spTgt spid="241667">
                                            <p:txEl>
                                              <p:charRg st="37" end="4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241667">
                                            <p:txEl>
                                              <p:charRg st="45" end="56"/>
                                            </p:txEl>
                                          </p:spTgt>
                                        </p:tgtEl>
                                        <p:attrNameLst>
                                          <p:attrName>style.visibility</p:attrName>
                                        </p:attrNameLst>
                                      </p:cBhvr>
                                      <p:to>
                                        <p:strVal val="visible"/>
                                      </p:to>
                                    </p:set>
                                    <p:animEffect transition="in" filter="barn(inVertical)">
                                      <p:cBhvr>
                                        <p:cTn id="37" dur="500"/>
                                        <p:tgtEl>
                                          <p:spTgt spid="241667">
                                            <p:txEl>
                                              <p:charRg st="45" end="5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241667">
                                            <p:txEl>
                                              <p:charRg st="56" end="62"/>
                                            </p:txEl>
                                          </p:spTgt>
                                        </p:tgtEl>
                                        <p:attrNameLst>
                                          <p:attrName>style.visibility</p:attrName>
                                        </p:attrNameLst>
                                      </p:cBhvr>
                                      <p:to>
                                        <p:strVal val="visible"/>
                                      </p:to>
                                    </p:set>
                                    <p:animEffect transition="in" filter="barn(inVertical)">
                                      <p:cBhvr>
                                        <p:cTn id="42" dur="500"/>
                                        <p:tgtEl>
                                          <p:spTgt spid="241667">
                                            <p:txEl>
                                              <p:charRg st="56" end="6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67" grpId="0" bldLvl="4"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2690" name="内容占位符 242689"/>
          <p:cNvSpPr>
            <a:spLocks noGrp="1"/>
          </p:cNvSpPr>
          <p:nvPr>
            <p:ph/>
          </p:nvPr>
        </p:nvSpPr>
        <p:spPr>
          <a:xfrm>
            <a:off x="1066800" y="1562100"/>
            <a:ext cx="7772400" cy="3733800"/>
          </a:xfrm>
        </p:spPr>
        <p:txBody>
          <a:bodyPr vert="horz" wrap="square" lIns="91440" tIns="45720" rIns="91440" bIns="45720" anchor="t"/>
          <a:p>
            <a:r>
              <a:rPr lang="zh-CN" altLang="en-US" dirty="0"/>
              <a:t>定义：                         </a:t>
            </a:r>
            <a:r>
              <a:rPr lang="zh-CN" altLang="en-US" sz="2800" dirty="0"/>
              <a:t>若满足如下性质：</a:t>
            </a:r>
            <a:br>
              <a:rPr lang="zh-CN" altLang="en-US" sz="2800" dirty="0"/>
            </a:br>
            <a:r>
              <a:rPr lang="zh-CN" altLang="en-US" sz="2800" dirty="0"/>
              <a:t>        对任意非负整数                           ，只要</a:t>
            </a:r>
            <a:br>
              <a:rPr lang="zh-CN" altLang="en-US" sz="2800" dirty="0"/>
            </a:br>
            <a:br>
              <a:rPr lang="zh-CN" altLang="en-US" sz="2800" dirty="0"/>
            </a:br>
            <a:r>
              <a:rPr lang="zh-CN" altLang="en-US" sz="2800" dirty="0"/>
              <a:t>就有</a:t>
            </a:r>
            <a:br>
              <a:rPr lang="zh-CN" altLang="en-US" sz="2800" dirty="0"/>
            </a:br>
            <a:r>
              <a:rPr lang="zh-CN" altLang="en-US" sz="2800" dirty="0"/>
              <a:t> </a:t>
            </a:r>
            <a:br>
              <a:rPr lang="zh-CN" altLang="en-US" sz="2800" dirty="0"/>
            </a:br>
            <a:endParaRPr lang="zh-CN" altLang="en-US" sz="2800" dirty="0"/>
          </a:p>
          <a:p>
            <a:pPr>
              <a:buNone/>
            </a:pPr>
            <a:br>
              <a:rPr lang="zh-CN" altLang="en-US" sz="2800" dirty="0"/>
            </a:br>
            <a:r>
              <a:rPr lang="zh-CN" altLang="en-US" sz="2800" dirty="0"/>
              <a:t>则称           具有</a:t>
            </a:r>
            <a:r>
              <a:rPr lang="zh-CN" altLang="en-US" sz="2800" b="1" dirty="0">
                <a:solidFill>
                  <a:srgbClr val="993300"/>
                </a:solidFill>
              </a:rPr>
              <a:t>马尔可夫性，</a:t>
            </a:r>
            <a:r>
              <a:rPr lang="zh-CN" altLang="en-US" sz="2800" b="1" dirty="0"/>
              <a:t>或</a:t>
            </a:r>
            <a:r>
              <a:rPr lang="zh-CN" altLang="en-US" sz="2800" b="1" dirty="0">
                <a:solidFill>
                  <a:srgbClr val="993300"/>
                </a:solidFill>
              </a:rPr>
              <a:t>无后效性。</a:t>
            </a:r>
            <a:endParaRPr lang="zh-CN" altLang="en-US" sz="2400">
              <a:solidFill>
                <a:srgbClr val="993300"/>
              </a:solidFill>
            </a:endParaRPr>
          </a:p>
        </p:txBody>
      </p:sp>
      <p:sp>
        <p:nvSpPr>
          <p:cNvPr id="242691" name="矩形 242690"/>
          <p:cNvSpPr/>
          <p:nvPr/>
        </p:nvSpPr>
        <p:spPr>
          <a:xfrm>
            <a:off x="1066800" y="533400"/>
            <a:ext cx="7696200" cy="838200"/>
          </a:xfrm>
          <a:prstGeom prst="rect">
            <a:avLst/>
          </a:prstGeom>
          <a:noFill/>
          <a:ln w="9525">
            <a:noFill/>
          </a:ln>
        </p:spPr>
        <p:txBody>
          <a:bodyPr anchor="ctr"/>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zh-CN" altLang="en-US" sz="3600" b="0" dirty="0">
                <a:solidFill>
                  <a:srgbClr val="993300"/>
                </a:solidFill>
              </a:rPr>
              <a:t>马尔可夫</a:t>
            </a:r>
            <a:r>
              <a:rPr lang="zh-CN" altLang="zh-CN" sz="3600" b="0" dirty="0">
                <a:solidFill>
                  <a:srgbClr val="993300"/>
                </a:solidFill>
              </a:rPr>
              <a:t>过程                </a:t>
            </a:r>
            <a:r>
              <a:rPr lang="zh-CN" altLang="en-US" sz="3600" b="0" dirty="0">
                <a:solidFill>
                  <a:srgbClr val="993300"/>
                </a:solidFill>
              </a:rPr>
              <a:t>马尔可夫链</a:t>
            </a:r>
            <a:endParaRPr lang="zh-CN" altLang="en-US" sz="3600" b="0">
              <a:solidFill>
                <a:srgbClr val="993300"/>
              </a:solidFill>
            </a:endParaRPr>
          </a:p>
        </p:txBody>
      </p:sp>
      <p:grpSp>
        <p:nvGrpSpPr>
          <p:cNvPr id="242692" name="组合 242691"/>
          <p:cNvGrpSpPr/>
          <p:nvPr/>
        </p:nvGrpSpPr>
        <p:grpSpPr>
          <a:xfrm>
            <a:off x="3810000" y="457200"/>
            <a:ext cx="1295400" cy="717550"/>
            <a:chOff x="2400" y="172"/>
            <a:chExt cx="816" cy="452"/>
          </a:xfrm>
        </p:grpSpPr>
        <p:sp>
          <p:nvSpPr>
            <p:cNvPr id="242693" name="右箭头 242692"/>
            <p:cNvSpPr/>
            <p:nvPr/>
          </p:nvSpPr>
          <p:spPr>
            <a:xfrm>
              <a:off x="2400" y="432"/>
              <a:ext cx="816" cy="192"/>
            </a:xfrm>
            <a:prstGeom prst="rightArrow">
              <a:avLst>
                <a:gd name="adj1" fmla="val 50000"/>
                <a:gd name="adj2" fmla="val 106250"/>
              </a:avLst>
            </a:prstGeom>
            <a:solidFill>
              <a:schemeClr val="hlink"/>
            </a:solidFill>
            <a:ln w="9525">
              <a:noFill/>
            </a:ln>
          </p:spPr>
          <p:txBody>
            <a:bodyPr/>
            <a:p>
              <a:endParaRPr lang="zh-CN" altLang="en-US"/>
            </a:p>
          </p:txBody>
        </p:sp>
        <p:sp>
          <p:nvSpPr>
            <p:cNvPr id="242694" name="文本框 242693"/>
            <p:cNvSpPr txBox="1"/>
            <p:nvPr/>
          </p:nvSpPr>
          <p:spPr>
            <a:xfrm>
              <a:off x="2438" y="172"/>
              <a:ext cx="568" cy="327"/>
            </a:xfrm>
            <a:prstGeom prst="rect">
              <a:avLst/>
            </a:prstGeom>
            <a:noFill/>
            <a:ln w="9525">
              <a:noFill/>
            </a:ln>
          </p:spPr>
          <p:txBody>
            <a:bodyPr wrap="none" anchor="t">
              <a:spAutoFit/>
            </a:bodyPr>
            <a:p>
              <a:r>
                <a:rPr lang="zh-CN" altLang="en-US" sz="2800" dirty="0">
                  <a:solidFill>
                    <a:schemeClr val="tx2"/>
                  </a:solidFill>
                  <a:latin typeface="楷体_GB2312" pitchFamily="49" charset="-122"/>
                  <a:ea typeface="楷体_GB2312" pitchFamily="49" charset="-122"/>
                </a:rPr>
                <a:t>离散</a:t>
              </a:r>
              <a:endParaRPr lang="zh-CN" altLang="en-US" sz="2800">
                <a:solidFill>
                  <a:schemeClr val="tx2"/>
                </a:solidFill>
                <a:latin typeface="楷体_GB2312" pitchFamily="49" charset="-122"/>
                <a:ea typeface="楷体_GB2312" pitchFamily="49" charset="-122"/>
              </a:endParaRPr>
            </a:p>
          </p:txBody>
        </p:sp>
      </p:grpSp>
      <p:graphicFrame>
        <p:nvGraphicFramePr>
          <p:cNvPr id="242695" name="对象 242694"/>
          <p:cNvGraphicFramePr/>
          <p:nvPr/>
        </p:nvGraphicFramePr>
        <p:xfrm>
          <a:off x="2590800" y="1524000"/>
          <a:ext cx="2882900" cy="487363"/>
        </p:xfrm>
        <a:graphic>
          <a:graphicData uri="http://schemas.openxmlformats.org/presentationml/2006/ole">
            <mc:AlternateContent xmlns:mc="http://schemas.openxmlformats.org/markup-compatibility/2006">
              <mc:Choice xmlns:v="urn:schemas-microsoft-com:vml" Requires="v">
                <p:oleObj spid="_x0000_s3091" name="" r:id="rId1" imgW="1192530" imgH="203200" progId="Equation.3">
                  <p:embed/>
                </p:oleObj>
              </mc:Choice>
              <mc:Fallback>
                <p:oleObj name="" r:id="rId1" imgW="1192530" imgH="203200" progId="Equation.3">
                  <p:embed/>
                  <p:pic>
                    <p:nvPicPr>
                      <p:cNvPr id="0" name="图片 3090"/>
                      <p:cNvPicPr/>
                      <p:nvPr/>
                    </p:nvPicPr>
                    <p:blipFill>
                      <a:blip r:embed="rId2"/>
                      <a:stretch>
                        <a:fillRect/>
                      </a:stretch>
                    </p:blipFill>
                    <p:spPr>
                      <a:xfrm>
                        <a:off x="2590800" y="1524000"/>
                        <a:ext cx="2882900" cy="487363"/>
                      </a:xfrm>
                      <a:prstGeom prst="rect">
                        <a:avLst/>
                      </a:prstGeom>
                      <a:noFill/>
                      <a:ln w="38100">
                        <a:noFill/>
                        <a:miter/>
                      </a:ln>
                    </p:spPr>
                  </p:pic>
                </p:oleObj>
              </mc:Fallback>
            </mc:AlternateContent>
          </a:graphicData>
        </a:graphic>
      </p:graphicFrame>
      <p:graphicFrame>
        <p:nvGraphicFramePr>
          <p:cNvPr id="242696" name="对象 242695"/>
          <p:cNvGraphicFramePr/>
          <p:nvPr/>
        </p:nvGraphicFramePr>
        <p:xfrm>
          <a:off x="4800600" y="1905000"/>
          <a:ext cx="2590800" cy="560388"/>
        </p:xfrm>
        <a:graphic>
          <a:graphicData uri="http://schemas.openxmlformats.org/presentationml/2006/ole">
            <mc:AlternateContent xmlns:mc="http://schemas.openxmlformats.org/markup-compatibility/2006">
              <mc:Choice xmlns:v="urn:schemas-microsoft-com:vml" Requires="v">
                <p:oleObj spid="_x0000_s3082" name="" r:id="rId3" imgW="1078230" imgH="215900" progId="Equation.3">
                  <p:embed/>
                </p:oleObj>
              </mc:Choice>
              <mc:Fallback>
                <p:oleObj name="" r:id="rId3" imgW="1078230" imgH="215900" progId="Equation.3">
                  <p:embed/>
                  <p:pic>
                    <p:nvPicPr>
                      <p:cNvPr id="0" name="图片 3081"/>
                      <p:cNvPicPr/>
                      <p:nvPr/>
                    </p:nvPicPr>
                    <p:blipFill>
                      <a:blip r:embed="rId4"/>
                      <a:stretch>
                        <a:fillRect/>
                      </a:stretch>
                    </p:blipFill>
                    <p:spPr>
                      <a:xfrm>
                        <a:off x="4800600" y="1905000"/>
                        <a:ext cx="2590800" cy="560388"/>
                      </a:xfrm>
                      <a:prstGeom prst="rect">
                        <a:avLst/>
                      </a:prstGeom>
                      <a:noFill/>
                      <a:ln w="38100">
                        <a:noFill/>
                        <a:miter/>
                      </a:ln>
                    </p:spPr>
                  </p:pic>
                </p:oleObj>
              </mc:Fallback>
            </mc:AlternateContent>
          </a:graphicData>
        </a:graphic>
      </p:graphicFrame>
      <p:graphicFrame>
        <p:nvGraphicFramePr>
          <p:cNvPr id="242697" name="对象 242696"/>
          <p:cNvGraphicFramePr/>
          <p:nvPr/>
        </p:nvGraphicFramePr>
        <p:xfrm>
          <a:off x="1915795" y="3635375"/>
          <a:ext cx="6553200" cy="1143000"/>
        </p:xfrm>
        <a:graphic>
          <a:graphicData uri="http://schemas.openxmlformats.org/presentationml/2006/ole">
            <mc:AlternateContent xmlns:mc="http://schemas.openxmlformats.org/markup-compatibility/2006">
              <mc:Choice xmlns:v="urn:schemas-microsoft-com:vml" Requires="v">
                <p:oleObj spid="_x0000_s3085" name="" r:id="rId5" imgW="2805430" imgH="431800" progId="Equation.3">
                  <p:embed/>
                </p:oleObj>
              </mc:Choice>
              <mc:Fallback>
                <p:oleObj name="" r:id="rId5" imgW="2805430" imgH="431800" progId="Equation.3">
                  <p:embed/>
                  <p:pic>
                    <p:nvPicPr>
                      <p:cNvPr id="0" name="图片 3084"/>
                      <p:cNvPicPr/>
                      <p:nvPr/>
                    </p:nvPicPr>
                    <p:blipFill>
                      <a:blip r:embed="rId6"/>
                      <a:stretch>
                        <a:fillRect/>
                      </a:stretch>
                    </p:blipFill>
                    <p:spPr>
                      <a:xfrm>
                        <a:off x="1915795" y="3635375"/>
                        <a:ext cx="6553200" cy="1143000"/>
                      </a:xfrm>
                      <a:prstGeom prst="rect">
                        <a:avLst/>
                      </a:prstGeom>
                      <a:noFill/>
                      <a:ln w="38100">
                        <a:noFill/>
                        <a:miter/>
                      </a:ln>
                    </p:spPr>
                  </p:pic>
                </p:oleObj>
              </mc:Fallback>
            </mc:AlternateContent>
          </a:graphicData>
        </a:graphic>
      </p:graphicFrame>
      <p:graphicFrame>
        <p:nvGraphicFramePr>
          <p:cNvPr id="242698" name="对象 242697"/>
          <p:cNvGraphicFramePr/>
          <p:nvPr/>
        </p:nvGraphicFramePr>
        <p:xfrm>
          <a:off x="2438400" y="2438400"/>
          <a:ext cx="5811838" cy="569913"/>
        </p:xfrm>
        <a:graphic>
          <a:graphicData uri="http://schemas.openxmlformats.org/presentationml/2006/ole">
            <mc:AlternateContent xmlns:mc="http://schemas.openxmlformats.org/markup-compatibility/2006">
              <mc:Choice xmlns:v="urn:schemas-microsoft-com:vml" Requires="v">
                <p:oleObj spid="_x0000_s3083" name="" r:id="rId7" imgW="2486025" imgH="215900" progId="Equation.3">
                  <p:embed/>
                </p:oleObj>
              </mc:Choice>
              <mc:Fallback>
                <p:oleObj name="" r:id="rId7" imgW="2486025" imgH="215900" progId="Equation.3">
                  <p:embed/>
                  <p:pic>
                    <p:nvPicPr>
                      <p:cNvPr id="0" name="图片 3082"/>
                      <p:cNvPicPr/>
                      <p:nvPr/>
                    </p:nvPicPr>
                    <p:blipFill>
                      <a:blip r:embed="rId8"/>
                      <a:stretch>
                        <a:fillRect/>
                      </a:stretch>
                    </p:blipFill>
                    <p:spPr>
                      <a:xfrm>
                        <a:off x="2438400" y="2438400"/>
                        <a:ext cx="5811838" cy="569913"/>
                      </a:xfrm>
                      <a:prstGeom prst="rect">
                        <a:avLst/>
                      </a:prstGeom>
                      <a:noFill/>
                      <a:ln w="38100">
                        <a:noFill/>
                        <a:miter/>
                      </a:ln>
                    </p:spPr>
                  </p:pic>
                </p:oleObj>
              </mc:Fallback>
            </mc:AlternateContent>
          </a:graphicData>
        </a:graphic>
      </p:graphicFrame>
      <p:graphicFrame>
        <p:nvGraphicFramePr>
          <p:cNvPr id="242699" name="对象 242698"/>
          <p:cNvGraphicFramePr/>
          <p:nvPr/>
        </p:nvGraphicFramePr>
        <p:xfrm>
          <a:off x="2438400" y="4668520"/>
          <a:ext cx="1143000" cy="527050"/>
        </p:xfrm>
        <a:graphic>
          <a:graphicData uri="http://schemas.openxmlformats.org/presentationml/2006/ole">
            <mc:AlternateContent xmlns:mc="http://schemas.openxmlformats.org/markup-compatibility/2006">
              <mc:Choice xmlns:v="urn:schemas-microsoft-com:vml" Requires="v">
                <p:oleObj spid="_x0000_s3084" name="" r:id="rId9" imgW="481965" imgH="203200" progId="Equation.3">
                  <p:embed/>
                </p:oleObj>
              </mc:Choice>
              <mc:Fallback>
                <p:oleObj name="" r:id="rId9" imgW="481965" imgH="203200" progId="Equation.3">
                  <p:embed/>
                  <p:pic>
                    <p:nvPicPr>
                      <p:cNvPr id="0" name="图片 3083"/>
                      <p:cNvPicPr/>
                      <p:nvPr/>
                    </p:nvPicPr>
                    <p:blipFill>
                      <a:blip r:embed="rId10"/>
                      <a:stretch>
                        <a:fillRect/>
                      </a:stretch>
                    </p:blipFill>
                    <p:spPr>
                      <a:xfrm>
                        <a:off x="2438400" y="4668520"/>
                        <a:ext cx="1143000" cy="527050"/>
                      </a:xfrm>
                      <a:prstGeom prst="rect">
                        <a:avLst/>
                      </a:prstGeom>
                      <a:noFill/>
                      <a:ln w="38100">
                        <a:noFill/>
                        <a:miter/>
                      </a:ln>
                    </p:spPr>
                  </p:pic>
                </p:oleObj>
              </mc:Fallback>
            </mc:AlternateContent>
          </a:graphicData>
        </a:graphic>
      </p:graphicFrame>
      <p:sp>
        <p:nvSpPr>
          <p:cNvPr id="242700" name="矩形 242699"/>
          <p:cNvSpPr/>
          <p:nvPr/>
        </p:nvSpPr>
        <p:spPr>
          <a:xfrm>
            <a:off x="914400" y="1219200"/>
            <a:ext cx="7924800" cy="2057400"/>
          </a:xfrm>
          <a:prstGeom prst="rect">
            <a:avLst/>
          </a:prstGeom>
          <a:solidFill>
            <a:srgbClr val="FFCCFF"/>
          </a:solidFill>
          <a:ln w="38100" cap="flat" cmpd="sng">
            <a:solidFill>
              <a:srgbClr val="660066"/>
            </a:solidFill>
            <a:prstDash val="solid"/>
            <a:miter/>
            <a:headEnd type="none" w="med" len="med"/>
            <a:tailEnd type="none" w="med" len="med"/>
          </a:ln>
          <a:effectLst>
            <a:outerShdw dist="107763" dir="2699999" algn="ctr" rotWithShape="0">
              <a:srgbClr val="808080"/>
            </a:outerShdw>
          </a:effectLst>
        </p:spPr>
        <p:txBody>
          <a:bodyPr/>
          <a:p>
            <a:endParaRPr lang="zh-CN" altLang="en-US"/>
          </a:p>
        </p:txBody>
      </p:sp>
      <p:grpSp>
        <p:nvGrpSpPr>
          <p:cNvPr id="242701" name="组合 242700"/>
          <p:cNvGrpSpPr/>
          <p:nvPr/>
        </p:nvGrpSpPr>
        <p:grpSpPr>
          <a:xfrm>
            <a:off x="1676400" y="1828800"/>
            <a:ext cx="6172200" cy="839788"/>
            <a:chOff x="960" y="3360"/>
            <a:chExt cx="3888" cy="529"/>
          </a:xfrm>
        </p:grpSpPr>
        <p:sp>
          <p:nvSpPr>
            <p:cNvPr id="242702" name="直接连接符 242701"/>
            <p:cNvSpPr/>
            <p:nvPr/>
          </p:nvSpPr>
          <p:spPr>
            <a:xfrm>
              <a:off x="960" y="3456"/>
              <a:ext cx="3888" cy="0"/>
            </a:xfrm>
            <a:prstGeom prst="line">
              <a:avLst/>
            </a:prstGeom>
            <a:ln w="38100" cap="flat" cmpd="sng">
              <a:solidFill>
                <a:srgbClr val="006600"/>
              </a:solidFill>
              <a:prstDash val="solid"/>
              <a:headEnd type="none" w="med" len="med"/>
              <a:tailEnd type="triangle" w="med" len="med"/>
            </a:ln>
          </p:spPr>
        </p:sp>
        <p:sp>
          <p:nvSpPr>
            <p:cNvPr id="242703" name="直接连接符 242702"/>
            <p:cNvSpPr/>
            <p:nvPr/>
          </p:nvSpPr>
          <p:spPr>
            <a:xfrm flipV="1">
              <a:off x="3936" y="3360"/>
              <a:ext cx="0" cy="96"/>
            </a:xfrm>
            <a:prstGeom prst="line">
              <a:avLst/>
            </a:prstGeom>
            <a:ln w="57150" cap="flat" cmpd="sng">
              <a:solidFill>
                <a:schemeClr val="bg2"/>
              </a:solidFill>
              <a:prstDash val="solid"/>
              <a:headEnd type="none" w="med" len="med"/>
              <a:tailEnd type="none" w="med" len="med"/>
            </a:ln>
          </p:spPr>
        </p:sp>
        <p:sp>
          <p:nvSpPr>
            <p:cNvPr id="242704" name="直接连接符 242703"/>
            <p:cNvSpPr/>
            <p:nvPr/>
          </p:nvSpPr>
          <p:spPr>
            <a:xfrm flipV="1">
              <a:off x="2928" y="3360"/>
              <a:ext cx="0" cy="96"/>
            </a:xfrm>
            <a:prstGeom prst="line">
              <a:avLst/>
            </a:prstGeom>
            <a:ln w="57150" cap="flat" cmpd="sng">
              <a:solidFill>
                <a:schemeClr val="bg2"/>
              </a:solidFill>
              <a:prstDash val="solid"/>
              <a:headEnd type="none" w="med" len="med"/>
              <a:tailEnd type="none" w="med" len="med"/>
            </a:ln>
          </p:spPr>
        </p:sp>
        <p:sp>
          <p:nvSpPr>
            <p:cNvPr id="242705" name="直接连接符 242704"/>
            <p:cNvSpPr/>
            <p:nvPr/>
          </p:nvSpPr>
          <p:spPr>
            <a:xfrm flipV="1">
              <a:off x="3408" y="3360"/>
              <a:ext cx="0" cy="96"/>
            </a:xfrm>
            <a:prstGeom prst="line">
              <a:avLst/>
            </a:prstGeom>
            <a:ln w="57150" cap="flat" cmpd="sng">
              <a:solidFill>
                <a:schemeClr val="bg2"/>
              </a:solidFill>
              <a:prstDash val="solid"/>
              <a:headEnd type="none" w="med" len="med"/>
              <a:tailEnd type="none" w="med" len="med"/>
            </a:ln>
          </p:spPr>
        </p:sp>
        <p:sp>
          <p:nvSpPr>
            <p:cNvPr id="242706" name="直接连接符 242705"/>
            <p:cNvSpPr/>
            <p:nvPr/>
          </p:nvSpPr>
          <p:spPr>
            <a:xfrm flipV="1">
              <a:off x="1968" y="3360"/>
              <a:ext cx="0" cy="96"/>
            </a:xfrm>
            <a:prstGeom prst="line">
              <a:avLst/>
            </a:prstGeom>
            <a:ln w="57150" cap="flat" cmpd="sng">
              <a:solidFill>
                <a:schemeClr val="bg2"/>
              </a:solidFill>
              <a:prstDash val="solid"/>
              <a:headEnd type="none" w="med" len="med"/>
              <a:tailEnd type="none" w="med" len="med"/>
            </a:ln>
          </p:spPr>
        </p:sp>
        <p:sp>
          <p:nvSpPr>
            <p:cNvPr id="242707" name="直接连接符 242706"/>
            <p:cNvSpPr/>
            <p:nvPr/>
          </p:nvSpPr>
          <p:spPr>
            <a:xfrm flipV="1">
              <a:off x="1440" y="3360"/>
              <a:ext cx="0" cy="96"/>
            </a:xfrm>
            <a:prstGeom prst="line">
              <a:avLst/>
            </a:prstGeom>
            <a:ln w="57150" cap="flat" cmpd="sng">
              <a:solidFill>
                <a:schemeClr val="bg2"/>
              </a:solidFill>
              <a:prstDash val="solid"/>
              <a:headEnd type="none" w="med" len="med"/>
              <a:tailEnd type="none" w="med" len="med"/>
            </a:ln>
          </p:spPr>
        </p:sp>
        <p:graphicFrame>
          <p:nvGraphicFramePr>
            <p:cNvPr id="242708" name="对象 242707"/>
            <p:cNvGraphicFramePr/>
            <p:nvPr/>
          </p:nvGraphicFramePr>
          <p:xfrm>
            <a:off x="1344" y="3456"/>
            <a:ext cx="265" cy="409"/>
          </p:xfrm>
          <a:graphic>
            <a:graphicData uri="http://schemas.openxmlformats.org/presentationml/2006/ole">
              <mc:AlternateContent xmlns:mc="http://schemas.openxmlformats.org/markup-compatibility/2006">
                <mc:Choice xmlns:v="urn:schemas-microsoft-com:vml" Requires="v">
                  <p:oleObj spid="_x0000_s3086" name="" r:id="rId11" imgW="127000" imgH="215265" progId="Equation.3">
                    <p:embed/>
                  </p:oleObj>
                </mc:Choice>
                <mc:Fallback>
                  <p:oleObj name="" r:id="rId11" imgW="127000" imgH="215265" progId="Equation.3">
                    <p:embed/>
                    <p:pic>
                      <p:nvPicPr>
                        <p:cNvPr id="0" name="图片 3085"/>
                        <p:cNvPicPr/>
                        <p:nvPr/>
                      </p:nvPicPr>
                      <p:blipFill>
                        <a:blip r:embed="rId12">
                          <a:clrChange>
                            <a:clrFrom>
                              <a:srgbClr val="000000"/>
                            </a:clrFrom>
                            <a:clrTo>
                              <a:srgbClr val="333399"/>
                            </a:clrTo>
                          </a:clrChange>
                        </a:blip>
                        <a:stretch>
                          <a:fillRect/>
                        </a:stretch>
                      </p:blipFill>
                      <p:spPr>
                        <a:xfrm>
                          <a:off x="1344" y="3456"/>
                          <a:ext cx="265" cy="409"/>
                        </a:xfrm>
                        <a:prstGeom prst="rect">
                          <a:avLst/>
                        </a:prstGeom>
                        <a:noFill/>
                        <a:ln w="38100">
                          <a:noFill/>
                          <a:miter/>
                        </a:ln>
                      </p:spPr>
                    </p:pic>
                  </p:oleObj>
                </mc:Fallback>
              </mc:AlternateContent>
            </a:graphicData>
          </a:graphic>
        </p:graphicFrame>
        <p:graphicFrame>
          <p:nvGraphicFramePr>
            <p:cNvPr id="242709" name="对象 242708"/>
            <p:cNvGraphicFramePr/>
            <p:nvPr/>
          </p:nvGraphicFramePr>
          <p:xfrm>
            <a:off x="1824" y="3456"/>
            <a:ext cx="295" cy="409"/>
          </p:xfrm>
          <a:graphic>
            <a:graphicData uri="http://schemas.openxmlformats.org/presentationml/2006/ole">
              <mc:AlternateContent xmlns:mc="http://schemas.openxmlformats.org/markup-compatibility/2006">
                <mc:Choice xmlns:v="urn:schemas-microsoft-com:vml" Requires="v">
                  <p:oleObj spid="_x0000_s3088" name="" r:id="rId13" imgW="139700" imgH="215900" progId="Equation.3">
                    <p:embed/>
                  </p:oleObj>
                </mc:Choice>
                <mc:Fallback>
                  <p:oleObj name="" r:id="rId13" imgW="139700" imgH="215900" progId="Equation.3">
                    <p:embed/>
                    <p:pic>
                      <p:nvPicPr>
                        <p:cNvPr id="0" name="图片 3087"/>
                        <p:cNvPicPr/>
                        <p:nvPr/>
                      </p:nvPicPr>
                      <p:blipFill>
                        <a:blip r:embed="rId14">
                          <a:clrChange>
                            <a:clrFrom>
                              <a:srgbClr val="000000"/>
                            </a:clrFrom>
                            <a:clrTo>
                              <a:srgbClr val="333399"/>
                            </a:clrTo>
                          </a:clrChange>
                        </a:blip>
                        <a:stretch>
                          <a:fillRect/>
                        </a:stretch>
                      </p:blipFill>
                      <p:spPr>
                        <a:xfrm>
                          <a:off x="1824" y="3456"/>
                          <a:ext cx="295" cy="409"/>
                        </a:xfrm>
                        <a:prstGeom prst="rect">
                          <a:avLst/>
                        </a:prstGeom>
                        <a:noFill/>
                        <a:ln w="38100">
                          <a:noFill/>
                          <a:miter/>
                        </a:ln>
                      </p:spPr>
                    </p:pic>
                  </p:oleObj>
                </mc:Fallback>
              </mc:AlternateContent>
            </a:graphicData>
          </a:graphic>
        </p:graphicFrame>
        <p:graphicFrame>
          <p:nvGraphicFramePr>
            <p:cNvPr id="242710" name="对象 242709"/>
            <p:cNvGraphicFramePr/>
            <p:nvPr/>
          </p:nvGraphicFramePr>
          <p:xfrm>
            <a:off x="3264" y="3421"/>
            <a:ext cx="295" cy="409"/>
          </p:xfrm>
          <a:graphic>
            <a:graphicData uri="http://schemas.openxmlformats.org/presentationml/2006/ole">
              <mc:AlternateContent xmlns:mc="http://schemas.openxmlformats.org/markup-compatibility/2006">
                <mc:Choice xmlns:v="urn:schemas-microsoft-com:vml" Requires="v">
                  <p:oleObj spid="_x0000_s3089" name="" r:id="rId15" imgW="139700" imgH="215900" progId="Equation.3">
                    <p:embed/>
                  </p:oleObj>
                </mc:Choice>
                <mc:Fallback>
                  <p:oleObj name="" r:id="rId15" imgW="139700" imgH="215900" progId="Equation.3">
                    <p:embed/>
                    <p:pic>
                      <p:nvPicPr>
                        <p:cNvPr id="0" name="图片 3088"/>
                        <p:cNvPicPr/>
                        <p:nvPr/>
                      </p:nvPicPr>
                      <p:blipFill>
                        <a:blip r:embed="rId16">
                          <a:clrChange>
                            <a:clrFrom>
                              <a:srgbClr val="000000"/>
                            </a:clrFrom>
                            <a:clrTo>
                              <a:srgbClr val="333399"/>
                            </a:clrTo>
                          </a:clrChange>
                        </a:blip>
                        <a:stretch>
                          <a:fillRect/>
                        </a:stretch>
                      </p:blipFill>
                      <p:spPr>
                        <a:xfrm>
                          <a:off x="3264" y="3421"/>
                          <a:ext cx="295" cy="409"/>
                        </a:xfrm>
                        <a:prstGeom prst="rect">
                          <a:avLst/>
                        </a:prstGeom>
                        <a:noFill/>
                        <a:ln w="38100">
                          <a:noFill/>
                          <a:miter/>
                        </a:ln>
                      </p:spPr>
                    </p:pic>
                  </p:oleObj>
                </mc:Fallback>
              </mc:AlternateContent>
            </a:graphicData>
          </a:graphic>
        </p:graphicFrame>
        <p:graphicFrame>
          <p:nvGraphicFramePr>
            <p:cNvPr id="242711" name="对象 242710"/>
            <p:cNvGraphicFramePr/>
            <p:nvPr/>
          </p:nvGraphicFramePr>
          <p:xfrm>
            <a:off x="2703" y="3421"/>
            <a:ext cx="453" cy="409"/>
          </p:xfrm>
          <a:graphic>
            <a:graphicData uri="http://schemas.openxmlformats.org/presentationml/2006/ole">
              <mc:AlternateContent xmlns:mc="http://schemas.openxmlformats.org/markup-compatibility/2006">
                <mc:Choice xmlns:v="urn:schemas-microsoft-com:vml" Requires="v">
                  <p:oleObj spid="_x0000_s3087" name="" r:id="rId17" imgW="215900" imgH="215900" progId="Equation.3">
                    <p:embed/>
                  </p:oleObj>
                </mc:Choice>
                <mc:Fallback>
                  <p:oleObj name="" r:id="rId17" imgW="215900" imgH="215900" progId="Equation.3">
                    <p:embed/>
                    <p:pic>
                      <p:nvPicPr>
                        <p:cNvPr id="0" name="图片 3086"/>
                        <p:cNvPicPr/>
                        <p:nvPr/>
                      </p:nvPicPr>
                      <p:blipFill>
                        <a:blip r:embed="rId18">
                          <a:clrChange>
                            <a:clrFrom>
                              <a:srgbClr val="000000"/>
                            </a:clrFrom>
                            <a:clrTo>
                              <a:srgbClr val="333399"/>
                            </a:clrTo>
                          </a:clrChange>
                        </a:blip>
                        <a:stretch>
                          <a:fillRect/>
                        </a:stretch>
                      </p:blipFill>
                      <p:spPr>
                        <a:xfrm>
                          <a:off x="2703" y="3421"/>
                          <a:ext cx="453" cy="409"/>
                        </a:xfrm>
                        <a:prstGeom prst="rect">
                          <a:avLst/>
                        </a:prstGeom>
                        <a:noFill/>
                        <a:ln w="38100">
                          <a:noFill/>
                          <a:miter/>
                        </a:ln>
                      </p:spPr>
                    </p:pic>
                  </p:oleObj>
                </mc:Fallback>
              </mc:AlternateContent>
            </a:graphicData>
          </a:graphic>
        </p:graphicFrame>
        <p:graphicFrame>
          <p:nvGraphicFramePr>
            <p:cNvPr id="242712" name="对象 242711"/>
            <p:cNvGraphicFramePr/>
            <p:nvPr/>
          </p:nvGraphicFramePr>
          <p:xfrm>
            <a:off x="3807" y="3432"/>
            <a:ext cx="265" cy="457"/>
          </p:xfrm>
          <a:graphic>
            <a:graphicData uri="http://schemas.openxmlformats.org/presentationml/2006/ole">
              <mc:AlternateContent xmlns:mc="http://schemas.openxmlformats.org/markup-compatibility/2006">
                <mc:Choice xmlns:v="urn:schemas-microsoft-com:vml" Requires="v">
                  <p:oleObj spid="_x0000_s3090" name="" r:id="rId19" imgW="127000" imgH="240665" progId="Equation.3">
                    <p:embed/>
                  </p:oleObj>
                </mc:Choice>
                <mc:Fallback>
                  <p:oleObj name="" r:id="rId19" imgW="127000" imgH="240665" progId="Equation.3">
                    <p:embed/>
                    <p:pic>
                      <p:nvPicPr>
                        <p:cNvPr id="0" name="图片 3089"/>
                        <p:cNvPicPr/>
                        <p:nvPr/>
                      </p:nvPicPr>
                      <p:blipFill>
                        <a:blip r:embed="rId20">
                          <a:clrChange>
                            <a:clrFrom>
                              <a:srgbClr val="000000"/>
                            </a:clrFrom>
                            <a:clrTo>
                              <a:srgbClr val="333399"/>
                            </a:clrTo>
                          </a:clrChange>
                        </a:blip>
                        <a:stretch>
                          <a:fillRect/>
                        </a:stretch>
                      </p:blipFill>
                      <p:spPr>
                        <a:xfrm>
                          <a:off x="3807" y="3432"/>
                          <a:ext cx="265" cy="457"/>
                        </a:xfrm>
                        <a:prstGeom prst="rect">
                          <a:avLst/>
                        </a:prstGeom>
                        <a:noFill/>
                        <a:ln w="38100">
                          <a:noFill/>
                          <a:miter/>
                        </a:ln>
                      </p:spPr>
                    </p:pic>
                  </p:oleObj>
                </mc:Fallback>
              </mc:AlternateContent>
            </a:graphicData>
          </a:graphic>
        </p:graphicFrame>
      </p:grpSp>
      <p:grpSp>
        <p:nvGrpSpPr>
          <p:cNvPr id="242713" name="组合 242712"/>
          <p:cNvGrpSpPr/>
          <p:nvPr/>
        </p:nvGrpSpPr>
        <p:grpSpPr>
          <a:xfrm>
            <a:off x="2438400" y="1905000"/>
            <a:ext cx="2360613" cy="1128713"/>
            <a:chOff x="1440" y="3408"/>
            <a:chExt cx="1487" cy="711"/>
          </a:xfrm>
        </p:grpSpPr>
        <p:sp>
          <p:nvSpPr>
            <p:cNvPr id="242714" name="左大括号 242713"/>
            <p:cNvSpPr/>
            <p:nvPr/>
          </p:nvSpPr>
          <p:spPr>
            <a:xfrm rot="-5487413">
              <a:off x="2039" y="2808"/>
              <a:ext cx="288" cy="1487"/>
            </a:xfrm>
            <a:prstGeom prst="leftBrace">
              <a:avLst>
                <a:gd name="adj1" fmla="val 43026"/>
                <a:gd name="adj2" fmla="val 51495"/>
              </a:avLst>
            </a:prstGeom>
            <a:noFill/>
            <a:ln w="38100" cap="flat" cmpd="sng">
              <a:solidFill>
                <a:srgbClr val="FF9900"/>
              </a:solidFill>
              <a:prstDash val="solid"/>
              <a:headEnd type="none" w="med" len="med"/>
              <a:tailEnd type="none" w="med" len="med"/>
            </a:ln>
          </p:spPr>
          <p:txBody>
            <a:bodyPr/>
            <a:p>
              <a:endParaRPr lang="zh-CN" altLang="en-US"/>
            </a:p>
          </p:txBody>
        </p:sp>
        <p:sp>
          <p:nvSpPr>
            <p:cNvPr id="242715" name="文本框 242714"/>
            <p:cNvSpPr txBox="1"/>
            <p:nvPr/>
          </p:nvSpPr>
          <p:spPr>
            <a:xfrm>
              <a:off x="1968" y="3792"/>
              <a:ext cx="568" cy="327"/>
            </a:xfrm>
            <a:prstGeom prst="rect">
              <a:avLst/>
            </a:prstGeom>
            <a:noFill/>
            <a:ln w="9525">
              <a:noFill/>
            </a:ln>
          </p:spPr>
          <p:txBody>
            <a:bodyPr wrap="none" anchor="t">
              <a:spAutoFit/>
            </a:bodyPr>
            <a:p>
              <a:r>
                <a:rPr lang="zh-CN" altLang="en-US" sz="2800" dirty="0">
                  <a:solidFill>
                    <a:srgbClr val="FF9900"/>
                  </a:solidFill>
                  <a:latin typeface="楷体_GB2312" pitchFamily="49" charset="-122"/>
                  <a:ea typeface="楷体_GB2312" pitchFamily="49" charset="-122"/>
                </a:rPr>
                <a:t>过去</a:t>
              </a:r>
              <a:endParaRPr lang="zh-CN" altLang="en-US" sz="2800">
                <a:solidFill>
                  <a:srgbClr val="FF9900"/>
                </a:solidFill>
                <a:latin typeface="楷体_GB2312" pitchFamily="49" charset="-122"/>
                <a:ea typeface="楷体_GB2312" pitchFamily="49" charset="-122"/>
              </a:endParaRPr>
            </a:p>
          </p:txBody>
        </p:sp>
      </p:grpSp>
      <p:sp>
        <p:nvSpPr>
          <p:cNvPr id="242716" name="文本框 242715"/>
          <p:cNvSpPr txBox="1"/>
          <p:nvPr/>
        </p:nvSpPr>
        <p:spPr>
          <a:xfrm>
            <a:off x="5105400" y="2362200"/>
            <a:ext cx="901700" cy="519113"/>
          </a:xfrm>
          <a:prstGeom prst="rect">
            <a:avLst/>
          </a:prstGeom>
          <a:noFill/>
          <a:ln w="9525">
            <a:noFill/>
          </a:ln>
        </p:spPr>
        <p:txBody>
          <a:bodyPr wrap="none" anchor="t">
            <a:spAutoFit/>
          </a:bodyPr>
          <a:p>
            <a:r>
              <a:rPr lang="zh-CN" altLang="en-US" sz="2800" dirty="0">
                <a:solidFill>
                  <a:srgbClr val="006600"/>
                </a:solidFill>
                <a:latin typeface="楷体_GB2312" pitchFamily="49" charset="-122"/>
                <a:ea typeface="楷体_GB2312" pitchFamily="49" charset="-122"/>
              </a:rPr>
              <a:t>现在</a:t>
            </a:r>
            <a:endParaRPr lang="zh-CN" altLang="en-US" sz="2800">
              <a:solidFill>
                <a:srgbClr val="006600"/>
              </a:solidFill>
              <a:latin typeface="楷体_GB2312" pitchFamily="49" charset="-122"/>
              <a:ea typeface="楷体_GB2312" pitchFamily="49" charset="-122"/>
            </a:endParaRPr>
          </a:p>
        </p:txBody>
      </p:sp>
      <p:sp>
        <p:nvSpPr>
          <p:cNvPr id="242717" name="文本框 242716"/>
          <p:cNvSpPr txBox="1"/>
          <p:nvPr/>
        </p:nvSpPr>
        <p:spPr>
          <a:xfrm>
            <a:off x="6096000" y="2362200"/>
            <a:ext cx="901700" cy="519113"/>
          </a:xfrm>
          <a:prstGeom prst="rect">
            <a:avLst/>
          </a:prstGeom>
          <a:noFill/>
          <a:ln w="9525">
            <a:noFill/>
          </a:ln>
        </p:spPr>
        <p:txBody>
          <a:bodyPr wrap="none" anchor="t">
            <a:spAutoFit/>
          </a:bodyPr>
          <a:p>
            <a:r>
              <a:rPr lang="zh-CN" altLang="en-US" sz="2800" dirty="0">
                <a:solidFill>
                  <a:srgbClr val="CC00CC"/>
                </a:solidFill>
                <a:latin typeface="楷体_GB2312" pitchFamily="49" charset="-122"/>
                <a:ea typeface="楷体_GB2312" pitchFamily="49" charset="-122"/>
              </a:rPr>
              <a:t>将来</a:t>
            </a:r>
            <a:endParaRPr lang="zh-CN" altLang="en-US" sz="2800">
              <a:solidFill>
                <a:srgbClr val="CC00CC"/>
              </a:solidFill>
              <a:latin typeface="楷体_GB2312" pitchFamily="49" charset="-122"/>
              <a:ea typeface="楷体_GB2312" pitchFamily="49" charset="-122"/>
            </a:endParaRPr>
          </a:p>
        </p:txBody>
      </p:sp>
      <p:sp>
        <p:nvSpPr>
          <p:cNvPr id="242718" name="直接连接符 242717"/>
          <p:cNvSpPr/>
          <p:nvPr/>
        </p:nvSpPr>
        <p:spPr>
          <a:xfrm>
            <a:off x="5486400" y="2895600"/>
            <a:ext cx="990600" cy="0"/>
          </a:xfrm>
          <a:prstGeom prst="line">
            <a:avLst/>
          </a:prstGeom>
          <a:ln w="76200" cap="flat" cmpd="sng">
            <a:solidFill>
              <a:schemeClr val="accent1"/>
            </a:solidFill>
            <a:prstDash val="solid"/>
            <a:headEnd type="none" w="med" len="med"/>
            <a:tailEnd type="triangle" w="med" len="med"/>
          </a:ln>
        </p:spPr>
      </p:sp>
      <p:grpSp>
        <p:nvGrpSpPr>
          <p:cNvPr id="242719" name="组合 242718"/>
          <p:cNvGrpSpPr/>
          <p:nvPr/>
        </p:nvGrpSpPr>
        <p:grpSpPr>
          <a:xfrm>
            <a:off x="3429000" y="2438400"/>
            <a:ext cx="533400" cy="533400"/>
            <a:chOff x="2064" y="3744"/>
            <a:chExt cx="336" cy="336"/>
          </a:xfrm>
        </p:grpSpPr>
        <p:sp>
          <p:nvSpPr>
            <p:cNvPr id="242720" name="直接连接符 242719"/>
            <p:cNvSpPr/>
            <p:nvPr/>
          </p:nvSpPr>
          <p:spPr>
            <a:xfrm flipV="1">
              <a:off x="2064" y="3744"/>
              <a:ext cx="336" cy="336"/>
            </a:xfrm>
            <a:prstGeom prst="line">
              <a:avLst/>
            </a:prstGeom>
            <a:ln w="76200" cap="flat" cmpd="sng">
              <a:solidFill>
                <a:srgbClr val="CC3300"/>
              </a:solidFill>
              <a:prstDash val="solid"/>
              <a:headEnd type="none" w="med" len="med"/>
              <a:tailEnd type="none" w="med" len="med"/>
            </a:ln>
          </p:spPr>
        </p:sp>
        <p:sp>
          <p:nvSpPr>
            <p:cNvPr id="242721" name="直接连接符 242720"/>
            <p:cNvSpPr/>
            <p:nvPr/>
          </p:nvSpPr>
          <p:spPr>
            <a:xfrm flipH="1" flipV="1">
              <a:off x="2112" y="3744"/>
              <a:ext cx="288" cy="336"/>
            </a:xfrm>
            <a:prstGeom prst="line">
              <a:avLst/>
            </a:prstGeom>
            <a:ln w="76200" cap="flat" cmpd="sng">
              <a:solidFill>
                <a:srgbClr val="CC3300"/>
              </a:solidFill>
              <a:prstDash val="solid"/>
              <a:headEnd type="none" w="med" len="med"/>
              <a:tailEnd type="none" w="med" len="med"/>
            </a:ln>
          </p:spPr>
        </p:sp>
      </p:grpSp>
      <p:grpSp>
        <p:nvGrpSpPr>
          <p:cNvPr id="242722" name="组合 242721"/>
          <p:cNvGrpSpPr/>
          <p:nvPr/>
        </p:nvGrpSpPr>
        <p:grpSpPr>
          <a:xfrm>
            <a:off x="1249680" y="5295900"/>
            <a:ext cx="7000875" cy="1373188"/>
            <a:chOff x="576" y="3264"/>
            <a:chExt cx="4410" cy="865"/>
          </a:xfrm>
        </p:grpSpPr>
        <p:sp>
          <p:nvSpPr>
            <p:cNvPr id="242723" name="文本框 242722"/>
            <p:cNvSpPr txBox="1"/>
            <p:nvPr/>
          </p:nvSpPr>
          <p:spPr>
            <a:xfrm>
              <a:off x="576" y="3264"/>
              <a:ext cx="4410" cy="865"/>
            </a:xfrm>
            <a:prstGeom prst="rect">
              <a:avLst/>
            </a:prstGeom>
            <a:solidFill>
              <a:srgbClr val="CCECFF"/>
            </a:solidFill>
            <a:ln w="38100">
              <a:noFill/>
            </a:ln>
            <a:effectLst>
              <a:outerShdw dist="107763" dir="13499999" algn="ctr" rotWithShape="0">
                <a:srgbClr val="808080"/>
              </a:outerShdw>
            </a:effectLst>
          </p:spPr>
          <p:txBody>
            <a:bodyPr wrap="none" anchor="t">
              <a:spAutoFit/>
            </a:bodyPr>
            <a:p>
              <a:r>
                <a:rPr lang="zh-CN" altLang="en-US" sz="2800">
                  <a:solidFill>
                    <a:schemeClr val="tx2"/>
                  </a:solidFill>
                  <a:latin typeface="楷体_GB2312" pitchFamily="49" charset="-122"/>
                  <a:ea typeface="楷体_GB2312" pitchFamily="49" charset="-122"/>
                </a:rPr>
                <a:t>     </a:t>
              </a:r>
              <a:r>
                <a:rPr lang="zh-CN" altLang="en-US" sz="2800" dirty="0">
                  <a:solidFill>
                    <a:schemeClr val="tx2"/>
                  </a:solidFill>
                  <a:latin typeface="楷体_GB2312" pitchFamily="49" charset="-122"/>
                  <a:ea typeface="楷体_GB2312" pitchFamily="49" charset="-122"/>
                </a:rPr>
                <a:t>   “将来”的情况与“过去”无关，</a:t>
              </a:r>
              <a:endParaRPr lang="zh-CN" altLang="en-US" sz="2800" dirty="0">
                <a:solidFill>
                  <a:schemeClr val="tx2"/>
                </a:solidFill>
                <a:latin typeface="楷体_GB2312" pitchFamily="49" charset="-122"/>
                <a:ea typeface="楷体_GB2312" pitchFamily="49" charset="-122"/>
              </a:endParaRPr>
            </a:p>
            <a:p>
              <a:r>
                <a:rPr lang="zh-CN" altLang="en-US" sz="2800" dirty="0">
                  <a:solidFill>
                    <a:schemeClr val="tx2"/>
                  </a:solidFill>
                  <a:latin typeface="楷体_GB2312" pitchFamily="49" charset="-122"/>
                  <a:ea typeface="楷体_GB2312" pitchFamily="49" charset="-122"/>
                </a:rPr>
                <a:t>只是通过“现在”与“过去”发生联系，若</a:t>
              </a:r>
              <a:endParaRPr lang="zh-CN" altLang="en-US" sz="2800" dirty="0">
                <a:solidFill>
                  <a:schemeClr val="tx2"/>
                </a:solidFill>
                <a:latin typeface="楷体_GB2312" pitchFamily="49" charset="-122"/>
                <a:ea typeface="楷体_GB2312" pitchFamily="49" charset="-122"/>
              </a:endParaRPr>
            </a:p>
            <a:p>
              <a:r>
                <a:rPr lang="zh-CN" altLang="en-US" sz="2800" dirty="0">
                  <a:solidFill>
                    <a:schemeClr val="tx2"/>
                  </a:solidFill>
                  <a:latin typeface="楷体_GB2312" pitchFamily="49" charset="-122"/>
                  <a:ea typeface="楷体_GB2312" pitchFamily="49" charset="-122"/>
                </a:rPr>
                <a:t>“现在”已知，“将来”与“过去”无关。</a:t>
              </a:r>
              <a:endParaRPr lang="zh-CN" altLang="en-US" sz="2800">
                <a:solidFill>
                  <a:schemeClr val="tx2"/>
                </a:solidFill>
                <a:latin typeface="楷体_GB2312" pitchFamily="49" charset="-122"/>
                <a:ea typeface="楷体_GB2312" pitchFamily="49" charset="-122"/>
              </a:endParaRPr>
            </a:p>
          </p:txBody>
        </p:sp>
        <p:graphicFrame>
          <p:nvGraphicFramePr>
            <p:cNvPr id="242724" name="对象 242723"/>
            <p:cNvGraphicFramePr/>
            <p:nvPr/>
          </p:nvGraphicFramePr>
          <p:xfrm>
            <a:off x="912" y="3264"/>
            <a:ext cx="672" cy="332"/>
          </p:xfrm>
          <a:graphic>
            <a:graphicData uri="http://schemas.openxmlformats.org/presentationml/2006/ole">
              <mc:AlternateContent xmlns:mc="http://schemas.openxmlformats.org/markup-compatibility/2006">
                <mc:Choice xmlns:v="urn:schemas-microsoft-com:vml" Requires="v">
                  <p:oleObj spid="_x0000_s3076" name="" r:id="rId21" imgW="481965" imgH="203200" progId="Equation.3">
                    <p:embed/>
                  </p:oleObj>
                </mc:Choice>
                <mc:Fallback>
                  <p:oleObj name="" r:id="rId21" imgW="481965" imgH="203200" progId="Equation.3">
                    <p:embed/>
                    <p:pic>
                      <p:nvPicPr>
                        <p:cNvPr id="0" name="图片 3075"/>
                        <p:cNvPicPr/>
                        <p:nvPr/>
                      </p:nvPicPr>
                      <p:blipFill>
                        <a:blip r:embed="rId10">
                          <a:clrChange>
                            <a:clrFrom>
                              <a:srgbClr val="000000"/>
                            </a:clrFrom>
                            <a:clrTo>
                              <a:srgbClr val="333399"/>
                            </a:clrTo>
                          </a:clrChange>
                        </a:blip>
                        <a:stretch>
                          <a:fillRect/>
                        </a:stretch>
                      </p:blipFill>
                      <p:spPr>
                        <a:xfrm>
                          <a:off x="912" y="3264"/>
                          <a:ext cx="672" cy="332"/>
                        </a:xfrm>
                        <a:prstGeom prst="rect">
                          <a:avLst/>
                        </a:prstGeom>
                        <a:noFill/>
                        <a:ln w="38100">
                          <a:noFill/>
                          <a:miter/>
                        </a:ln>
                      </p:spPr>
                    </p:pic>
                  </p:oleObj>
                </mc:Fallback>
              </mc:AlternateContent>
            </a:graphicData>
          </a:graphic>
        </p:graphicFrame>
      </p:gr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42700"/>
                                        </p:tgtEl>
                                        <p:attrNameLst>
                                          <p:attrName>style.visibility</p:attrName>
                                        </p:attrNameLst>
                                      </p:cBhvr>
                                      <p:to>
                                        <p:strVal val="visible"/>
                                      </p:to>
                                    </p:set>
                                    <p:animEffect transition="in" filter="box(out)">
                                      <p:cBhvr>
                                        <p:cTn id="7" dur="500"/>
                                        <p:tgtEl>
                                          <p:spTgt spid="242700"/>
                                        </p:tgtEl>
                                      </p:cBhvr>
                                    </p:animEffect>
                                  </p:childTnLst>
                                  <p:subTnLst>
                                    <p:audio>
                                      <p:cMediaNode>
                                        <p:cTn display="0" masterRel="sameClick">
                                          <p:stCondLst>
                                            <p:cond evt="begin" delay="0">
                                              <p:tn val="5"/>
                                            </p:cond>
                                          </p:stCondLst>
                                          <p:endCondLst>
                                            <p:cond evt="onStopAudio" delay="0">
                                              <p:tgtEl>
                                                <p:sldTgt/>
                                              </p:tgtEl>
                                            </p:cond>
                                          </p:endCondLst>
                                        </p:cTn>
                                        <p:tgtEl>
                                          <p:sndTgt r:embed="rId22"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242701"/>
                                        </p:tgtEl>
                                        <p:attrNameLst>
                                          <p:attrName>style.visibility</p:attrName>
                                        </p:attrNameLst>
                                      </p:cBhvr>
                                      <p:to>
                                        <p:strVal val="visible"/>
                                      </p:to>
                                    </p:set>
                                    <p:anim calcmode="lin" valueType="num">
                                      <p:cBhvr additive="base">
                                        <p:cTn id="12" dur="500" fill="hold"/>
                                        <p:tgtEl>
                                          <p:spTgt spid="242701"/>
                                        </p:tgtEl>
                                        <p:attrNameLst>
                                          <p:attrName>ppt_x</p:attrName>
                                        </p:attrNameLst>
                                      </p:cBhvr>
                                      <p:tavLst>
                                        <p:tav tm="0">
                                          <p:val>
                                            <p:strVal val="0-#ppt_w/2"/>
                                          </p:val>
                                        </p:tav>
                                        <p:tav tm="100000">
                                          <p:val>
                                            <p:strVal val="#ppt_x"/>
                                          </p:val>
                                        </p:tav>
                                      </p:tavLst>
                                    </p:anim>
                                    <p:anim calcmode="lin" valueType="num">
                                      <p:cBhvr additive="base">
                                        <p:cTn id="13" dur="500" fill="hold"/>
                                        <p:tgtEl>
                                          <p:spTgt spid="242701"/>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3" name="WHOOSH.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242713"/>
                                        </p:tgtEl>
                                        <p:attrNameLst>
                                          <p:attrName>style.visibility</p:attrName>
                                        </p:attrNameLst>
                                      </p:cBhvr>
                                      <p:to>
                                        <p:strVal val="visible"/>
                                      </p:to>
                                    </p:set>
                                    <p:animEffect transition="in" filter="box(out)">
                                      <p:cBhvr>
                                        <p:cTn id="18" dur="500"/>
                                        <p:tgtEl>
                                          <p:spTgt spid="242713"/>
                                        </p:tgtEl>
                                      </p:cBhvr>
                                    </p:animEffect>
                                  </p:childTnLst>
                                  <p:subTnLst>
                                    <p:audio>
                                      <p:cMediaNode>
                                        <p:cTn display="0" masterRel="sameClick">
                                          <p:stCondLst>
                                            <p:cond evt="begin" delay="0">
                                              <p:tn val="16"/>
                                            </p:cond>
                                          </p:stCondLst>
                                          <p:endCondLst>
                                            <p:cond evt="onStopAudio" delay="0">
                                              <p:tgtEl>
                                                <p:sldTgt/>
                                              </p:tgtEl>
                                            </p:cond>
                                          </p:endCondLst>
                                        </p:cTn>
                                        <p:tgtEl>
                                          <p:sndTgt r:embed="rId2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242716">
                                            <p:txEl>
                                              <p:charRg st="0" end="3"/>
                                            </p:txEl>
                                          </p:spTgt>
                                        </p:tgtEl>
                                        <p:attrNameLst>
                                          <p:attrName>style.visibility</p:attrName>
                                        </p:attrNameLst>
                                      </p:cBhvr>
                                      <p:to>
                                        <p:strVal val="visible"/>
                                      </p:to>
                                    </p:set>
                                    <p:animEffect transition="in" filter="box(out)">
                                      <p:cBhvr>
                                        <p:cTn id="23" dur="500"/>
                                        <p:tgtEl>
                                          <p:spTgt spid="242716">
                                            <p:txEl>
                                              <p:charRg st="0" end="3"/>
                                            </p:txEl>
                                          </p:spTgt>
                                        </p:tgtEl>
                                      </p:cBhvr>
                                    </p:animEffect>
                                  </p:childTnLst>
                                  <p:subTnLst>
                                    <p:audio>
                                      <p:cMediaNode>
                                        <p:cTn display="0" masterRel="sameClick">
                                          <p:stCondLst>
                                            <p:cond evt="begin" delay="0">
                                              <p:tn val="21"/>
                                            </p:cond>
                                          </p:stCondLst>
                                          <p:endCondLst>
                                            <p:cond evt="onStopAudio" delay="0">
                                              <p:tgtEl>
                                                <p:sldTgt/>
                                              </p:tgtEl>
                                            </p:cond>
                                          </p:endCondLst>
                                        </p:cTn>
                                        <p:tgtEl>
                                          <p:sndTgt r:embed="rId22"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242717">
                                            <p:txEl>
                                              <p:charRg st="0" end="3"/>
                                            </p:txEl>
                                          </p:spTgt>
                                        </p:tgtEl>
                                        <p:attrNameLst>
                                          <p:attrName>style.visibility</p:attrName>
                                        </p:attrNameLst>
                                      </p:cBhvr>
                                      <p:to>
                                        <p:strVal val="visible"/>
                                      </p:to>
                                    </p:set>
                                    <p:animEffect transition="in" filter="box(out)">
                                      <p:cBhvr>
                                        <p:cTn id="28" dur="500"/>
                                        <p:tgtEl>
                                          <p:spTgt spid="242717">
                                            <p:txEl>
                                              <p:charRg st="0" end="3"/>
                                            </p:txEl>
                                          </p:spTgt>
                                        </p:tgtEl>
                                      </p:cBhvr>
                                    </p:animEffect>
                                  </p:childTnLst>
                                  <p:subTnLst>
                                    <p:audio>
                                      <p:cMediaNode>
                                        <p:cTn display="0" masterRel="sameClick">
                                          <p:stCondLst>
                                            <p:cond evt="begin" delay="0">
                                              <p:tn val="26"/>
                                            </p:cond>
                                          </p:stCondLst>
                                          <p:endCondLst>
                                            <p:cond evt="onStopAudio" delay="0">
                                              <p:tgtEl>
                                                <p:sldTgt/>
                                              </p:tgtEl>
                                            </p:cond>
                                          </p:endCondLst>
                                        </p:cTn>
                                        <p:tgtEl>
                                          <p:sndTgt r:embed="rId2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nodeType="clickEffect">
                                  <p:stCondLst>
                                    <p:cond delay="0"/>
                                  </p:stCondLst>
                                  <p:childTnLst>
                                    <p:set>
                                      <p:cBhvr>
                                        <p:cTn id="32" dur="1" fill="hold">
                                          <p:stCondLst>
                                            <p:cond delay="0"/>
                                          </p:stCondLst>
                                        </p:cTn>
                                        <p:tgtEl>
                                          <p:spTgt spid="242718"/>
                                        </p:tgtEl>
                                        <p:attrNameLst>
                                          <p:attrName>style.visibility</p:attrName>
                                        </p:attrNameLst>
                                      </p:cBhvr>
                                      <p:to>
                                        <p:strVal val="visible"/>
                                      </p:to>
                                    </p:set>
                                    <p:animEffect transition="in" filter="box(out)">
                                      <p:cBhvr>
                                        <p:cTn id="33" dur="500"/>
                                        <p:tgtEl>
                                          <p:spTgt spid="242718"/>
                                        </p:tgtEl>
                                      </p:cBhvr>
                                    </p:animEffect>
                                  </p:childTnLst>
                                  <p:subTnLst>
                                    <p:audio>
                                      <p:cMediaNode>
                                        <p:cTn display="0" masterRel="sameClick">
                                          <p:stCondLst>
                                            <p:cond evt="begin" delay="0">
                                              <p:tn val="31"/>
                                            </p:cond>
                                          </p:stCondLst>
                                          <p:endCondLst>
                                            <p:cond evt="onStopAudio" delay="0">
                                              <p:tgtEl>
                                                <p:sldTgt/>
                                              </p:tgtEl>
                                            </p:cond>
                                          </p:endCondLst>
                                        </p:cTn>
                                        <p:tgtEl>
                                          <p:sndTgt r:embed="rId22"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nodeType="clickEffect">
                                  <p:stCondLst>
                                    <p:cond delay="0"/>
                                  </p:stCondLst>
                                  <p:childTnLst>
                                    <p:set>
                                      <p:cBhvr>
                                        <p:cTn id="37" dur="1" fill="hold">
                                          <p:stCondLst>
                                            <p:cond delay="0"/>
                                          </p:stCondLst>
                                        </p:cTn>
                                        <p:tgtEl>
                                          <p:spTgt spid="242719"/>
                                        </p:tgtEl>
                                        <p:attrNameLst>
                                          <p:attrName>style.visibility</p:attrName>
                                        </p:attrNameLst>
                                      </p:cBhvr>
                                      <p:to>
                                        <p:strVal val="visible"/>
                                      </p:to>
                                    </p:set>
                                    <p:animEffect transition="in" filter="box(out)">
                                      <p:cBhvr>
                                        <p:cTn id="38" dur="500"/>
                                        <p:tgtEl>
                                          <p:spTgt spid="242719"/>
                                        </p:tgtEl>
                                      </p:cBhvr>
                                    </p:animEffect>
                                  </p:childTnLst>
                                  <p:subTnLst>
                                    <p:audio>
                                      <p:cMediaNode>
                                        <p:cTn display="0" masterRel="sameClick">
                                          <p:stCondLst>
                                            <p:cond evt="begin" delay="0">
                                              <p:tn val="36"/>
                                            </p:cond>
                                          </p:stCondLst>
                                          <p:endCondLst>
                                            <p:cond evt="onStopAudio" delay="0">
                                              <p:tgtEl>
                                                <p:sldTgt/>
                                              </p:tgtEl>
                                            </p:cond>
                                          </p:endCondLst>
                                        </p:cTn>
                                        <p:tgtEl>
                                          <p:sndTgt r:embed="rId2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2" presetClass="entr" presetSubtype="2" fill="hold" nodeType="clickEffect">
                                  <p:stCondLst>
                                    <p:cond delay="0"/>
                                  </p:stCondLst>
                                  <p:childTnLst>
                                    <p:set>
                                      <p:cBhvr>
                                        <p:cTn id="42" dur="1" fill="hold">
                                          <p:stCondLst>
                                            <p:cond delay="0"/>
                                          </p:stCondLst>
                                        </p:cTn>
                                        <p:tgtEl>
                                          <p:spTgt spid="242722"/>
                                        </p:tgtEl>
                                        <p:attrNameLst>
                                          <p:attrName>style.visibility</p:attrName>
                                        </p:attrNameLst>
                                      </p:cBhvr>
                                      <p:to>
                                        <p:strVal val="visible"/>
                                      </p:to>
                                    </p:set>
                                    <p:anim calcmode="lin" valueType="num">
                                      <p:cBhvr additive="base">
                                        <p:cTn id="43" dur="500" fill="hold"/>
                                        <p:tgtEl>
                                          <p:spTgt spid="242722"/>
                                        </p:tgtEl>
                                        <p:attrNameLst>
                                          <p:attrName>ppt_x</p:attrName>
                                        </p:attrNameLst>
                                      </p:cBhvr>
                                      <p:tavLst>
                                        <p:tav tm="0">
                                          <p:val>
                                            <p:strVal val="1+#ppt_w/2"/>
                                          </p:val>
                                        </p:tav>
                                        <p:tav tm="100000">
                                          <p:val>
                                            <p:strVal val="#ppt_x"/>
                                          </p:val>
                                        </p:tav>
                                      </p:tavLst>
                                    </p:anim>
                                    <p:anim calcmode="lin" valueType="num">
                                      <p:cBhvr additive="base">
                                        <p:cTn id="44" dur="500" fill="hold"/>
                                        <p:tgtEl>
                                          <p:spTgt spid="2427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716" grpId="0" build="p"/>
      <p:bldP spid="242717"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306830" y="1195705"/>
            <a:ext cx="5529580" cy="583565"/>
          </a:xfrm>
          <a:prstGeom prst="rect">
            <a:avLst/>
          </a:prstGeom>
          <a:noFill/>
        </p:spPr>
        <p:txBody>
          <a:bodyPr wrap="square" rtlCol="0">
            <a:spAutoFit/>
          </a:bodyPr>
          <a:p>
            <a:r>
              <a:rPr lang="zh-CN" altLang="en-US" sz="3200"/>
              <a:t>马尔可夫链简介</a:t>
            </a:r>
            <a:endParaRPr lang="zh-CN" altLang="en-US" sz="3200"/>
          </a:p>
        </p:txBody>
      </p:sp>
      <p:sp>
        <p:nvSpPr>
          <p:cNvPr id="4" name="文本框 3"/>
          <p:cNvSpPr txBox="1"/>
          <p:nvPr/>
        </p:nvSpPr>
        <p:spPr>
          <a:xfrm>
            <a:off x="1010285" y="2062480"/>
            <a:ext cx="7471410" cy="1630045"/>
          </a:xfrm>
          <a:prstGeom prst="rect">
            <a:avLst/>
          </a:prstGeom>
          <a:noFill/>
        </p:spPr>
        <p:txBody>
          <a:bodyPr wrap="square" rtlCol="0">
            <a:spAutoFit/>
          </a:bodyPr>
          <a:p>
            <a:r>
              <a:rPr lang="en-US" altLang="zh-CN"/>
              <a:t>     </a:t>
            </a:r>
            <a:r>
              <a:rPr lang="en-US" altLang="zh-CN" sz="2000" b="0"/>
              <a:t> </a:t>
            </a:r>
            <a:r>
              <a:rPr lang="zh-CN" altLang="en-US" sz="2000" b="0"/>
              <a:t>它是随机过程中的一种过程，一个统计模型，到底是哪一种过程呢？好像一两句话也说不清楚，还是先看个例子吧。</a:t>
            </a:r>
            <a:endParaRPr lang="zh-CN" altLang="en-US" sz="2000" b="0"/>
          </a:p>
          <a:p>
            <a:r>
              <a:rPr lang="zh-CN" altLang="en-US" sz="2000" b="0"/>
              <a:t>      先说说我们村智商为0的王二狗，人傻不拉几的，见人就傻笑，每天中午12点的标配，仨状态：吃，玩，睡。这就是传说中的状态分布。</a:t>
            </a:r>
            <a:endParaRPr lang="zh-CN" altLang="en-US" sz="2000" b="0"/>
          </a:p>
        </p:txBody>
      </p:sp>
      <p:pic>
        <p:nvPicPr>
          <p:cNvPr id="5" name="图片 4"/>
          <p:cNvPicPr>
            <a:picLocks noChangeAspect="1"/>
          </p:cNvPicPr>
          <p:nvPr/>
        </p:nvPicPr>
        <p:blipFill>
          <a:blip r:embed="rId1"/>
          <a:stretch>
            <a:fillRect/>
          </a:stretch>
        </p:blipFill>
        <p:spPr>
          <a:xfrm>
            <a:off x="2129790" y="3692525"/>
            <a:ext cx="4488180" cy="2626995"/>
          </a:xfrm>
          <a:prstGeom prst="rect">
            <a:avLst/>
          </a:prstGeom>
        </p:spPr>
      </p:pic>
    </p:spTree>
  </p:cSld>
  <p:clrMapOvr>
    <a:masterClrMapping/>
  </p:clrMapOvr>
  <p:transition spd="slow">
    <p:strips dir="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306830" y="1195705"/>
            <a:ext cx="5529580" cy="583565"/>
          </a:xfrm>
          <a:prstGeom prst="rect">
            <a:avLst/>
          </a:prstGeom>
          <a:noFill/>
        </p:spPr>
        <p:txBody>
          <a:bodyPr wrap="square" rtlCol="0">
            <a:spAutoFit/>
          </a:bodyPr>
          <a:p>
            <a:r>
              <a:rPr lang="zh-CN" altLang="en-US" sz="3200"/>
              <a:t>马尔可夫链简介</a:t>
            </a:r>
            <a:endParaRPr lang="zh-CN" altLang="en-US" sz="3200"/>
          </a:p>
        </p:txBody>
      </p:sp>
      <p:sp>
        <p:nvSpPr>
          <p:cNvPr id="4" name="文本框 3"/>
          <p:cNvSpPr txBox="1"/>
          <p:nvPr/>
        </p:nvSpPr>
        <p:spPr>
          <a:xfrm>
            <a:off x="1032510" y="1952625"/>
            <a:ext cx="7079615" cy="1938020"/>
          </a:xfrm>
          <a:prstGeom prst="rect">
            <a:avLst/>
          </a:prstGeom>
          <a:noFill/>
        </p:spPr>
        <p:txBody>
          <a:bodyPr wrap="square" rtlCol="0">
            <a:spAutoFit/>
          </a:bodyPr>
          <a:p>
            <a:r>
              <a:rPr lang="en-US" altLang="zh-CN" sz="2000" b="0"/>
              <a:t>      </a:t>
            </a:r>
            <a:r>
              <a:rPr lang="zh-CN" altLang="en-US" sz="2000" b="0"/>
              <a:t>你想知道他n天后中午12点的状态么？是在吃，还是在玩，还是在睡？这些状态发生的概率分别都是多少？ （知道你不想，就假装想知道吧~~学习真的好累~~）</a:t>
            </a:r>
            <a:endParaRPr lang="zh-CN" altLang="en-US" sz="2000" b="0"/>
          </a:p>
          <a:p>
            <a:r>
              <a:rPr lang="zh-CN" altLang="en-US" sz="2000" b="0"/>
              <a:t>      先看个假设，他每个状态的转移都是有概率的，比如今天玩，明天睡的概率是几，今天玩，明天也玩的概率是几几，还是先看个图吧，更直观一些。</a:t>
            </a:r>
            <a:endParaRPr lang="zh-CN" altLang="en-US" sz="2000" b="0"/>
          </a:p>
        </p:txBody>
      </p:sp>
      <p:pic>
        <p:nvPicPr>
          <p:cNvPr id="5" name="图片 4"/>
          <p:cNvPicPr>
            <a:picLocks noChangeAspect="1"/>
          </p:cNvPicPr>
          <p:nvPr/>
        </p:nvPicPr>
        <p:blipFill>
          <a:blip r:embed="rId1"/>
          <a:stretch>
            <a:fillRect/>
          </a:stretch>
        </p:blipFill>
        <p:spPr>
          <a:xfrm>
            <a:off x="2052955" y="3890645"/>
            <a:ext cx="5038090" cy="2524125"/>
          </a:xfrm>
          <a:prstGeom prst="rect">
            <a:avLst/>
          </a:prstGeom>
        </p:spPr>
      </p:pic>
    </p:spTree>
  </p:cSld>
  <p:clrMapOvr>
    <a:masterClrMapping/>
  </p:clrMapOvr>
  <p:transition spd="slow">
    <p:strips dir="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306830" y="1195705"/>
            <a:ext cx="5529580" cy="583565"/>
          </a:xfrm>
          <a:prstGeom prst="rect">
            <a:avLst/>
          </a:prstGeom>
          <a:noFill/>
        </p:spPr>
        <p:txBody>
          <a:bodyPr wrap="square" rtlCol="0">
            <a:spAutoFit/>
          </a:bodyPr>
          <a:p>
            <a:r>
              <a:rPr lang="zh-CN" altLang="en-US" sz="3200"/>
              <a:t>马尔可夫链简介</a:t>
            </a:r>
            <a:endParaRPr lang="zh-CN" altLang="en-US" sz="3200"/>
          </a:p>
        </p:txBody>
      </p:sp>
      <p:sp>
        <p:nvSpPr>
          <p:cNvPr id="4" name="文本框 3"/>
          <p:cNvSpPr txBox="1"/>
          <p:nvPr/>
        </p:nvSpPr>
        <p:spPr>
          <a:xfrm>
            <a:off x="1031875" y="1835785"/>
            <a:ext cx="7079615" cy="1938020"/>
          </a:xfrm>
          <a:prstGeom prst="rect">
            <a:avLst/>
          </a:prstGeom>
          <a:noFill/>
        </p:spPr>
        <p:txBody>
          <a:bodyPr wrap="square" rtlCol="0">
            <a:spAutoFit/>
          </a:bodyPr>
          <a:p>
            <a:r>
              <a:rPr lang="en-US" altLang="zh-CN" sz="2000" b="0"/>
              <a:t>      </a:t>
            </a:r>
            <a:r>
              <a:rPr lang="zh-CN" altLang="en-US" sz="2000" b="0"/>
              <a:t>这个矩阵就是转移概率矩阵P，并且它是保持不变的，就是说第一天到第二天的转移概率矩阵跟第二天到第三天的转移概率矩阵是一样的。（这个叫时齐，不细说了，有兴趣的同学自行百度）。</a:t>
            </a:r>
            <a:endParaRPr lang="zh-CN" altLang="en-US" sz="2000" b="0"/>
          </a:p>
          <a:p>
            <a:r>
              <a:rPr lang="zh-CN" altLang="en-US" sz="2000" b="0"/>
              <a:t>有了这个矩阵，再加上已知的第一天的状态分布，就可以计算出第N天的状态分布了。</a:t>
            </a:r>
            <a:endParaRPr lang="zh-CN" altLang="en-US" sz="2000" b="0"/>
          </a:p>
        </p:txBody>
      </p:sp>
      <p:pic>
        <p:nvPicPr>
          <p:cNvPr id="2" name="图片 1"/>
          <p:cNvPicPr>
            <a:picLocks noChangeAspect="1"/>
          </p:cNvPicPr>
          <p:nvPr/>
        </p:nvPicPr>
        <p:blipFill>
          <a:blip r:embed="rId1"/>
          <a:stretch>
            <a:fillRect/>
          </a:stretch>
        </p:blipFill>
        <p:spPr>
          <a:xfrm>
            <a:off x="2199640" y="3662045"/>
            <a:ext cx="4053205" cy="2993390"/>
          </a:xfrm>
          <a:prstGeom prst="rect">
            <a:avLst/>
          </a:prstGeom>
        </p:spPr>
      </p:pic>
    </p:spTree>
  </p:cSld>
  <p:clrMapOvr>
    <a:masterClrMapping/>
  </p:clrMapOvr>
  <p:transition spd="slow">
    <p:strips dir="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306830" y="1195705"/>
            <a:ext cx="5529580" cy="583565"/>
          </a:xfrm>
          <a:prstGeom prst="rect">
            <a:avLst/>
          </a:prstGeom>
          <a:noFill/>
        </p:spPr>
        <p:txBody>
          <a:bodyPr wrap="square" rtlCol="0">
            <a:spAutoFit/>
          </a:bodyPr>
          <a:p>
            <a:r>
              <a:rPr lang="zh-CN" altLang="en-US" sz="3200"/>
              <a:t>马尔可夫链简介</a:t>
            </a:r>
            <a:endParaRPr lang="zh-CN" altLang="en-US" sz="3200"/>
          </a:p>
        </p:txBody>
      </p:sp>
      <p:sp>
        <p:nvSpPr>
          <p:cNvPr id="4" name="文本框 3"/>
          <p:cNvSpPr txBox="1"/>
          <p:nvPr/>
        </p:nvSpPr>
        <p:spPr>
          <a:xfrm>
            <a:off x="1097915" y="1965325"/>
            <a:ext cx="7265670" cy="3999865"/>
          </a:xfrm>
          <a:prstGeom prst="rect">
            <a:avLst/>
          </a:prstGeom>
          <a:noFill/>
        </p:spPr>
        <p:txBody>
          <a:bodyPr wrap="square" rtlCol="0">
            <a:spAutoFit/>
          </a:bodyPr>
          <a:p>
            <a:r>
              <a:rPr lang="en-US" altLang="zh-CN" sz="2000" b="0"/>
              <a:t>    </a:t>
            </a:r>
            <a:r>
              <a:rPr lang="en-US" altLang="zh-CN" sz="1800" b="0"/>
              <a:t>  S1 是4月1号中午12点的的状态分布矩阵 [0.6, 0.2, 0.2]，里面的数字分别代表吃的概率，玩的概率，睡的概率。</a:t>
            </a:r>
            <a:endParaRPr lang="zh-CN" altLang="en-US" sz="1800" b="0"/>
          </a:p>
          <a:p>
            <a:r>
              <a:rPr lang="zh-CN" altLang="en-US" sz="1800" b="0"/>
              <a:t>那么</a:t>
            </a:r>
            <a:endParaRPr lang="zh-CN" altLang="en-US" sz="1800" b="0"/>
          </a:p>
          <a:p>
            <a:r>
              <a:rPr lang="zh-CN" altLang="en-US" sz="1800" b="0"/>
              <a:t>       4月2号的状态分布矩阵 S2 = S1 * P (俩矩阵相乘)。</a:t>
            </a:r>
            <a:endParaRPr lang="zh-CN" altLang="en-US" sz="1800" b="0"/>
          </a:p>
          <a:p>
            <a:r>
              <a:rPr lang="zh-CN" altLang="en-US" sz="1800" b="0"/>
              <a:t>       4月3号的状态分布矩阵 S3 = S2 * P (看见没，跟S1无关，只跟S2有关)。</a:t>
            </a:r>
            <a:endParaRPr lang="zh-CN" altLang="en-US" sz="1800" b="0"/>
          </a:p>
          <a:p>
            <a:r>
              <a:rPr lang="zh-CN" altLang="en-US" sz="1800" b="0"/>
              <a:t>       4月4号的状态分布矩阵 S4 = S3 * P (看见没，跟S1，S2无关，只跟S3有关)。</a:t>
            </a:r>
            <a:endParaRPr lang="zh-CN" altLang="en-US" sz="1800" b="0"/>
          </a:p>
          <a:p>
            <a:r>
              <a:rPr lang="zh-CN" altLang="en-US" sz="1800" b="0"/>
              <a:t>        ...</a:t>
            </a:r>
            <a:endParaRPr lang="zh-CN" altLang="en-US" sz="1800" b="0"/>
          </a:p>
          <a:p>
            <a:r>
              <a:rPr lang="zh-CN" altLang="en-US" sz="1800" b="0"/>
              <a:t>       4月n号的状态分布矩阵 Sn = Sn-1 * P (看见没，只跟它前面一个状态Sn-1有关)。</a:t>
            </a:r>
            <a:endParaRPr lang="zh-CN" altLang="en-US" sz="1800" b="0"/>
          </a:p>
          <a:p>
            <a:r>
              <a:rPr lang="zh-CN" altLang="en-US" sz="1800" b="0">
                <a:sym typeface="+mn-ea"/>
              </a:rPr>
              <a:t>       </a:t>
            </a:r>
            <a:endParaRPr lang="zh-CN" altLang="en-US" sz="1800" b="0">
              <a:sym typeface="+mn-ea"/>
            </a:endParaRPr>
          </a:p>
          <a:p>
            <a:r>
              <a:rPr lang="zh-CN" altLang="en-US" sz="1800" b="0">
                <a:sym typeface="+mn-ea"/>
              </a:rPr>
              <a:t>       马尔可夫链就是这样一个任性的过程，它将来的状态分布只取决于现在，跟过去无关！</a:t>
            </a:r>
            <a:endParaRPr lang="zh-CN" altLang="en-US" sz="1800" b="0"/>
          </a:p>
        </p:txBody>
      </p:sp>
    </p:spTree>
  </p:cSld>
  <p:clrMapOvr>
    <a:masterClrMapping/>
  </p:clrMapOvr>
  <p:transition spd="slow">
    <p:strips dir="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1306830" y="1195705"/>
            <a:ext cx="5529580" cy="583565"/>
          </a:xfrm>
          <a:prstGeom prst="rect">
            <a:avLst/>
          </a:prstGeom>
          <a:noFill/>
        </p:spPr>
        <p:txBody>
          <a:bodyPr wrap="square" rtlCol="0">
            <a:spAutoFit/>
          </a:bodyPr>
          <a:p>
            <a:r>
              <a:rPr lang="zh-CN" altLang="en-US" sz="3200"/>
              <a:t>马尔可夫链简介</a:t>
            </a:r>
            <a:endParaRPr lang="zh-CN" altLang="en-US" sz="3200"/>
          </a:p>
        </p:txBody>
      </p:sp>
      <p:pic>
        <p:nvPicPr>
          <p:cNvPr id="2" name="内容占位符 2"/>
          <p:cNvPicPr>
            <a:picLocks noChangeAspect="1"/>
          </p:cNvPicPr>
          <p:nvPr/>
        </p:nvPicPr>
        <p:blipFill>
          <a:blip r:embed="rId1"/>
          <a:stretch>
            <a:fillRect/>
          </a:stretch>
        </p:blipFill>
        <p:spPr>
          <a:xfrm>
            <a:off x="2117090" y="1866265"/>
            <a:ext cx="4910455" cy="4314825"/>
          </a:xfrm>
          <a:prstGeom prst="rect">
            <a:avLst/>
          </a:prstGeom>
          <a:noFill/>
          <a:ln w="9525">
            <a:noFill/>
          </a:ln>
        </p:spPr>
      </p:pic>
    </p:spTree>
  </p:cSld>
  <p:clrMapOvr>
    <a:masterClrMapping/>
  </p:clrMapOvr>
  <p:transition spd="slow">
    <p:strips dir="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4738" name="标题 244737"/>
          <p:cNvSpPr>
            <a:spLocks noGrp="1"/>
          </p:cNvSpPr>
          <p:nvPr>
            <p:ph type="title"/>
          </p:nvPr>
        </p:nvSpPr>
        <p:spPr>
          <a:xfrm>
            <a:off x="1350645" y="885825"/>
            <a:ext cx="3094038" cy="838200"/>
          </a:xfrm>
        </p:spPr>
        <p:txBody>
          <a:bodyPr anchor="b"/>
          <a:p>
            <a:r>
              <a:rPr lang="en-US" altLang="zh-CN" sz="3600">
                <a:solidFill>
                  <a:srgbClr val="993300"/>
                </a:solidFill>
              </a:rPr>
              <a:t>Poisson</a:t>
            </a:r>
            <a:r>
              <a:rPr lang="zh-CN" altLang="zh-CN" sz="3600" dirty="0">
                <a:solidFill>
                  <a:srgbClr val="993300"/>
                </a:solidFill>
              </a:rPr>
              <a:t>过程</a:t>
            </a:r>
            <a:endParaRPr lang="zh-CN" altLang="en-US"/>
          </a:p>
        </p:txBody>
      </p:sp>
      <p:sp>
        <p:nvSpPr>
          <p:cNvPr id="244739" name="文本占位符 244738"/>
          <p:cNvSpPr>
            <a:spLocks noGrp="1"/>
          </p:cNvSpPr>
          <p:nvPr>
            <p:ph type="body" idx="1"/>
          </p:nvPr>
        </p:nvSpPr>
        <p:spPr>
          <a:xfrm>
            <a:off x="1106170" y="1899285"/>
            <a:ext cx="7772400" cy="5029200"/>
          </a:xfrm>
        </p:spPr>
        <p:txBody>
          <a:bodyPr/>
          <a:p>
            <a:r>
              <a:rPr lang="zh-CN" altLang="en-US" sz="2400" dirty="0">
                <a:solidFill>
                  <a:schemeClr val="accent2"/>
                </a:solidFill>
              </a:rPr>
              <a:t>定义</a:t>
            </a:r>
            <a:r>
              <a:rPr lang="zh-CN" altLang="en-US" sz="2400" dirty="0"/>
              <a:t>：设       为时间         内到达系统的顾客数，若满足下面三个条件：</a:t>
            </a:r>
            <a:endParaRPr lang="zh-CN" altLang="en-US" sz="2400" dirty="0"/>
          </a:p>
          <a:p>
            <a:pPr lvl="1"/>
            <a:r>
              <a:rPr lang="zh-CN" altLang="en-US" sz="2400" dirty="0">
                <a:ea typeface="楷体_GB2312" pitchFamily="49" charset="-122"/>
              </a:rPr>
              <a:t>独立性：在任意两个不相交的区间内顾客到</a:t>
            </a:r>
            <a:endParaRPr lang="zh-CN" altLang="en-US" sz="2400" dirty="0">
              <a:ea typeface="楷体_GB2312" pitchFamily="49" charset="-122"/>
            </a:endParaRPr>
          </a:p>
          <a:p>
            <a:pPr lvl="1">
              <a:buNone/>
            </a:pPr>
            <a:r>
              <a:rPr lang="zh-CN" altLang="en-US" sz="2400" dirty="0">
                <a:ea typeface="楷体_GB2312" pitchFamily="49" charset="-122"/>
              </a:rPr>
              <a:t>                  达的情况相互独立；</a:t>
            </a:r>
            <a:endParaRPr lang="zh-CN" altLang="en-US" sz="2400" dirty="0">
              <a:ea typeface="楷体_GB2312" pitchFamily="49" charset="-122"/>
            </a:endParaRPr>
          </a:p>
          <a:p>
            <a:pPr lvl="1"/>
            <a:r>
              <a:rPr lang="zh-CN" altLang="en-US" sz="2400" dirty="0">
                <a:ea typeface="楷体_GB2312" pitchFamily="49" charset="-122"/>
              </a:rPr>
              <a:t>平稳性：在                内有一个顾客到达的</a:t>
            </a:r>
            <a:endParaRPr lang="zh-CN" altLang="en-US" sz="2400" dirty="0">
              <a:ea typeface="楷体_GB2312" pitchFamily="49" charset="-122"/>
            </a:endParaRPr>
          </a:p>
          <a:p>
            <a:pPr lvl="1">
              <a:buNone/>
            </a:pPr>
            <a:r>
              <a:rPr lang="zh-CN" altLang="en-US" sz="2400" dirty="0">
                <a:ea typeface="楷体_GB2312" pitchFamily="49" charset="-122"/>
              </a:rPr>
              <a:t>                概率为    </a:t>
            </a:r>
            <a:endParaRPr lang="zh-CN" altLang="en-US" sz="2400" dirty="0">
              <a:ea typeface="楷体_GB2312" pitchFamily="49" charset="-122"/>
            </a:endParaRPr>
          </a:p>
          <a:p>
            <a:pPr lvl="1"/>
            <a:r>
              <a:rPr lang="zh-CN" altLang="en-US" sz="2400" dirty="0">
                <a:ea typeface="楷体_GB2312" pitchFamily="49" charset="-122"/>
              </a:rPr>
              <a:t>普通性：在                  内多于一个顾客到达                    </a:t>
            </a:r>
            <a:endParaRPr lang="zh-CN" altLang="en-US" sz="2400" dirty="0">
              <a:ea typeface="楷体_GB2312" pitchFamily="49" charset="-122"/>
            </a:endParaRPr>
          </a:p>
          <a:p>
            <a:pPr lvl="1"/>
            <a:r>
              <a:rPr lang="zh-CN" altLang="en-US" sz="2400" dirty="0">
                <a:ea typeface="楷体_GB2312" pitchFamily="49" charset="-122"/>
              </a:rPr>
              <a:t>             的率为           </a:t>
            </a:r>
            <a:endParaRPr lang="zh-CN" altLang="zh-CN" sz="2400">
              <a:ea typeface="楷体_GB2312" pitchFamily="49" charset="-122"/>
            </a:endParaRPr>
          </a:p>
          <a:p>
            <a:pPr lvl="1">
              <a:buNone/>
            </a:pPr>
            <a:r>
              <a:rPr lang="zh-CN" altLang="en-US" sz="2400" dirty="0">
                <a:ea typeface="楷体_GB2312" pitchFamily="49" charset="-122"/>
              </a:rPr>
              <a:t>则称                 为</a:t>
            </a:r>
            <a:r>
              <a:rPr lang="en-US" altLang="zh-CN" sz="2400">
                <a:ea typeface="楷体_GB2312" pitchFamily="49" charset="-122"/>
              </a:rPr>
              <a:t>Poisson</a:t>
            </a:r>
            <a:r>
              <a:rPr lang="zh-CN" altLang="en-US" sz="2400" dirty="0">
                <a:ea typeface="楷体_GB2312" pitchFamily="49" charset="-122"/>
              </a:rPr>
              <a:t>过程。</a:t>
            </a:r>
            <a:endParaRPr lang="zh-CN" altLang="en-US" sz="2400" dirty="0"/>
          </a:p>
        </p:txBody>
      </p:sp>
      <p:grpSp>
        <p:nvGrpSpPr>
          <p:cNvPr id="244740" name="组合 244739"/>
          <p:cNvGrpSpPr/>
          <p:nvPr/>
        </p:nvGrpSpPr>
        <p:grpSpPr>
          <a:xfrm>
            <a:off x="2119313" y="1898968"/>
            <a:ext cx="3887787" cy="3894137"/>
            <a:chOff x="1488" y="864"/>
            <a:chExt cx="2648" cy="2862"/>
          </a:xfrm>
        </p:grpSpPr>
        <p:graphicFrame>
          <p:nvGraphicFramePr>
            <p:cNvPr id="244741" name="对象 244740"/>
            <p:cNvGraphicFramePr/>
            <p:nvPr/>
          </p:nvGraphicFramePr>
          <p:xfrm>
            <a:off x="1920" y="864"/>
            <a:ext cx="480" cy="327"/>
          </p:xfrm>
          <a:graphic>
            <a:graphicData uri="http://schemas.openxmlformats.org/presentationml/2006/ole">
              <mc:AlternateContent xmlns:mc="http://schemas.openxmlformats.org/markup-compatibility/2006">
                <mc:Choice xmlns:v="urn:schemas-microsoft-com:vml" Requires="v">
                  <p:oleObj spid="_x0000_s3103" name="" r:id="rId1" imgW="330200" imgH="203200" progId="Equation.3">
                    <p:embed/>
                  </p:oleObj>
                </mc:Choice>
                <mc:Fallback>
                  <p:oleObj name="" r:id="rId1" imgW="330200" imgH="203200" progId="Equation.3">
                    <p:embed/>
                    <p:pic>
                      <p:nvPicPr>
                        <p:cNvPr id="0" name="图片 3102"/>
                        <p:cNvPicPr/>
                        <p:nvPr/>
                      </p:nvPicPr>
                      <p:blipFill>
                        <a:blip r:embed="rId2"/>
                        <a:stretch>
                          <a:fillRect/>
                        </a:stretch>
                      </p:blipFill>
                      <p:spPr>
                        <a:xfrm>
                          <a:off x="1920" y="864"/>
                          <a:ext cx="480" cy="327"/>
                        </a:xfrm>
                        <a:prstGeom prst="rect">
                          <a:avLst/>
                        </a:prstGeom>
                        <a:noFill/>
                        <a:ln w="38100">
                          <a:noFill/>
                          <a:miter/>
                        </a:ln>
                      </p:spPr>
                    </p:pic>
                  </p:oleObj>
                </mc:Fallback>
              </mc:AlternateContent>
            </a:graphicData>
          </a:graphic>
        </p:graphicFrame>
        <p:graphicFrame>
          <p:nvGraphicFramePr>
            <p:cNvPr id="244742" name="对象 244741"/>
            <p:cNvGraphicFramePr/>
            <p:nvPr/>
          </p:nvGraphicFramePr>
          <p:xfrm>
            <a:off x="3072" y="864"/>
            <a:ext cx="524" cy="316"/>
          </p:xfrm>
          <a:graphic>
            <a:graphicData uri="http://schemas.openxmlformats.org/presentationml/2006/ole">
              <mc:AlternateContent xmlns:mc="http://schemas.openxmlformats.org/markup-compatibility/2006">
                <mc:Choice xmlns:v="urn:schemas-microsoft-com:vml" Requires="v">
                  <p:oleObj spid="_x0000_s3102" name="" r:id="rId3" imgW="291465" imgH="215900" progId="Equation.3">
                    <p:embed/>
                  </p:oleObj>
                </mc:Choice>
                <mc:Fallback>
                  <p:oleObj name="" r:id="rId3" imgW="291465" imgH="215900" progId="Equation.3">
                    <p:embed/>
                    <p:pic>
                      <p:nvPicPr>
                        <p:cNvPr id="0" name="图片 3101"/>
                        <p:cNvPicPr/>
                        <p:nvPr/>
                      </p:nvPicPr>
                      <p:blipFill>
                        <a:blip r:embed="rId4"/>
                        <a:stretch>
                          <a:fillRect/>
                        </a:stretch>
                      </p:blipFill>
                      <p:spPr>
                        <a:xfrm>
                          <a:off x="3072" y="864"/>
                          <a:ext cx="524" cy="316"/>
                        </a:xfrm>
                        <a:prstGeom prst="rect">
                          <a:avLst/>
                        </a:prstGeom>
                        <a:noFill/>
                        <a:ln w="38100">
                          <a:noFill/>
                          <a:miter/>
                        </a:ln>
                      </p:spPr>
                    </p:pic>
                  </p:oleObj>
                </mc:Fallback>
              </mc:AlternateContent>
            </a:graphicData>
          </a:graphic>
        </p:graphicFrame>
        <p:graphicFrame>
          <p:nvGraphicFramePr>
            <p:cNvPr id="244743" name="对象 244742"/>
            <p:cNvGraphicFramePr/>
            <p:nvPr/>
          </p:nvGraphicFramePr>
          <p:xfrm>
            <a:off x="2844" y="2092"/>
            <a:ext cx="71" cy="135"/>
          </p:xfrm>
          <a:graphic>
            <a:graphicData uri="http://schemas.openxmlformats.org/presentationml/2006/ole">
              <mc:AlternateContent xmlns:mc="http://schemas.openxmlformats.org/markup-compatibility/2006">
                <mc:Choice xmlns:v="urn:schemas-microsoft-com:vml" Requires="v">
                  <p:oleObj spid="_x0000_s3100" name="" r:id="rId5" imgW="114300" imgH="215265" progId="Equation.3">
                    <p:embed/>
                  </p:oleObj>
                </mc:Choice>
                <mc:Fallback>
                  <p:oleObj name="" r:id="rId5" imgW="114300" imgH="215265" progId="Equation.3">
                    <p:embed/>
                    <p:pic>
                      <p:nvPicPr>
                        <p:cNvPr id="0" name="图片 3099"/>
                        <p:cNvPicPr/>
                        <p:nvPr/>
                      </p:nvPicPr>
                      <p:blipFill>
                        <a:blip r:embed="rId6"/>
                        <a:stretch>
                          <a:fillRect/>
                        </a:stretch>
                      </p:blipFill>
                      <p:spPr>
                        <a:xfrm>
                          <a:off x="2844" y="2092"/>
                          <a:ext cx="71" cy="135"/>
                        </a:xfrm>
                        <a:prstGeom prst="rect">
                          <a:avLst/>
                        </a:prstGeom>
                        <a:noFill/>
                        <a:ln w="38100">
                          <a:noFill/>
                          <a:miter/>
                        </a:ln>
                      </p:spPr>
                    </p:pic>
                  </p:oleObj>
                </mc:Fallback>
              </mc:AlternateContent>
            </a:graphicData>
          </a:graphic>
        </p:graphicFrame>
        <p:graphicFrame>
          <p:nvGraphicFramePr>
            <p:cNvPr id="244744" name="对象 244743"/>
            <p:cNvGraphicFramePr/>
            <p:nvPr/>
          </p:nvGraphicFramePr>
          <p:xfrm>
            <a:off x="1488" y="3408"/>
            <a:ext cx="1200" cy="318"/>
          </p:xfrm>
          <a:graphic>
            <a:graphicData uri="http://schemas.openxmlformats.org/presentationml/2006/ole">
              <mc:AlternateContent xmlns:mc="http://schemas.openxmlformats.org/markup-compatibility/2006">
                <mc:Choice xmlns:v="urn:schemas-microsoft-com:vml" Requires="v">
                  <p:oleObj spid="_x0000_s3105" name="" r:id="rId7" imgW="761365" imgH="203200" progId="Equation.3">
                    <p:embed/>
                  </p:oleObj>
                </mc:Choice>
                <mc:Fallback>
                  <p:oleObj name="" r:id="rId7" imgW="761365" imgH="203200" progId="Equation.3">
                    <p:embed/>
                    <p:pic>
                      <p:nvPicPr>
                        <p:cNvPr id="0" name="图片 3104"/>
                        <p:cNvPicPr/>
                        <p:nvPr/>
                      </p:nvPicPr>
                      <p:blipFill>
                        <a:blip r:embed="rId8"/>
                        <a:stretch>
                          <a:fillRect/>
                        </a:stretch>
                      </p:blipFill>
                      <p:spPr>
                        <a:xfrm>
                          <a:off x="1488" y="3408"/>
                          <a:ext cx="1200" cy="318"/>
                        </a:xfrm>
                        <a:prstGeom prst="rect">
                          <a:avLst/>
                        </a:prstGeom>
                        <a:noFill/>
                        <a:ln w="38100">
                          <a:noFill/>
                          <a:miter/>
                        </a:ln>
                      </p:spPr>
                    </p:pic>
                  </p:oleObj>
                </mc:Fallback>
              </mc:AlternateContent>
            </a:graphicData>
          </a:graphic>
        </p:graphicFrame>
        <p:graphicFrame>
          <p:nvGraphicFramePr>
            <p:cNvPr id="244745" name="对象 244744"/>
            <p:cNvGraphicFramePr/>
            <p:nvPr/>
          </p:nvGraphicFramePr>
          <p:xfrm>
            <a:off x="2352" y="2112"/>
            <a:ext cx="1030" cy="316"/>
          </p:xfrm>
          <a:graphic>
            <a:graphicData uri="http://schemas.openxmlformats.org/presentationml/2006/ole">
              <mc:AlternateContent xmlns:mc="http://schemas.openxmlformats.org/markup-compatibility/2006">
                <mc:Choice xmlns:v="urn:schemas-microsoft-com:vml" Requires="v">
                  <p:oleObj spid="_x0000_s3104" name="" r:id="rId9" imgW="570865" imgH="215900" progId="Equation.3">
                    <p:embed/>
                  </p:oleObj>
                </mc:Choice>
                <mc:Fallback>
                  <p:oleObj name="" r:id="rId9" imgW="570865" imgH="215900" progId="Equation.3">
                    <p:embed/>
                    <p:pic>
                      <p:nvPicPr>
                        <p:cNvPr id="0" name="图片 3103"/>
                        <p:cNvPicPr/>
                        <p:nvPr/>
                      </p:nvPicPr>
                      <p:blipFill>
                        <a:blip r:embed="rId10"/>
                        <a:stretch>
                          <a:fillRect/>
                        </a:stretch>
                      </p:blipFill>
                      <p:spPr>
                        <a:xfrm>
                          <a:off x="2352" y="2112"/>
                          <a:ext cx="1030" cy="316"/>
                        </a:xfrm>
                        <a:prstGeom prst="rect">
                          <a:avLst/>
                        </a:prstGeom>
                        <a:noFill/>
                        <a:ln w="38100">
                          <a:noFill/>
                          <a:miter/>
                        </a:ln>
                      </p:spPr>
                    </p:pic>
                  </p:oleObj>
                </mc:Fallback>
              </mc:AlternateContent>
            </a:graphicData>
          </a:graphic>
        </p:graphicFrame>
        <p:graphicFrame>
          <p:nvGraphicFramePr>
            <p:cNvPr id="244746" name="对象 244745"/>
            <p:cNvGraphicFramePr/>
            <p:nvPr/>
          </p:nvGraphicFramePr>
          <p:xfrm>
            <a:off x="2784" y="2448"/>
            <a:ext cx="1352" cy="346"/>
          </p:xfrm>
          <a:graphic>
            <a:graphicData uri="http://schemas.openxmlformats.org/presentationml/2006/ole">
              <mc:AlternateContent xmlns:mc="http://schemas.openxmlformats.org/markup-compatibility/2006">
                <mc:Choice xmlns:v="urn:schemas-microsoft-com:vml" Requires="v">
                  <p:oleObj spid="_x0000_s3099" name="" r:id="rId11" imgW="786765" imgH="203200" progId="Equation.3">
                    <p:embed/>
                  </p:oleObj>
                </mc:Choice>
                <mc:Fallback>
                  <p:oleObj name="" r:id="rId11" imgW="786765" imgH="203200" progId="Equation.3">
                    <p:embed/>
                    <p:pic>
                      <p:nvPicPr>
                        <p:cNvPr id="0" name="图片 3098"/>
                        <p:cNvPicPr/>
                        <p:nvPr/>
                      </p:nvPicPr>
                      <p:blipFill>
                        <a:blip r:embed="rId12"/>
                        <a:stretch>
                          <a:fillRect/>
                        </a:stretch>
                      </p:blipFill>
                      <p:spPr>
                        <a:xfrm>
                          <a:off x="2784" y="2448"/>
                          <a:ext cx="1352" cy="346"/>
                        </a:xfrm>
                        <a:prstGeom prst="rect">
                          <a:avLst/>
                        </a:prstGeom>
                        <a:noFill/>
                        <a:ln w="38100">
                          <a:noFill/>
                          <a:miter/>
                        </a:ln>
                      </p:spPr>
                    </p:pic>
                  </p:oleObj>
                </mc:Fallback>
              </mc:AlternateContent>
            </a:graphicData>
          </a:graphic>
        </p:graphicFrame>
        <p:graphicFrame>
          <p:nvGraphicFramePr>
            <p:cNvPr id="244747" name="对象 244746"/>
            <p:cNvGraphicFramePr/>
            <p:nvPr/>
          </p:nvGraphicFramePr>
          <p:xfrm>
            <a:off x="2832" y="3072"/>
            <a:ext cx="654" cy="346"/>
          </p:xfrm>
          <a:graphic>
            <a:graphicData uri="http://schemas.openxmlformats.org/presentationml/2006/ole">
              <mc:AlternateContent xmlns:mc="http://schemas.openxmlformats.org/markup-compatibility/2006">
                <mc:Choice xmlns:v="urn:schemas-microsoft-com:vml" Requires="v">
                  <p:oleObj spid="_x0000_s3101" name="" r:id="rId13" imgW="380365" imgH="203200" progId="Equation.3">
                    <p:embed/>
                  </p:oleObj>
                </mc:Choice>
                <mc:Fallback>
                  <p:oleObj name="" r:id="rId13" imgW="380365" imgH="203200" progId="Equation.3">
                    <p:embed/>
                    <p:pic>
                      <p:nvPicPr>
                        <p:cNvPr id="0" name="图片 3100"/>
                        <p:cNvPicPr/>
                        <p:nvPr/>
                      </p:nvPicPr>
                      <p:blipFill>
                        <a:blip r:embed="rId14"/>
                        <a:stretch>
                          <a:fillRect/>
                        </a:stretch>
                      </p:blipFill>
                      <p:spPr>
                        <a:xfrm>
                          <a:off x="2832" y="3072"/>
                          <a:ext cx="654" cy="346"/>
                        </a:xfrm>
                        <a:prstGeom prst="rect">
                          <a:avLst/>
                        </a:prstGeom>
                        <a:noFill/>
                        <a:ln w="38100">
                          <a:noFill/>
                          <a:miter/>
                        </a:ln>
                      </p:spPr>
                    </p:pic>
                  </p:oleObj>
                </mc:Fallback>
              </mc:AlternateContent>
            </a:graphicData>
          </a:graphic>
        </p:graphicFrame>
        <p:graphicFrame>
          <p:nvGraphicFramePr>
            <p:cNvPr id="244748" name="对象 244747"/>
            <p:cNvGraphicFramePr/>
            <p:nvPr/>
          </p:nvGraphicFramePr>
          <p:xfrm>
            <a:off x="2352" y="2736"/>
            <a:ext cx="1030" cy="316"/>
          </p:xfrm>
          <a:graphic>
            <a:graphicData uri="http://schemas.openxmlformats.org/presentationml/2006/ole">
              <mc:AlternateContent xmlns:mc="http://schemas.openxmlformats.org/markup-compatibility/2006">
                <mc:Choice xmlns:v="urn:schemas-microsoft-com:vml" Requires="v">
                  <p:oleObj spid="_x0000_s3107" name="" r:id="rId15" imgW="570865" imgH="215900" progId="Equation.3">
                    <p:embed/>
                  </p:oleObj>
                </mc:Choice>
                <mc:Fallback>
                  <p:oleObj name="" r:id="rId15" imgW="570865" imgH="215900" progId="Equation.3">
                    <p:embed/>
                    <p:pic>
                      <p:nvPicPr>
                        <p:cNvPr id="0" name="图片 3106"/>
                        <p:cNvPicPr/>
                        <p:nvPr/>
                      </p:nvPicPr>
                      <p:blipFill>
                        <a:blip r:embed="rId10"/>
                        <a:stretch>
                          <a:fillRect/>
                        </a:stretch>
                      </p:blipFill>
                      <p:spPr>
                        <a:xfrm>
                          <a:off x="2352" y="2736"/>
                          <a:ext cx="1030" cy="316"/>
                        </a:xfrm>
                        <a:prstGeom prst="rect">
                          <a:avLst/>
                        </a:prstGeom>
                        <a:noFill/>
                        <a:ln w="38100">
                          <a:noFill/>
                          <a:miter/>
                        </a:ln>
                      </p:spPr>
                    </p:pic>
                  </p:oleObj>
                </mc:Fallback>
              </mc:AlternateContent>
            </a:graphicData>
          </a:graphic>
        </p:graphicFrame>
      </p:grpSp>
      <p:grpSp>
        <p:nvGrpSpPr>
          <p:cNvPr id="244749" name="组合 244748"/>
          <p:cNvGrpSpPr/>
          <p:nvPr/>
        </p:nvGrpSpPr>
        <p:grpSpPr>
          <a:xfrm>
            <a:off x="6103303" y="233363"/>
            <a:ext cx="3429000" cy="1828800"/>
            <a:chOff x="3433" y="1731"/>
            <a:chExt cx="2160" cy="1152"/>
          </a:xfrm>
        </p:grpSpPr>
        <p:sp>
          <p:nvSpPr>
            <p:cNvPr id="244750" name="圆角矩形标注 244749"/>
            <p:cNvSpPr/>
            <p:nvPr/>
          </p:nvSpPr>
          <p:spPr>
            <a:xfrm>
              <a:off x="3433" y="1731"/>
              <a:ext cx="2160" cy="1152"/>
            </a:xfrm>
            <a:prstGeom prst="wedgeRoundRectCallout">
              <a:avLst>
                <a:gd name="adj1" fmla="val -57222"/>
                <a:gd name="adj2" fmla="val 69185"/>
                <a:gd name="adj3" fmla="val 16667"/>
              </a:avLst>
            </a:prstGeom>
            <a:solidFill>
              <a:srgbClr val="FFCCCC"/>
            </a:solidFill>
            <a:ln w="9525">
              <a:noFill/>
            </a:ln>
          </p:spPr>
          <p:txBody>
            <a:bodyPr wrap="none" anchor="ctr"/>
            <a:p>
              <a:r>
                <a:rPr lang="zh-CN" altLang="en-US" sz="2400" dirty="0">
                  <a:solidFill>
                    <a:schemeClr val="tx2"/>
                  </a:solidFill>
                  <a:latin typeface="楷体_GB2312" pitchFamily="49" charset="-122"/>
                  <a:ea typeface="楷体_GB2312" pitchFamily="49" charset="-122"/>
                </a:rPr>
                <a:t>（1）只与区间长度与</a:t>
              </a:r>
              <a:endParaRPr lang="zh-CN" altLang="en-US" sz="2400" dirty="0">
                <a:solidFill>
                  <a:schemeClr val="tx2"/>
                </a:solidFill>
                <a:latin typeface="楷体_GB2312" pitchFamily="49" charset="-122"/>
                <a:ea typeface="楷体_GB2312" pitchFamily="49" charset="-122"/>
              </a:endParaRPr>
            </a:p>
            <a:p>
              <a:r>
                <a:rPr lang="zh-CN" altLang="en-US" sz="2400" dirty="0">
                  <a:solidFill>
                    <a:schemeClr val="tx2"/>
                  </a:solidFill>
                  <a:latin typeface="楷体_GB2312" pitchFamily="49" charset="-122"/>
                  <a:ea typeface="楷体_GB2312" pitchFamily="49" charset="-122"/>
                </a:rPr>
                <a:t>     起点无关。</a:t>
              </a:r>
              <a:endParaRPr lang="zh-CN" altLang="en-US" sz="2400" dirty="0">
                <a:solidFill>
                  <a:schemeClr val="tx2"/>
                </a:solidFill>
                <a:latin typeface="楷体_GB2312" pitchFamily="49" charset="-122"/>
                <a:ea typeface="楷体_GB2312" pitchFamily="49" charset="-122"/>
              </a:endParaRPr>
            </a:p>
            <a:p>
              <a:r>
                <a:rPr lang="zh-CN" altLang="en-US" sz="2400" dirty="0">
                  <a:solidFill>
                    <a:schemeClr val="tx2"/>
                  </a:solidFill>
                  <a:latin typeface="楷体_GB2312" pitchFamily="49" charset="-122"/>
                  <a:ea typeface="楷体_GB2312" pitchFamily="49" charset="-122"/>
                </a:rPr>
                <a:t>（2）单位时间内一个</a:t>
              </a:r>
              <a:endParaRPr lang="zh-CN" altLang="en-US" sz="2400" dirty="0">
                <a:solidFill>
                  <a:schemeClr val="tx2"/>
                </a:solidFill>
                <a:latin typeface="楷体_GB2312" pitchFamily="49" charset="-122"/>
                <a:ea typeface="楷体_GB2312" pitchFamily="49" charset="-122"/>
              </a:endParaRPr>
            </a:p>
            <a:p>
              <a:r>
                <a:rPr lang="zh-CN" altLang="en-US" sz="2400" dirty="0">
                  <a:solidFill>
                    <a:schemeClr val="tx2"/>
                  </a:solidFill>
                  <a:latin typeface="楷体_GB2312" pitchFamily="49" charset="-122"/>
                  <a:ea typeface="楷体_GB2312" pitchFamily="49" charset="-122"/>
                </a:rPr>
                <a:t>    顾客到达的概率</a:t>
              </a:r>
              <a:endParaRPr lang="zh-CN" altLang="en-US" sz="2400" dirty="0">
                <a:solidFill>
                  <a:schemeClr val="tx2"/>
                </a:solidFill>
                <a:latin typeface="楷体_GB2312" pitchFamily="49" charset="-122"/>
                <a:ea typeface="楷体_GB2312" pitchFamily="49" charset="-122"/>
              </a:endParaRPr>
            </a:p>
            <a:p>
              <a:r>
                <a:rPr lang="zh-CN" altLang="en-US" sz="2400" dirty="0">
                  <a:solidFill>
                    <a:schemeClr val="tx2"/>
                  </a:solidFill>
                  <a:latin typeface="楷体_GB2312" pitchFamily="49" charset="-122"/>
                  <a:ea typeface="楷体_GB2312" pitchFamily="49" charset="-122"/>
                </a:rPr>
                <a:t>    为    。</a:t>
              </a:r>
              <a:endParaRPr lang="zh-CN" altLang="en-US" dirty="0">
                <a:solidFill>
                  <a:schemeClr val="tx2"/>
                </a:solidFill>
                <a:latin typeface="楷体_GB2312" pitchFamily="49" charset="-122"/>
                <a:ea typeface="楷体_GB2312" pitchFamily="49" charset="-122"/>
              </a:endParaRPr>
            </a:p>
          </p:txBody>
        </p:sp>
        <p:graphicFrame>
          <p:nvGraphicFramePr>
            <p:cNvPr id="244751" name="对象 244750"/>
            <p:cNvGraphicFramePr/>
            <p:nvPr/>
          </p:nvGraphicFramePr>
          <p:xfrm>
            <a:off x="4131" y="2649"/>
            <a:ext cx="191" cy="234"/>
          </p:xfrm>
          <a:graphic>
            <a:graphicData uri="http://schemas.openxmlformats.org/presentationml/2006/ole">
              <mc:AlternateContent xmlns:mc="http://schemas.openxmlformats.org/markup-compatibility/2006">
                <mc:Choice xmlns:v="urn:schemas-microsoft-com:vml" Requires="v">
                  <p:oleObj spid="_x0000_s3106" name="" r:id="rId16" imgW="139700" imgH="177800" progId="Equation.3">
                    <p:embed/>
                  </p:oleObj>
                </mc:Choice>
                <mc:Fallback>
                  <p:oleObj name="" r:id="rId16" imgW="139700" imgH="177800" progId="Equation.3">
                    <p:embed/>
                    <p:pic>
                      <p:nvPicPr>
                        <p:cNvPr id="0" name="图片 3105"/>
                        <p:cNvPicPr/>
                        <p:nvPr/>
                      </p:nvPicPr>
                      <p:blipFill>
                        <a:blip r:embed="rId17">
                          <a:clrChange>
                            <a:clrFrom>
                              <a:srgbClr val="000000"/>
                            </a:clrFrom>
                            <a:clrTo>
                              <a:srgbClr val="333399"/>
                            </a:clrTo>
                          </a:clrChange>
                        </a:blip>
                        <a:stretch>
                          <a:fillRect/>
                        </a:stretch>
                      </p:blipFill>
                      <p:spPr>
                        <a:xfrm>
                          <a:off x="4131" y="2649"/>
                          <a:ext cx="191" cy="234"/>
                        </a:xfrm>
                        <a:prstGeom prst="rect">
                          <a:avLst/>
                        </a:prstGeom>
                        <a:solidFill>
                          <a:srgbClr val="FFCCCC"/>
                        </a:solidFill>
                        <a:ln w="38100">
                          <a:noFill/>
                          <a:miter/>
                        </a:ln>
                      </p:spPr>
                    </p:pic>
                  </p:oleObj>
                </mc:Fallback>
              </mc:AlternateContent>
            </a:graphicData>
          </a:graphic>
        </p:graphicFrame>
      </p:gr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44749"/>
                                        </p:tgtEl>
                                        <p:attrNameLst>
                                          <p:attrName>style.visibility</p:attrName>
                                        </p:attrNameLst>
                                      </p:cBhvr>
                                      <p:to>
                                        <p:strVal val="visible"/>
                                      </p:to>
                                    </p:set>
                                    <p:animEffect transition="in" filter="blinds(horizontal)">
                                      <p:cBhvr>
                                        <p:cTn id="7" dur="500"/>
                                        <p:tgtEl>
                                          <p:spTgt spid="244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8834" name="文本占位符 248833"/>
          <p:cNvSpPr>
            <a:spLocks noGrp="1"/>
          </p:cNvSpPr>
          <p:nvPr>
            <p:ph type="body" idx="1"/>
          </p:nvPr>
        </p:nvSpPr>
        <p:spPr>
          <a:xfrm>
            <a:off x="954088" y="1988185"/>
            <a:ext cx="7772400" cy="4724400"/>
          </a:xfrm>
        </p:spPr>
        <p:txBody>
          <a:bodyPr/>
          <a:p>
            <a:r>
              <a:rPr lang="zh-CN" altLang="en-US" sz="2800" b="1" dirty="0">
                <a:solidFill>
                  <a:schemeClr val="accent1"/>
                </a:solidFill>
                <a:latin typeface="楷体_GB2312" pitchFamily="49" charset="-122"/>
              </a:rPr>
              <a:t>定义：</a:t>
            </a:r>
            <a:r>
              <a:rPr lang="zh-CN" altLang="en-US" sz="2800" b="1" dirty="0">
                <a:solidFill>
                  <a:schemeClr val="tx2"/>
                </a:solidFill>
                <a:latin typeface="楷体_GB2312" pitchFamily="49" charset="-122"/>
              </a:rPr>
              <a:t>设           为一个随机过程，若</a:t>
            </a:r>
            <a:r>
              <a:rPr lang="en-US" altLang="zh-CN" sz="2800" b="1">
                <a:solidFill>
                  <a:schemeClr val="tx2"/>
                </a:solidFill>
                <a:latin typeface="楷体_GB2312" pitchFamily="49" charset="-122"/>
              </a:rPr>
              <a:t>N(t)</a:t>
            </a:r>
            <a:r>
              <a:rPr lang="zh-CN" altLang="en-US" sz="2800" b="1" dirty="0">
                <a:solidFill>
                  <a:schemeClr val="tx2"/>
                </a:solidFill>
                <a:latin typeface="楷体_GB2312" pitchFamily="49" charset="-122"/>
              </a:rPr>
              <a:t>的概率分布具有以下性质：</a:t>
            </a:r>
            <a:endParaRPr lang="zh-CN" altLang="en-US" sz="2800" b="1" dirty="0">
              <a:solidFill>
                <a:schemeClr val="tx2"/>
              </a:solidFill>
              <a:latin typeface="楷体_GB2312" pitchFamily="49" charset="-122"/>
            </a:endParaRPr>
          </a:p>
          <a:p>
            <a:pPr>
              <a:buNone/>
            </a:pPr>
            <a:r>
              <a:rPr lang="zh-CN" altLang="en-US" sz="2800" b="1" dirty="0">
                <a:solidFill>
                  <a:schemeClr val="tx2"/>
                </a:solidFill>
                <a:latin typeface="楷体_GB2312" pitchFamily="49" charset="-122"/>
              </a:rPr>
              <a:t>   (1)假设</a:t>
            </a:r>
            <a:r>
              <a:rPr lang="en-US" altLang="zh-CN" sz="2800" b="1">
                <a:solidFill>
                  <a:schemeClr val="tx2"/>
                </a:solidFill>
                <a:latin typeface="楷体_GB2312" pitchFamily="49" charset="-122"/>
              </a:rPr>
              <a:t>N(t)=n，</a:t>
            </a:r>
            <a:r>
              <a:rPr lang="zh-CN" altLang="en-US" sz="2800" b="1" dirty="0">
                <a:solidFill>
                  <a:schemeClr val="tx2"/>
                </a:solidFill>
                <a:latin typeface="楷体_GB2312" pitchFamily="49" charset="-122"/>
              </a:rPr>
              <a:t>则从时刻到下一个顾客</a:t>
            </a:r>
            <a:r>
              <a:rPr lang="zh-CN" altLang="en-US" sz="2800" b="1" dirty="0">
                <a:solidFill>
                  <a:srgbClr val="006600"/>
                </a:solidFill>
                <a:latin typeface="楷体_GB2312" pitchFamily="49" charset="-122"/>
              </a:rPr>
              <a:t>到达</a:t>
            </a:r>
            <a:r>
              <a:rPr lang="zh-CN" altLang="en-US" sz="2800" b="1" dirty="0">
                <a:solidFill>
                  <a:schemeClr val="tx2"/>
                </a:solidFill>
                <a:latin typeface="楷体_GB2312" pitchFamily="49" charset="-122"/>
              </a:rPr>
              <a:t>时刻止的时间服从参数为  的负指数分布；</a:t>
            </a:r>
            <a:endParaRPr lang="zh-CN" altLang="zh-CN" sz="2800" b="1" dirty="0">
              <a:solidFill>
                <a:schemeClr val="tx2"/>
              </a:solidFill>
              <a:latin typeface="楷体_GB2312" pitchFamily="49" charset="-122"/>
            </a:endParaRPr>
          </a:p>
          <a:p>
            <a:pPr>
              <a:buNone/>
            </a:pPr>
            <a:r>
              <a:rPr lang="zh-CN" altLang="zh-CN" sz="2800" b="1" dirty="0">
                <a:solidFill>
                  <a:schemeClr val="tx2"/>
                </a:solidFill>
                <a:latin typeface="楷体_GB2312" pitchFamily="49" charset="-122"/>
              </a:rPr>
              <a:t>   (2)</a:t>
            </a:r>
            <a:r>
              <a:rPr lang="zh-CN" altLang="en-US" sz="2800" b="1" dirty="0">
                <a:solidFill>
                  <a:schemeClr val="tx2"/>
                </a:solidFill>
                <a:latin typeface="楷体_GB2312" pitchFamily="49" charset="-122"/>
              </a:rPr>
              <a:t>假设</a:t>
            </a:r>
            <a:r>
              <a:rPr lang="en-US" altLang="zh-CN" sz="2800" b="1">
                <a:solidFill>
                  <a:schemeClr val="tx2"/>
                </a:solidFill>
                <a:latin typeface="楷体_GB2312" pitchFamily="49" charset="-122"/>
              </a:rPr>
              <a:t>N(t)=n，</a:t>
            </a:r>
            <a:r>
              <a:rPr lang="zh-CN" altLang="en-US" sz="2800" b="1" dirty="0">
                <a:solidFill>
                  <a:schemeClr val="tx2"/>
                </a:solidFill>
                <a:latin typeface="楷体_GB2312" pitchFamily="49" charset="-122"/>
              </a:rPr>
              <a:t>则从时刻到下一个顾客</a:t>
            </a:r>
            <a:r>
              <a:rPr lang="zh-CN" altLang="en-US" sz="2800" b="1" dirty="0">
                <a:solidFill>
                  <a:srgbClr val="FF9900"/>
                </a:solidFill>
                <a:latin typeface="楷体_GB2312" pitchFamily="49" charset="-122"/>
              </a:rPr>
              <a:t>离开</a:t>
            </a:r>
            <a:r>
              <a:rPr lang="zh-CN" altLang="en-US" sz="2800" b="1" dirty="0">
                <a:solidFill>
                  <a:schemeClr val="tx2"/>
                </a:solidFill>
                <a:latin typeface="楷体_GB2312" pitchFamily="49" charset="-122"/>
              </a:rPr>
              <a:t>时刻止的时间服从参数为   的负指数分布；</a:t>
            </a:r>
            <a:endParaRPr lang="zh-CN" altLang="zh-CN" sz="2800" b="1" dirty="0">
              <a:solidFill>
                <a:schemeClr val="tx2"/>
              </a:solidFill>
              <a:latin typeface="楷体_GB2312" pitchFamily="49" charset="-122"/>
            </a:endParaRPr>
          </a:p>
          <a:p>
            <a:pPr>
              <a:buNone/>
            </a:pPr>
            <a:r>
              <a:rPr lang="zh-CN" altLang="zh-CN" sz="2800" b="1" dirty="0">
                <a:solidFill>
                  <a:schemeClr val="tx2"/>
                </a:solidFill>
                <a:latin typeface="楷体_GB2312" pitchFamily="49" charset="-122"/>
              </a:rPr>
              <a:t>   (3)</a:t>
            </a:r>
            <a:r>
              <a:rPr lang="zh-CN" altLang="en-US" sz="2800" b="1" dirty="0">
                <a:solidFill>
                  <a:schemeClr val="tx2"/>
                </a:solidFill>
                <a:latin typeface="楷体_GB2312" pitchFamily="49" charset="-122"/>
              </a:rPr>
              <a:t>同一时刻是只有一个顾客到达或离去。</a:t>
            </a:r>
            <a:endParaRPr lang="zh-CN" altLang="en-US" sz="2800" b="1" dirty="0">
              <a:solidFill>
                <a:schemeClr val="tx2"/>
              </a:solidFill>
              <a:latin typeface="楷体_GB2312" pitchFamily="49" charset="-122"/>
            </a:endParaRPr>
          </a:p>
          <a:p>
            <a:pPr>
              <a:buNone/>
            </a:pPr>
            <a:r>
              <a:rPr lang="zh-CN" altLang="en-US" sz="2800" b="1" dirty="0">
                <a:solidFill>
                  <a:schemeClr val="tx2"/>
                </a:solidFill>
                <a:latin typeface="楷体_GB2312" pitchFamily="49" charset="-122"/>
              </a:rPr>
              <a:t>  则称            为一个</a:t>
            </a:r>
            <a:r>
              <a:rPr lang="zh-CN" altLang="en-US" sz="2800" b="1" dirty="0">
                <a:solidFill>
                  <a:srgbClr val="993300"/>
                </a:solidFill>
                <a:latin typeface="楷体_GB2312" pitchFamily="49" charset="-122"/>
              </a:rPr>
              <a:t>生灭过程</a:t>
            </a:r>
            <a:r>
              <a:rPr lang="zh-CN" altLang="en-US" sz="2800" b="1" dirty="0">
                <a:solidFill>
                  <a:schemeClr val="tx2"/>
                </a:solidFill>
                <a:latin typeface="楷体_GB2312" pitchFamily="49" charset="-122"/>
              </a:rPr>
              <a:t>。</a:t>
            </a:r>
            <a:endParaRPr lang="zh-CN" altLang="en-US" sz="2800" b="1" dirty="0">
              <a:solidFill>
                <a:schemeClr val="tx2"/>
              </a:solidFill>
              <a:latin typeface="楷体_GB2312" pitchFamily="49" charset="-122"/>
            </a:endParaRPr>
          </a:p>
          <a:p>
            <a:pPr>
              <a:buNone/>
            </a:pPr>
            <a:r>
              <a:rPr lang="zh-CN" altLang="zh-CN" sz="2800" b="1" dirty="0">
                <a:latin typeface="楷体_GB2312" pitchFamily="49" charset="-122"/>
              </a:rPr>
              <a:t>       </a:t>
            </a:r>
            <a:endParaRPr lang="zh-CN" altLang="zh-CN" sz="2800" b="1" dirty="0">
              <a:latin typeface="楷体_GB2312" pitchFamily="49" charset="-122"/>
            </a:endParaRPr>
          </a:p>
        </p:txBody>
      </p:sp>
      <p:graphicFrame>
        <p:nvGraphicFramePr>
          <p:cNvPr id="248835" name="对象 248834"/>
          <p:cNvGraphicFramePr/>
          <p:nvPr/>
        </p:nvGraphicFramePr>
        <p:xfrm>
          <a:off x="2950210" y="1988185"/>
          <a:ext cx="1905000" cy="450850"/>
        </p:xfrm>
        <a:graphic>
          <a:graphicData uri="http://schemas.openxmlformats.org/presentationml/2006/ole">
            <mc:AlternateContent xmlns:mc="http://schemas.openxmlformats.org/markup-compatibility/2006">
              <mc:Choice xmlns:v="urn:schemas-microsoft-com:vml" Requires="v">
                <p:oleObj spid="_x0000_s3136" name="" r:id="rId1" imgW="1230630" imgH="304800" progId="Equation.3">
                  <p:embed/>
                </p:oleObj>
              </mc:Choice>
              <mc:Fallback>
                <p:oleObj name="" r:id="rId1" imgW="1230630" imgH="304800" progId="Equation.3">
                  <p:embed/>
                  <p:pic>
                    <p:nvPicPr>
                      <p:cNvPr id="0" name="图片 3135"/>
                      <p:cNvPicPr/>
                      <p:nvPr/>
                    </p:nvPicPr>
                    <p:blipFill>
                      <a:blip r:embed="rId2"/>
                      <a:stretch>
                        <a:fillRect/>
                      </a:stretch>
                    </p:blipFill>
                    <p:spPr>
                      <a:xfrm>
                        <a:off x="2950210" y="1988185"/>
                        <a:ext cx="1905000" cy="450850"/>
                      </a:xfrm>
                      <a:prstGeom prst="rect">
                        <a:avLst/>
                      </a:prstGeom>
                      <a:noFill/>
                      <a:ln w="38100">
                        <a:noFill/>
                        <a:miter/>
                      </a:ln>
                    </p:spPr>
                  </p:pic>
                </p:oleObj>
              </mc:Fallback>
            </mc:AlternateContent>
          </a:graphicData>
        </a:graphic>
      </p:graphicFrame>
      <p:graphicFrame>
        <p:nvGraphicFramePr>
          <p:cNvPr id="248836" name="对象 248835"/>
          <p:cNvGraphicFramePr/>
          <p:nvPr/>
        </p:nvGraphicFramePr>
        <p:xfrm>
          <a:off x="2218055" y="5316220"/>
          <a:ext cx="2057400" cy="488950"/>
        </p:xfrm>
        <a:graphic>
          <a:graphicData uri="http://schemas.openxmlformats.org/presentationml/2006/ole">
            <mc:AlternateContent xmlns:mc="http://schemas.openxmlformats.org/markup-compatibility/2006">
              <mc:Choice xmlns:v="urn:schemas-microsoft-com:vml" Requires="v">
                <p:oleObj spid="_x0000_s3135" name="" r:id="rId3" imgW="1230630" imgH="304800" progId="Equation.3">
                  <p:embed/>
                </p:oleObj>
              </mc:Choice>
              <mc:Fallback>
                <p:oleObj name="" r:id="rId3" imgW="1230630" imgH="304800" progId="Equation.3">
                  <p:embed/>
                  <p:pic>
                    <p:nvPicPr>
                      <p:cNvPr id="0" name="图片 3134"/>
                      <p:cNvPicPr/>
                      <p:nvPr/>
                    </p:nvPicPr>
                    <p:blipFill>
                      <a:blip r:embed="rId2"/>
                      <a:stretch>
                        <a:fillRect/>
                      </a:stretch>
                    </p:blipFill>
                    <p:spPr>
                      <a:xfrm>
                        <a:off x="2218055" y="5316220"/>
                        <a:ext cx="2057400" cy="488950"/>
                      </a:xfrm>
                      <a:prstGeom prst="rect">
                        <a:avLst/>
                      </a:prstGeom>
                      <a:noFill/>
                      <a:ln w="38100">
                        <a:noFill/>
                        <a:miter/>
                      </a:ln>
                    </p:spPr>
                  </p:pic>
                </p:oleObj>
              </mc:Fallback>
            </mc:AlternateContent>
          </a:graphicData>
        </a:graphic>
      </p:graphicFrame>
      <p:graphicFrame>
        <p:nvGraphicFramePr>
          <p:cNvPr id="248837" name="对象 248836"/>
          <p:cNvGraphicFramePr/>
          <p:nvPr/>
        </p:nvGraphicFramePr>
        <p:xfrm>
          <a:off x="5288915" y="3378835"/>
          <a:ext cx="457200" cy="469900"/>
        </p:xfrm>
        <a:graphic>
          <a:graphicData uri="http://schemas.openxmlformats.org/presentationml/2006/ole">
            <mc:AlternateContent xmlns:mc="http://schemas.openxmlformats.org/markup-compatibility/2006">
              <mc:Choice xmlns:v="urn:schemas-microsoft-com:vml" Requires="v">
                <p:oleObj spid="_x0000_s3140" name="" r:id="rId4" imgW="254000" imgH="330200" progId="Equation.3">
                  <p:embed/>
                </p:oleObj>
              </mc:Choice>
              <mc:Fallback>
                <p:oleObj name="" r:id="rId4" imgW="254000" imgH="330200" progId="Equation.3">
                  <p:embed/>
                  <p:pic>
                    <p:nvPicPr>
                      <p:cNvPr id="0" name="图片 3139"/>
                      <p:cNvPicPr/>
                      <p:nvPr/>
                    </p:nvPicPr>
                    <p:blipFill>
                      <a:blip r:embed="rId5"/>
                      <a:stretch>
                        <a:fillRect/>
                      </a:stretch>
                    </p:blipFill>
                    <p:spPr>
                      <a:xfrm>
                        <a:off x="5288915" y="3378835"/>
                        <a:ext cx="457200" cy="469900"/>
                      </a:xfrm>
                      <a:prstGeom prst="rect">
                        <a:avLst/>
                      </a:prstGeom>
                      <a:noFill/>
                      <a:ln w="38100">
                        <a:noFill/>
                        <a:miter/>
                      </a:ln>
                    </p:spPr>
                  </p:pic>
                </p:oleObj>
              </mc:Fallback>
            </mc:AlternateContent>
          </a:graphicData>
        </a:graphic>
      </p:graphicFrame>
      <p:graphicFrame>
        <p:nvGraphicFramePr>
          <p:cNvPr id="248838" name="对象 248837"/>
          <p:cNvGraphicFramePr/>
          <p:nvPr/>
        </p:nvGraphicFramePr>
        <p:xfrm>
          <a:off x="5386705" y="4316095"/>
          <a:ext cx="444500" cy="469900"/>
        </p:xfrm>
        <a:graphic>
          <a:graphicData uri="http://schemas.openxmlformats.org/presentationml/2006/ole">
            <mc:AlternateContent xmlns:mc="http://schemas.openxmlformats.org/markup-compatibility/2006">
              <mc:Choice xmlns:v="urn:schemas-microsoft-com:vml" Requires="v">
                <p:oleObj spid="_x0000_s3139" name="" r:id="rId6" imgW="279400" imgH="330200" progId="Equation.3">
                  <p:embed/>
                </p:oleObj>
              </mc:Choice>
              <mc:Fallback>
                <p:oleObj name="" r:id="rId6" imgW="279400" imgH="330200" progId="Equation.3">
                  <p:embed/>
                  <p:pic>
                    <p:nvPicPr>
                      <p:cNvPr id="0" name="图片 3138"/>
                      <p:cNvPicPr/>
                      <p:nvPr/>
                    </p:nvPicPr>
                    <p:blipFill>
                      <a:blip r:embed="rId7"/>
                      <a:stretch>
                        <a:fillRect/>
                      </a:stretch>
                    </p:blipFill>
                    <p:spPr>
                      <a:xfrm>
                        <a:off x="5386705" y="4316095"/>
                        <a:ext cx="444500" cy="469900"/>
                      </a:xfrm>
                      <a:prstGeom prst="rect">
                        <a:avLst/>
                      </a:prstGeom>
                      <a:noFill/>
                      <a:ln w="38100">
                        <a:noFill/>
                        <a:miter/>
                      </a:ln>
                    </p:spPr>
                  </p:pic>
                </p:oleObj>
              </mc:Fallback>
            </mc:AlternateContent>
          </a:graphicData>
        </a:graphic>
      </p:graphicFrame>
      <p:sp>
        <p:nvSpPr>
          <p:cNvPr id="248839" name="标题 248838"/>
          <p:cNvSpPr>
            <a:spLocks noGrp="1"/>
          </p:cNvSpPr>
          <p:nvPr>
            <p:ph type="title"/>
          </p:nvPr>
        </p:nvSpPr>
        <p:spPr>
          <a:xfrm>
            <a:off x="1173480" y="788988"/>
            <a:ext cx="3101975" cy="1071562"/>
          </a:xfrm>
        </p:spPr>
        <p:txBody>
          <a:bodyPr anchor="ctr"/>
          <a:p>
            <a:r>
              <a:rPr lang="zh-CN" altLang="en-US" sz="3600" b="1" dirty="0">
                <a:solidFill>
                  <a:srgbClr val="660033"/>
                </a:solidFill>
              </a:rPr>
              <a:t>生灭</a:t>
            </a:r>
            <a:r>
              <a:rPr lang="zh-CN" altLang="zh-CN" sz="3600" b="1" dirty="0">
                <a:solidFill>
                  <a:srgbClr val="660033"/>
                </a:solidFill>
              </a:rPr>
              <a:t>过程</a:t>
            </a:r>
            <a:endParaRPr lang="zh-CN" altLang="en-US" b="1">
              <a:solidFill>
                <a:srgbClr val="660033"/>
              </a:solidFill>
            </a:endParaRPr>
          </a:p>
        </p:txBody>
      </p:sp>
    </p:spTree>
  </p:cSld>
  <p:clrMapOvr>
    <a:masterClrMapping/>
  </p:clrMapOvr>
  <p:transition spd="slow">
    <p:strips dir="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7090" name="标题 217089"/>
          <p:cNvSpPr>
            <a:spLocks noGrp="1"/>
          </p:cNvSpPr>
          <p:nvPr>
            <p:ph type="ctrTitle"/>
          </p:nvPr>
        </p:nvSpPr>
        <p:spPr>
          <a:xfrm>
            <a:off x="1229678" y="2052003"/>
            <a:ext cx="6121400" cy="1143000"/>
          </a:xfrm>
        </p:spPr>
        <p:txBody>
          <a:bodyPr anchor="b"/>
          <a:p>
            <a:pPr defTabSz="914400">
              <a:buSzPct val="100000"/>
            </a:pPr>
            <a:r>
              <a:rPr lang="zh-CN" altLang="en-US" kern="1200" baseline="0" dirty="0">
                <a:latin typeface="Tahoma" panose="020B0604030504040204" pitchFamily="34" charset="0"/>
                <a:ea typeface="黑体" panose="02010609060101010101" pitchFamily="2" charset="-122"/>
              </a:rPr>
              <a:t>二、排队论的基本知识</a:t>
            </a:r>
            <a:endParaRPr lang="zh-CN" altLang="en-US" kern="1200" baseline="0" dirty="0">
              <a:latin typeface="Tahoma" panose="020B0604030504040204" pitchFamily="34" charset="0"/>
              <a:ea typeface="黑体" panose="02010609060101010101" pitchFamily="2" charset="-122"/>
            </a:endParaRPr>
          </a:p>
        </p:txBody>
      </p:sp>
      <p:sp>
        <p:nvSpPr>
          <p:cNvPr id="217091" name="副标题 217090"/>
          <p:cNvSpPr>
            <a:spLocks noGrp="1"/>
          </p:cNvSpPr>
          <p:nvPr>
            <p:ph type="subTitle" idx="1"/>
          </p:nvPr>
        </p:nvSpPr>
        <p:spPr>
          <a:xfrm>
            <a:off x="1619250" y="3716338"/>
            <a:ext cx="5473700" cy="1752600"/>
          </a:xfrm>
        </p:spPr>
        <p:txBody>
          <a:bodyPr anchor="t"/>
          <a:p>
            <a:pPr algn="l" defTabSz="914400">
              <a:buSzPct val="60000"/>
            </a:pPr>
            <a:r>
              <a:rPr lang="zh-CN" altLang="en-US" sz="2800" b="1" kern="1200" baseline="0" dirty="0">
                <a:solidFill>
                  <a:srgbClr val="660033"/>
                </a:solidFill>
                <a:effectLst>
                  <a:outerShdw blurRad="38100" dist="38100" dir="2700000">
                    <a:srgbClr val="C0C0C0"/>
                  </a:outerShdw>
                </a:effectLst>
                <a:latin typeface="楷体_GB2312" pitchFamily="49" charset="-122"/>
                <a:ea typeface="楷体_GB2312" pitchFamily="49" charset="-122"/>
              </a:rPr>
              <a:t>2</a:t>
            </a:r>
            <a:r>
              <a:rPr lang="en-US" altLang="zh-CN" sz="2800" b="1" kern="1200" baseline="0">
                <a:solidFill>
                  <a:srgbClr val="660033"/>
                </a:solidFill>
                <a:effectLst>
                  <a:outerShdw blurRad="38100" dist="38100" dir="2700000">
                    <a:srgbClr val="C0C0C0"/>
                  </a:outerShdw>
                </a:effectLst>
                <a:latin typeface="楷体_GB2312" pitchFamily="49" charset="-122"/>
                <a:ea typeface="楷体_GB2312" pitchFamily="49" charset="-122"/>
              </a:rPr>
              <a:t>.</a:t>
            </a:r>
            <a:r>
              <a:rPr lang="zh-CN" altLang="zh-CN" sz="2800" b="1" kern="1200" baseline="0" dirty="0">
                <a:solidFill>
                  <a:srgbClr val="660033"/>
                </a:solidFill>
                <a:effectLst>
                  <a:outerShdw blurRad="38100" dist="38100" dir="2700000">
                    <a:srgbClr val="C0C0C0"/>
                  </a:outerShdw>
                </a:effectLst>
                <a:latin typeface="楷体_GB2312" pitchFamily="49" charset="-122"/>
                <a:ea typeface="楷体_GB2312" pitchFamily="49" charset="-122"/>
              </a:rPr>
              <a:t>1</a:t>
            </a:r>
            <a:r>
              <a:rPr lang="en-US" altLang="zh-CN" sz="2800" b="1" kern="1200" baseline="0">
                <a:solidFill>
                  <a:srgbClr val="660033"/>
                </a:solidFill>
                <a:effectLst>
                  <a:outerShdw blurRad="38100" dist="38100" dir="2700000">
                    <a:srgbClr val="C0C0C0"/>
                  </a:outerShdw>
                </a:effectLst>
                <a:latin typeface="楷体_GB2312" pitchFamily="49" charset="-122"/>
                <a:ea typeface="楷体_GB2312" pitchFamily="49" charset="-122"/>
              </a:rPr>
              <a:t> </a:t>
            </a:r>
            <a:r>
              <a:rPr lang="zh-CN" altLang="zh-CN" sz="2800" b="1" kern="1200" baseline="0" dirty="0">
                <a:solidFill>
                  <a:srgbClr val="660033"/>
                </a:solidFill>
                <a:effectLst>
                  <a:outerShdw blurRad="38100" dist="38100" dir="2700000">
                    <a:srgbClr val="C0C0C0"/>
                  </a:outerShdw>
                </a:effectLst>
                <a:latin typeface="楷体_GB2312" pitchFamily="49" charset="-122"/>
                <a:ea typeface="楷体_GB2312" pitchFamily="49" charset="-122"/>
              </a:rPr>
              <a:t>排队</a:t>
            </a:r>
            <a:r>
              <a:rPr lang="zh-CN" altLang="en-US" sz="2800" b="1" kern="1200" baseline="0" dirty="0">
                <a:solidFill>
                  <a:srgbClr val="660033"/>
                </a:solidFill>
                <a:effectLst>
                  <a:outerShdw blurRad="38100" dist="38100" dir="2700000">
                    <a:srgbClr val="C0C0C0"/>
                  </a:outerShdw>
                </a:effectLst>
                <a:latin typeface="楷体_GB2312" pitchFamily="49" charset="-122"/>
                <a:ea typeface="楷体_GB2312" pitchFamily="49" charset="-122"/>
              </a:rPr>
              <a:t>模型</a:t>
            </a:r>
            <a:endParaRPr lang="zh-CN" altLang="en-US" sz="2800" b="1" kern="1200" baseline="0" dirty="0">
              <a:solidFill>
                <a:srgbClr val="660033"/>
              </a:solidFill>
              <a:effectLst>
                <a:outerShdw blurRad="38100" dist="38100" dir="2700000">
                  <a:srgbClr val="C0C0C0"/>
                </a:outerShdw>
              </a:effectLst>
              <a:latin typeface="楷体_GB2312" pitchFamily="49" charset="-122"/>
              <a:ea typeface="楷体_GB2312" pitchFamily="49" charset="-122"/>
            </a:endParaRPr>
          </a:p>
          <a:p>
            <a:pPr algn="l" defTabSz="914400">
              <a:buSzPct val="60000"/>
            </a:pPr>
            <a:r>
              <a:rPr lang="en-US" altLang="zh-CN" sz="2800" b="1" kern="1200" baseline="0">
                <a:solidFill>
                  <a:srgbClr val="660033"/>
                </a:solidFill>
                <a:effectLst>
                  <a:outerShdw blurRad="38100" dist="38100" dir="2700000">
                    <a:srgbClr val="C0C0C0"/>
                  </a:outerShdw>
                </a:effectLst>
                <a:latin typeface="楷体_GB2312" pitchFamily="49" charset="-122"/>
                <a:ea typeface="楷体_GB2312" pitchFamily="49" charset="-122"/>
              </a:rPr>
              <a:t>2.2 </a:t>
            </a:r>
            <a:r>
              <a:rPr lang="zh-CN" altLang="en-US" sz="2800" b="1" kern="1200" baseline="0" dirty="0">
                <a:solidFill>
                  <a:srgbClr val="660033"/>
                </a:solidFill>
                <a:effectLst>
                  <a:outerShdw blurRad="38100" dist="38100" dir="2700000">
                    <a:srgbClr val="C0C0C0"/>
                  </a:outerShdw>
                </a:effectLst>
                <a:latin typeface="楷体_GB2312" pitchFamily="49" charset="-122"/>
                <a:ea typeface="楷体_GB2312" pitchFamily="49" charset="-122"/>
              </a:rPr>
              <a:t>排队系统的组成和特征</a:t>
            </a:r>
            <a:endParaRPr lang="zh-CN" altLang="en-US" sz="2800" b="1" kern="1200" baseline="0" dirty="0">
              <a:solidFill>
                <a:srgbClr val="660033"/>
              </a:solidFill>
              <a:effectLst>
                <a:outerShdw blurRad="38100" dist="38100" dir="2700000">
                  <a:srgbClr val="C0C0C0"/>
                </a:outerShdw>
              </a:effectLst>
              <a:latin typeface="楷体_GB2312" pitchFamily="49" charset="-122"/>
              <a:ea typeface="楷体_GB2312" pitchFamily="49" charset="-122"/>
            </a:endParaRPr>
          </a:p>
        </p:txBody>
      </p:sp>
    </p:spTree>
  </p:cSld>
  <p:clrMapOvr>
    <a:masterClrMapping/>
  </p:clrMapOvr>
  <p:transition spd="slow">
    <p:strips dir="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8114" name="标题 218113"/>
          <p:cNvSpPr>
            <a:spLocks noGrp="1"/>
          </p:cNvSpPr>
          <p:nvPr>
            <p:ph type="title"/>
          </p:nvPr>
        </p:nvSpPr>
        <p:spPr>
          <a:xfrm>
            <a:off x="1226185" y="1030605"/>
            <a:ext cx="5184775" cy="759460"/>
          </a:xfrm>
        </p:spPr>
        <p:txBody>
          <a:bodyPr anchor="b"/>
          <a:p>
            <a:r>
              <a:rPr lang="zh-CN" altLang="en-US" sz="3600" b="1" dirty="0"/>
              <a:t>排队论研究的内容</a:t>
            </a:r>
            <a:endParaRPr lang="zh-CN" altLang="en-US" sz="3600" b="1" dirty="0"/>
          </a:p>
        </p:txBody>
      </p:sp>
      <p:sp>
        <p:nvSpPr>
          <p:cNvPr id="218115" name="文本占位符 218114"/>
          <p:cNvSpPr>
            <a:spLocks noGrp="1"/>
          </p:cNvSpPr>
          <p:nvPr>
            <p:ph type="body" idx="1"/>
          </p:nvPr>
        </p:nvSpPr>
        <p:spPr>
          <a:xfrm>
            <a:off x="821055" y="1790065"/>
            <a:ext cx="6702425" cy="3555365"/>
          </a:xfrm>
        </p:spPr>
        <p:txBody>
          <a:bodyPr/>
          <a:p>
            <a:pPr>
              <a:buNone/>
            </a:pPr>
            <a:endParaRPr lang="zh-CN" altLang="en-US" dirty="0"/>
          </a:p>
          <a:p>
            <a:pPr lvl="1"/>
            <a:r>
              <a:rPr lang="zh-CN" altLang="en-US" dirty="0"/>
              <a:t>性态问题: 排队系统的概率规律, 如队长分布, 等待时间分布等.</a:t>
            </a:r>
            <a:endParaRPr lang="zh-CN" altLang="en-US" dirty="0"/>
          </a:p>
          <a:p>
            <a:pPr lvl="1"/>
            <a:r>
              <a:rPr lang="zh-CN" altLang="en-US" dirty="0"/>
              <a:t>最优化问题: 排队系统的最优设计.</a:t>
            </a:r>
            <a:endParaRPr lang="zh-CN" altLang="en-US" dirty="0"/>
          </a:p>
          <a:p>
            <a:pPr lvl="1"/>
            <a:r>
              <a:rPr lang="zh-CN" altLang="en-US" dirty="0"/>
              <a:t>统计推断: 判定排队系统的类型.</a:t>
            </a:r>
            <a:endParaRPr lang="zh-CN" altLang="en-US" dirty="0"/>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8114">
                                            <p:txEl>
                                              <p:charRg st="0" end="9"/>
                                            </p:txEl>
                                          </p:spTgt>
                                        </p:tgtEl>
                                        <p:attrNameLst>
                                          <p:attrName>style.visibility</p:attrName>
                                        </p:attrNameLst>
                                      </p:cBhvr>
                                      <p:to>
                                        <p:strVal val="visible"/>
                                      </p:to>
                                    </p:set>
                                    <p:animEffect transition="in" filter="wipe(left)">
                                      <p:cBhvr>
                                        <p:cTn id="7" dur="500"/>
                                        <p:tgtEl>
                                          <p:spTgt spid="218114">
                                            <p:txEl>
                                              <p:charRg st="0"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8115">
                                            <p:txEl>
                                              <p:charRg st="1" end="34"/>
                                            </p:txEl>
                                          </p:spTgt>
                                        </p:tgtEl>
                                        <p:attrNameLst>
                                          <p:attrName>style.visibility</p:attrName>
                                        </p:attrNameLst>
                                      </p:cBhvr>
                                      <p:to>
                                        <p:strVal val="visible"/>
                                      </p:to>
                                    </p:set>
                                    <p:animEffect transition="in" filter="wipe(left)">
                                      <p:cBhvr>
                                        <p:cTn id="12" dur="500"/>
                                        <p:tgtEl>
                                          <p:spTgt spid="218115">
                                            <p:txEl>
                                              <p:charRg st="1" end="34"/>
                                            </p:txEl>
                                          </p:spTgt>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218115">
                                            <p:txEl>
                                              <p:charRg st="34" end="52"/>
                                            </p:txEl>
                                          </p:spTgt>
                                        </p:tgtEl>
                                        <p:attrNameLst>
                                          <p:attrName>style.visibility</p:attrName>
                                        </p:attrNameLst>
                                      </p:cBhvr>
                                      <p:to>
                                        <p:strVal val="visible"/>
                                      </p:to>
                                    </p:set>
                                    <p:animEffect transition="in" filter="wipe(left)">
                                      <p:cBhvr>
                                        <p:cTn id="15" dur="500"/>
                                        <p:tgtEl>
                                          <p:spTgt spid="218115">
                                            <p:txEl>
                                              <p:charRg st="34" end="52"/>
                                            </p:txEl>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18115">
                                            <p:txEl>
                                              <p:charRg st="52" end="69"/>
                                            </p:txEl>
                                          </p:spTgt>
                                        </p:tgtEl>
                                        <p:attrNameLst>
                                          <p:attrName>style.visibility</p:attrName>
                                        </p:attrNameLst>
                                      </p:cBhvr>
                                      <p:to>
                                        <p:strVal val="visible"/>
                                      </p:to>
                                    </p:set>
                                    <p:animEffect transition="in" filter="wipe(left)">
                                      <p:cBhvr>
                                        <p:cTn id="18" dur="500"/>
                                        <p:tgtEl>
                                          <p:spTgt spid="218115">
                                            <p:txEl>
                                              <p:charRg st="52" end="6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4" grpId="0" build="p"/>
      <p:bldP spid="21811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19138" name="组合 219137"/>
          <p:cNvGrpSpPr/>
          <p:nvPr/>
        </p:nvGrpSpPr>
        <p:grpSpPr>
          <a:xfrm>
            <a:off x="381000" y="2362200"/>
            <a:ext cx="1992313" cy="3983038"/>
            <a:chOff x="288" y="1440"/>
            <a:chExt cx="1255" cy="2509"/>
          </a:xfrm>
        </p:grpSpPr>
        <p:grpSp>
          <p:nvGrpSpPr>
            <p:cNvPr id="219139" name="组合 219138"/>
            <p:cNvGrpSpPr/>
            <p:nvPr/>
          </p:nvGrpSpPr>
          <p:grpSpPr>
            <a:xfrm>
              <a:off x="288" y="1802"/>
              <a:ext cx="1255" cy="2147"/>
              <a:chOff x="375" y="1551"/>
              <a:chExt cx="1255" cy="2147"/>
            </a:xfrm>
          </p:grpSpPr>
          <p:sp>
            <p:nvSpPr>
              <p:cNvPr id="219140" name="任意多边形 219139"/>
              <p:cNvSpPr/>
              <p:nvPr/>
            </p:nvSpPr>
            <p:spPr>
              <a:xfrm>
                <a:off x="375" y="1551"/>
                <a:ext cx="1255" cy="2147"/>
              </a:xfrm>
              <a:custGeom>
                <a:avLst/>
                <a:gdLst/>
                <a:ahLst/>
                <a:cxnLst/>
                <a:pathLst>
                  <a:path w="1255" h="2147">
                    <a:moveTo>
                      <a:pt x="644" y="4"/>
                    </a:moveTo>
                    <a:cubicBezTo>
                      <a:pt x="679" y="7"/>
                      <a:pt x="717" y="19"/>
                      <a:pt x="749" y="34"/>
                    </a:cubicBezTo>
                    <a:cubicBezTo>
                      <a:pt x="780" y="48"/>
                      <a:pt x="801" y="67"/>
                      <a:pt x="832" y="94"/>
                    </a:cubicBezTo>
                    <a:cubicBezTo>
                      <a:pt x="862" y="120"/>
                      <a:pt x="908" y="158"/>
                      <a:pt x="931" y="192"/>
                    </a:cubicBezTo>
                    <a:cubicBezTo>
                      <a:pt x="953" y="225"/>
                      <a:pt x="952" y="251"/>
                      <a:pt x="968" y="298"/>
                    </a:cubicBezTo>
                    <a:cubicBezTo>
                      <a:pt x="983" y="344"/>
                      <a:pt x="1009" y="428"/>
                      <a:pt x="1021" y="472"/>
                    </a:cubicBezTo>
                    <a:cubicBezTo>
                      <a:pt x="1032" y="515"/>
                      <a:pt x="1029" y="535"/>
                      <a:pt x="1036" y="562"/>
                    </a:cubicBezTo>
                    <a:cubicBezTo>
                      <a:pt x="1042" y="588"/>
                      <a:pt x="1045" y="607"/>
                      <a:pt x="1059" y="630"/>
                    </a:cubicBezTo>
                    <a:cubicBezTo>
                      <a:pt x="1072" y="652"/>
                      <a:pt x="1095" y="671"/>
                      <a:pt x="1119" y="698"/>
                    </a:cubicBezTo>
                    <a:cubicBezTo>
                      <a:pt x="1142" y="724"/>
                      <a:pt x="1180" y="753"/>
                      <a:pt x="1202" y="789"/>
                    </a:cubicBezTo>
                    <a:cubicBezTo>
                      <a:pt x="1223" y="824"/>
                      <a:pt x="1240" y="875"/>
                      <a:pt x="1248" y="909"/>
                    </a:cubicBezTo>
                    <a:cubicBezTo>
                      <a:pt x="1255" y="942"/>
                      <a:pt x="1251" y="967"/>
                      <a:pt x="1248" y="993"/>
                    </a:cubicBezTo>
                    <a:cubicBezTo>
                      <a:pt x="1244" y="1018"/>
                      <a:pt x="1232" y="1036"/>
                      <a:pt x="1225" y="1060"/>
                    </a:cubicBezTo>
                    <a:cubicBezTo>
                      <a:pt x="1217" y="1083"/>
                      <a:pt x="1213" y="1114"/>
                      <a:pt x="1202" y="1136"/>
                    </a:cubicBezTo>
                    <a:cubicBezTo>
                      <a:pt x="1190" y="1157"/>
                      <a:pt x="1166" y="1167"/>
                      <a:pt x="1157" y="1189"/>
                    </a:cubicBezTo>
                    <a:cubicBezTo>
                      <a:pt x="1147" y="1210"/>
                      <a:pt x="1142" y="1229"/>
                      <a:pt x="1142" y="1264"/>
                    </a:cubicBezTo>
                    <a:cubicBezTo>
                      <a:pt x="1142" y="1299"/>
                      <a:pt x="1153" y="1359"/>
                      <a:pt x="1157" y="1400"/>
                    </a:cubicBezTo>
                    <a:cubicBezTo>
                      <a:pt x="1160" y="1440"/>
                      <a:pt x="1166" y="1472"/>
                      <a:pt x="1165" y="1506"/>
                    </a:cubicBezTo>
                    <a:cubicBezTo>
                      <a:pt x="1163" y="1540"/>
                      <a:pt x="1154" y="1575"/>
                      <a:pt x="1149" y="1604"/>
                    </a:cubicBezTo>
                    <a:cubicBezTo>
                      <a:pt x="1143" y="1632"/>
                      <a:pt x="1141" y="1650"/>
                      <a:pt x="1134" y="1679"/>
                    </a:cubicBezTo>
                    <a:cubicBezTo>
                      <a:pt x="1126" y="1707"/>
                      <a:pt x="1121" y="1736"/>
                      <a:pt x="1104" y="1777"/>
                    </a:cubicBezTo>
                    <a:cubicBezTo>
                      <a:pt x="1086" y="1817"/>
                      <a:pt x="1052" y="1880"/>
                      <a:pt x="1029" y="1921"/>
                    </a:cubicBezTo>
                    <a:cubicBezTo>
                      <a:pt x="1005" y="1961"/>
                      <a:pt x="982" y="1991"/>
                      <a:pt x="961" y="2019"/>
                    </a:cubicBezTo>
                    <a:cubicBezTo>
                      <a:pt x="939" y="2046"/>
                      <a:pt x="925" y="2068"/>
                      <a:pt x="900" y="2087"/>
                    </a:cubicBezTo>
                    <a:cubicBezTo>
                      <a:pt x="874" y="2105"/>
                      <a:pt x="846" y="2122"/>
                      <a:pt x="810" y="2132"/>
                    </a:cubicBezTo>
                    <a:cubicBezTo>
                      <a:pt x="773" y="2142"/>
                      <a:pt x="723" y="2147"/>
                      <a:pt x="682" y="2147"/>
                    </a:cubicBezTo>
                    <a:cubicBezTo>
                      <a:pt x="640" y="2147"/>
                      <a:pt x="601" y="2144"/>
                      <a:pt x="561" y="2132"/>
                    </a:cubicBezTo>
                    <a:cubicBezTo>
                      <a:pt x="520" y="2119"/>
                      <a:pt x="467" y="2092"/>
                      <a:pt x="440" y="2072"/>
                    </a:cubicBezTo>
                    <a:cubicBezTo>
                      <a:pt x="412" y="2051"/>
                      <a:pt x="412" y="2037"/>
                      <a:pt x="395" y="2011"/>
                    </a:cubicBezTo>
                    <a:cubicBezTo>
                      <a:pt x="377" y="1984"/>
                      <a:pt x="349" y="1945"/>
                      <a:pt x="334" y="1913"/>
                    </a:cubicBezTo>
                    <a:cubicBezTo>
                      <a:pt x="318" y="1880"/>
                      <a:pt x="312" y="1848"/>
                      <a:pt x="304" y="1815"/>
                    </a:cubicBezTo>
                    <a:cubicBezTo>
                      <a:pt x="295" y="1781"/>
                      <a:pt x="290" y="1743"/>
                      <a:pt x="282" y="1710"/>
                    </a:cubicBezTo>
                    <a:cubicBezTo>
                      <a:pt x="273" y="1676"/>
                      <a:pt x="262" y="1642"/>
                      <a:pt x="251" y="1611"/>
                    </a:cubicBezTo>
                    <a:cubicBezTo>
                      <a:pt x="239" y="1579"/>
                      <a:pt x="231" y="1553"/>
                      <a:pt x="214" y="1521"/>
                    </a:cubicBezTo>
                    <a:cubicBezTo>
                      <a:pt x="196" y="1488"/>
                      <a:pt x="172" y="1448"/>
                      <a:pt x="146" y="1415"/>
                    </a:cubicBezTo>
                    <a:cubicBezTo>
                      <a:pt x="119" y="1381"/>
                      <a:pt x="76" y="1348"/>
                      <a:pt x="55" y="1317"/>
                    </a:cubicBezTo>
                    <a:cubicBezTo>
                      <a:pt x="33" y="1285"/>
                      <a:pt x="25" y="1259"/>
                      <a:pt x="17" y="1226"/>
                    </a:cubicBezTo>
                    <a:cubicBezTo>
                      <a:pt x="8" y="1192"/>
                      <a:pt x="0" y="1151"/>
                      <a:pt x="2" y="1113"/>
                    </a:cubicBezTo>
                    <a:cubicBezTo>
                      <a:pt x="3" y="1074"/>
                      <a:pt x="13" y="1027"/>
                      <a:pt x="25" y="993"/>
                    </a:cubicBezTo>
                    <a:cubicBezTo>
                      <a:pt x="36" y="958"/>
                      <a:pt x="48" y="929"/>
                      <a:pt x="70" y="902"/>
                    </a:cubicBezTo>
                    <a:cubicBezTo>
                      <a:pt x="91" y="874"/>
                      <a:pt x="134" y="852"/>
                      <a:pt x="153" y="826"/>
                    </a:cubicBezTo>
                    <a:cubicBezTo>
                      <a:pt x="171" y="799"/>
                      <a:pt x="175" y="774"/>
                      <a:pt x="183" y="743"/>
                    </a:cubicBezTo>
                    <a:cubicBezTo>
                      <a:pt x="190" y="711"/>
                      <a:pt x="196" y="674"/>
                      <a:pt x="199" y="638"/>
                    </a:cubicBezTo>
                    <a:cubicBezTo>
                      <a:pt x="201" y="601"/>
                      <a:pt x="195" y="563"/>
                      <a:pt x="199" y="525"/>
                    </a:cubicBezTo>
                    <a:cubicBezTo>
                      <a:pt x="202" y="486"/>
                      <a:pt x="213" y="446"/>
                      <a:pt x="221" y="404"/>
                    </a:cubicBezTo>
                    <a:cubicBezTo>
                      <a:pt x="228" y="361"/>
                      <a:pt x="228" y="308"/>
                      <a:pt x="244" y="268"/>
                    </a:cubicBezTo>
                    <a:cubicBezTo>
                      <a:pt x="259" y="227"/>
                      <a:pt x="289" y="192"/>
                      <a:pt x="312" y="162"/>
                    </a:cubicBezTo>
                    <a:cubicBezTo>
                      <a:pt x="334" y="131"/>
                      <a:pt x="357" y="105"/>
                      <a:pt x="380" y="87"/>
                    </a:cubicBezTo>
                    <a:cubicBezTo>
                      <a:pt x="402" y="68"/>
                      <a:pt x="421" y="61"/>
                      <a:pt x="448" y="49"/>
                    </a:cubicBezTo>
                    <a:cubicBezTo>
                      <a:pt x="474" y="36"/>
                      <a:pt x="505" y="18"/>
                      <a:pt x="538" y="11"/>
                    </a:cubicBezTo>
                    <a:cubicBezTo>
                      <a:pt x="570" y="3"/>
                      <a:pt x="608" y="0"/>
                      <a:pt x="644" y="4"/>
                    </a:cubicBezTo>
                    <a:close/>
                  </a:path>
                </a:pathLst>
              </a:custGeom>
              <a:solidFill>
                <a:srgbClr val="E0EAEE"/>
              </a:solidFill>
              <a:ln w="12700">
                <a:noFill/>
              </a:ln>
            </p:spPr>
            <p:txBody>
              <a:bodyPr/>
              <a:p>
                <a:endParaRPr lang="zh-CN" altLang="en-US"/>
              </a:p>
            </p:txBody>
          </p:sp>
          <p:sp>
            <p:nvSpPr>
              <p:cNvPr id="219141" name="椭圆 219140"/>
              <p:cNvSpPr/>
              <p:nvPr/>
            </p:nvSpPr>
            <p:spPr>
              <a:xfrm>
                <a:off x="736" y="1756"/>
                <a:ext cx="98" cy="98"/>
              </a:xfrm>
              <a:prstGeom prst="ellipse">
                <a:avLst/>
              </a:prstGeom>
              <a:solidFill>
                <a:srgbClr val="00A9DA"/>
              </a:solidFill>
              <a:ln w="12700">
                <a:noFill/>
              </a:ln>
            </p:spPr>
            <p:txBody>
              <a:bodyPr/>
              <a:p>
                <a:endParaRPr lang="zh-CN" altLang="en-US"/>
              </a:p>
            </p:txBody>
          </p:sp>
          <p:sp>
            <p:nvSpPr>
              <p:cNvPr id="219142" name="椭圆 219141"/>
              <p:cNvSpPr/>
              <p:nvPr/>
            </p:nvSpPr>
            <p:spPr>
              <a:xfrm>
                <a:off x="899" y="2587"/>
                <a:ext cx="98" cy="98"/>
              </a:xfrm>
              <a:prstGeom prst="ellipse">
                <a:avLst/>
              </a:prstGeom>
              <a:solidFill>
                <a:srgbClr val="00A9DA"/>
              </a:solidFill>
              <a:ln w="12700">
                <a:noFill/>
              </a:ln>
            </p:spPr>
            <p:txBody>
              <a:bodyPr/>
              <a:p>
                <a:endParaRPr lang="zh-CN" altLang="en-US"/>
              </a:p>
            </p:txBody>
          </p:sp>
          <p:sp>
            <p:nvSpPr>
              <p:cNvPr id="219143" name="任意多边形 219142"/>
              <p:cNvSpPr/>
              <p:nvPr/>
            </p:nvSpPr>
            <p:spPr>
              <a:xfrm>
                <a:off x="1144" y="1891"/>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19144" name="任意多边形 219143"/>
              <p:cNvSpPr/>
              <p:nvPr/>
            </p:nvSpPr>
            <p:spPr>
              <a:xfrm>
                <a:off x="1380" y="2411"/>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19145" name="矩形 219144"/>
              <p:cNvSpPr/>
              <p:nvPr/>
            </p:nvSpPr>
            <p:spPr>
              <a:xfrm>
                <a:off x="1251" y="3266"/>
                <a:ext cx="104" cy="104"/>
              </a:xfrm>
              <a:prstGeom prst="rect">
                <a:avLst/>
              </a:prstGeom>
              <a:solidFill>
                <a:srgbClr val="D0A4B1"/>
              </a:solidFill>
              <a:ln w="12700">
                <a:noFill/>
              </a:ln>
            </p:spPr>
            <p:txBody>
              <a:bodyPr/>
              <a:p>
                <a:endParaRPr lang="zh-CN" altLang="en-US"/>
              </a:p>
            </p:txBody>
          </p:sp>
          <p:sp>
            <p:nvSpPr>
              <p:cNvPr id="219146" name="椭圆 219145"/>
              <p:cNvSpPr/>
              <p:nvPr/>
            </p:nvSpPr>
            <p:spPr>
              <a:xfrm>
                <a:off x="1006" y="2034"/>
                <a:ext cx="98" cy="98"/>
              </a:xfrm>
              <a:prstGeom prst="ellipse">
                <a:avLst/>
              </a:prstGeom>
              <a:solidFill>
                <a:srgbClr val="00A9DA"/>
              </a:solidFill>
              <a:ln w="12700">
                <a:noFill/>
              </a:ln>
            </p:spPr>
            <p:txBody>
              <a:bodyPr/>
              <a:p>
                <a:endParaRPr lang="zh-CN" altLang="en-US"/>
              </a:p>
            </p:txBody>
          </p:sp>
          <p:sp>
            <p:nvSpPr>
              <p:cNvPr id="219147" name="椭圆 219146"/>
              <p:cNvSpPr/>
              <p:nvPr/>
            </p:nvSpPr>
            <p:spPr>
              <a:xfrm>
                <a:off x="745" y="2902"/>
                <a:ext cx="98" cy="98"/>
              </a:xfrm>
              <a:prstGeom prst="ellipse">
                <a:avLst/>
              </a:prstGeom>
              <a:solidFill>
                <a:srgbClr val="00A9DA"/>
              </a:solidFill>
              <a:ln w="12700">
                <a:noFill/>
              </a:ln>
            </p:spPr>
            <p:txBody>
              <a:bodyPr/>
              <a:p>
                <a:endParaRPr lang="zh-CN" altLang="en-US"/>
              </a:p>
            </p:txBody>
          </p:sp>
          <p:sp>
            <p:nvSpPr>
              <p:cNvPr id="219148" name="任意多边形 219147"/>
              <p:cNvSpPr/>
              <p:nvPr/>
            </p:nvSpPr>
            <p:spPr>
              <a:xfrm>
                <a:off x="773" y="2138"/>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19149" name="任意多边形 219148"/>
              <p:cNvSpPr/>
              <p:nvPr/>
            </p:nvSpPr>
            <p:spPr>
              <a:xfrm>
                <a:off x="1181" y="2402"/>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19150" name="矩形 219149"/>
              <p:cNvSpPr/>
              <p:nvPr/>
            </p:nvSpPr>
            <p:spPr>
              <a:xfrm>
                <a:off x="1294" y="2819"/>
                <a:ext cx="104" cy="104"/>
              </a:xfrm>
              <a:prstGeom prst="rect">
                <a:avLst/>
              </a:prstGeom>
              <a:solidFill>
                <a:srgbClr val="D0A4B1"/>
              </a:solidFill>
              <a:ln w="12700">
                <a:noFill/>
              </a:ln>
            </p:spPr>
            <p:txBody>
              <a:bodyPr/>
              <a:p>
                <a:endParaRPr lang="zh-CN" altLang="en-US"/>
              </a:p>
            </p:txBody>
          </p:sp>
          <p:sp>
            <p:nvSpPr>
              <p:cNvPr id="219151" name="椭圆 219150"/>
              <p:cNvSpPr/>
              <p:nvPr/>
            </p:nvSpPr>
            <p:spPr>
              <a:xfrm>
                <a:off x="732" y="2303"/>
                <a:ext cx="98" cy="98"/>
              </a:xfrm>
              <a:prstGeom prst="ellipse">
                <a:avLst/>
              </a:prstGeom>
              <a:solidFill>
                <a:srgbClr val="00A9DA"/>
              </a:solidFill>
              <a:ln w="12700">
                <a:noFill/>
              </a:ln>
            </p:spPr>
            <p:txBody>
              <a:bodyPr/>
              <a:p>
                <a:endParaRPr lang="zh-CN" altLang="en-US"/>
              </a:p>
            </p:txBody>
          </p:sp>
          <p:sp>
            <p:nvSpPr>
              <p:cNvPr id="219152" name="椭圆 219151"/>
              <p:cNvSpPr/>
              <p:nvPr/>
            </p:nvSpPr>
            <p:spPr>
              <a:xfrm>
                <a:off x="1121" y="3020"/>
                <a:ext cx="98" cy="98"/>
              </a:xfrm>
              <a:prstGeom prst="ellipse">
                <a:avLst/>
              </a:prstGeom>
              <a:solidFill>
                <a:srgbClr val="00A9DA"/>
              </a:solidFill>
              <a:ln w="12700">
                <a:noFill/>
              </a:ln>
            </p:spPr>
            <p:txBody>
              <a:bodyPr/>
              <a:p>
                <a:endParaRPr lang="zh-CN" altLang="en-US"/>
              </a:p>
            </p:txBody>
          </p:sp>
          <p:sp>
            <p:nvSpPr>
              <p:cNvPr id="219153" name="任意多边形 219152"/>
              <p:cNvSpPr/>
              <p:nvPr/>
            </p:nvSpPr>
            <p:spPr>
              <a:xfrm>
                <a:off x="945" y="3034"/>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19154" name="任意多边形 219153"/>
              <p:cNvSpPr/>
              <p:nvPr/>
            </p:nvSpPr>
            <p:spPr>
              <a:xfrm>
                <a:off x="560" y="2822"/>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19155" name="矩形 219154"/>
              <p:cNvSpPr/>
              <p:nvPr/>
            </p:nvSpPr>
            <p:spPr>
              <a:xfrm>
                <a:off x="998" y="2816"/>
                <a:ext cx="104" cy="104"/>
              </a:xfrm>
              <a:prstGeom prst="rect">
                <a:avLst/>
              </a:prstGeom>
              <a:solidFill>
                <a:srgbClr val="D0A4B1"/>
              </a:solidFill>
              <a:ln w="12700">
                <a:noFill/>
              </a:ln>
            </p:spPr>
            <p:txBody>
              <a:bodyPr/>
              <a:p>
                <a:endParaRPr lang="zh-CN" altLang="en-US"/>
              </a:p>
            </p:txBody>
          </p:sp>
          <p:sp>
            <p:nvSpPr>
              <p:cNvPr id="219156" name="椭圆 219155"/>
              <p:cNvSpPr/>
              <p:nvPr/>
            </p:nvSpPr>
            <p:spPr>
              <a:xfrm>
                <a:off x="1152" y="2655"/>
                <a:ext cx="98" cy="98"/>
              </a:xfrm>
              <a:prstGeom prst="ellipse">
                <a:avLst/>
              </a:prstGeom>
              <a:solidFill>
                <a:srgbClr val="00A9DA"/>
              </a:solidFill>
              <a:ln w="12700">
                <a:noFill/>
              </a:ln>
            </p:spPr>
            <p:txBody>
              <a:bodyPr/>
              <a:p>
                <a:endParaRPr lang="zh-CN" altLang="en-US"/>
              </a:p>
            </p:txBody>
          </p:sp>
          <p:sp>
            <p:nvSpPr>
              <p:cNvPr id="219157" name="椭圆 219156"/>
              <p:cNvSpPr/>
              <p:nvPr/>
            </p:nvSpPr>
            <p:spPr>
              <a:xfrm>
                <a:off x="952" y="3342"/>
                <a:ext cx="98" cy="98"/>
              </a:xfrm>
              <a:prstGeom prst="ellipse">
                <a:avLst/>
              </a:prstGeom>
              <a:solidFill>
                <a:srgbClr val="00A9DA"/>
              </a:solidFill>
              <a:ln w="12700">
                <a:noFill/>
              </a:ln>
            </p:spPr>
            <p:txBody>
              <a:bodyPr/>
              <a:p>
                <a:endParaRPr lang="zh-CN" altLang="en-US"/>
              </a:p>
            </p:txBody>
          </p:sp>
          <p:sp>
            <p:nvSpPr>
              <p:cNvPr id="219158" name="任意多边形 219157"/>
              <p:cNvSpPr/>
              <p:nvPr/>
            </p:nvSpPr>
            <p:spPr>
              <a:xfrm>
                <a:off x="769" y="3160"/>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19159" name="矩形 219158"/>
              <p:cNvSpPr/>
              <p:nvPr/>
            </p:nvSpPr>
            <p:spPr>
              <a:xfrm>
                <a:off x="634" y="2610"/>
                <a:ext cx="104" cy="104"/>
              </a:xfrm>
              <a:prstGeom prst="rect">
                <a:avLst/>
              </a:prstGeom>
              <a:solidFill>
                <a:srgbClr val="D0A4B1"/>
              </a:solidFill>
              <a:ln w="12700">
                <a:noFill/>
              </a:ln>
            </p:spPr>
            <p:txBody>
              <a:bodyPr/>
              <a:p>
                <a:endParaRPr lang="zh-CN" altLang="en-US"/>
              </a:p>
            </p:txBody>
          </p:sp>
          <p:sp>
            <p:nvSpPr>
              <p:cNvPr id="219160" name="矩形 219159"/>
              <p:cNvSpPr/>
              <p:nvPr/>
            </p:nvSpPr>
            <p:spPr>
              <a:xfrm>
                <a:off x="995" y="1770"/>
                <a:ext cx="104" cy="104"/>
              </a:xfrm>
              <a:prstGeom prst="rect">
                <a:avLst/>
              </a:prstGeom>
              <a:solidFill>
                <a:srgbClr val="D0A4B1"/>
              </a:solidFill>
              <a:ln w="12700">
                <a:noFill/>
              </a:ln>
            </p:spPr>
            <p:txBody>
              <a:bodyPr/>
              <a:p>
                <a:endParaRPr lang="zh-CN" altLang="en-US"/>
              </a:p>
            </p:txBody>
          </p:sp>
          <p:sp>
            <p:nvSpPr>
              <p:cNvPr id="219161" name="矩形 219160"/>
              <p:cNvSpPr/>
              <p:nvPr/>
            </p:nvSpPr>
            <p:spPr>
              <a:xfrm>
                <a:off x="705" y="1957"/>
                <a:ext cx="104" cy="104"/>
              </a:xfrm>
              <a:prstGeom prst="rect">
                <a:avLst/>
              </a:prstGeom>
              <a:solidFill>
                <a:srgbClr val="D0A4B1"/>
              </a:solidFill>
              <a:ln w="12700">
                <a:noFill/>
              </a:ln>
            </p:spPr>
            <p:txBody>
              <a:bodyPr/>
              <a:p>
                <a:endParaRPr lang="zh-CN" altLang="en-US"/>
              </a:p>
            </p:txBody>
          </p:sp>
          <p:sp>
            <p:nvSpPr>
              <p:cNvPr id="219162" name="矩形 219161"/>
              <p:cNvSpPr/>
              <p:nvPr/>
            </p:nvSpPr>
            <p:spPr>
              <a:xfrm>
                <a:off x="1126" y="2189"/>
                <a:ext cx="104" cy="104"/>
              </a:xfrm>
              <a:prstGeom prst="rect">
                <a:avLst/>
              </a:prstGeom>
              <a:solidFill>
                <a:srgbClr val="D0A4B1"/>
              </a:solidFill>
              <a:ln w="12700">
                <a:noFill/>
              </a:ln>
            </p:spPr>
            <p:txBody>
              <a:bodyPr/>
              <a:p>
                <a:endParaRPr lang="zh-CN" altLang="en-US"/>
              </a:p>
            </p:txBody>
          </p:sp>
          <p:sp>
            <p:nvSpPr>
              <p:cNvPr id="219163" name="矩形 219162"/>
              <p:cNvSpPr/>
              <p:nvPr/>
            </p:nvSpPr>
            <p:spPr>
              <a:xfrm>
                <a:off x="897" y="2360"/>
                <a:ext cx="104" cy="104"/>
              </a:xfrm>
              <a:prstGeom prst="rect">
                <a:avLst/>
              </a:prstGeom>
              <a:solidFill>
                <a:srgbClr val="D0A4B1"/>
              </a:solidFill>
              <a:ln w="12700">
                <a:noFill/>
              </a:ln>
            </p:spPr>
            <p:txBody>
              <a:bodyPr/>
              <a:p>
                <a:endParaRPr lang="zh-CN" altLang="en-US"/>
              </a:p>
            </p:txBody>
          </p:sp>
        </p:grpSp>
        <p:sp>
          <p:nvSpPr>
            <p:cNvPr id="219164" name="文本框 219163"/>
            <p:cNvSpPr txBox="1"/>
            <p:nvPr/>
          </p:nvSpPr>
          <p:spPr>
            <a:xfrm>
              <a:off x="444" y="1440"/>
              <a:ext cx="883" cy="442"/>
            </a:xfrm>
            <a:prstGeom prst="rect">
              <a:avLst/>
            </a:prstGeom>
            <a:noFill/>
            <a:ln w="12700">
              <a:noFill/>
            </a:ln>
          </p:spPr>
          <p:txBody>
            <a:bodyPr>
              <a:spAutoFit/>
            </a:bodyPr>
            <a:p>
              <a:pPr algn="ctr" defTabSz="762000" eaLnBrk="0" hangingPunct="0"/>
              <a:r>
                <a:rPr lang="zh-CN" altLang="en-US" sz="2400" dirty="0">
                  <a:latin typeface="Times New Roman" panose="02020603050405020304" pitchFamily="18" charset="0"/>
                  <a:ea typeface="楷体_GB2312" pitchFamily="49" charset="-122"/>
                </a:rPr>
                <a:t>顾客源</a:t>
              </a:r>
              <a:endParaRPr lang="zh-CN" altLang="en-US" sz="2400" dirty="0">
                <a:latin typeface="Times New Roman" panose="02020603050405020304" pitchFamily="18" charset="0"/>
                <a:ea typeface="楷体_GB2312" pitchFamily="49" charset="-122"/>
              </a:endParaRPr>
            </a:p>
            <a:p>
              <a:pPr algn="ctr" defTabSz="762000" eaLnBrk="0" hangingPunct="0"/>
              <a:endParaRPr lang="zh-CN" altLang="en-US" sz="1600" dirty="0">
                <a:latin typeface="Arial" panose="020B0604020202020204" pitchFamily="34" charset="0"/>
              </a:endParaRPr>
            </a:p>
          </p:txBody>
        </p:sp>
      </p:grpSp>
      <p:sp>
        <p:nvSpPr>
          <p:cNvPr id="219165" name="矩形 219164"/>
          <p:cNvSpPr/>
          <p:nvPr/>
        </p:nvSpPr>
        <p:spPr>
          <a:xfrm>
            <a:off x="914400" y="457200"/>
            <a:ext cx="6529388" cy="968375"/>
          </a:xfrm>
          <a:prstGeom prst="rect">
            <a:avLst/>
          </a:prstGeom>
          <a:noFill/>
          <a:ln w="12700">
            <a:noFill/>
          </a:ln>
        </p:spPr>
        <p:txBody>
          <a:bodyPr lIns="90488" tIns="44450" rIns="90488" bIns="44450" anchor="ctr"/>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en-US" altLang="zh-CN" sz="4000" b="1" i="1"/>
              <a:t>2.1</a:t>
            </a:r>
            <a:r>
              <a:rPr lang="zh-CN" altLang="en-US" sz="4000" b="1" i="1" dirty="0"/>
              <a:t>、</a:t>
            </a:r>
            <a:r>
              <a:rPr lang="zh-CN" altLang="zh-CN" sz="4000" b="1" i="1" dirty="0"/>
              <a:t>排队</a:t>
            </a:r>
            <a:r>
              <a:rPr lang="zh-CN" altLang="en-US" sz="4000" b="1" i="1" dirty="0"/>
              <a:t>模型</a:t>
            </a:r>
            <a:endParaRPr lang="en-AU" altLang="en-US" sz="4000" b="1">
              <a:latin typeface="楷体_GB2312" pitchFamily="49" charset="-122"/>
              <a:ea typeface="楷体_GB2312" pitchFamily="49" charset="-122"/>
            </a:endParaRPr>
          </a:p>
        </p:txBody>
      </p:sp>
      <p:grpSp>
        <p:nvGrpSpPr>
          <p:cNvPr id="219166" name="组合 219165"/>
          <p:cNvGrpSpPr/>
          <p:nvPr/>
        </p:nvGrpSpPr>
        <p:grpSpPr>
          <a:xfrm>
            <a:off x="2325688" y="3133725"/>
            <a:ext cx="4408487" cy="2170113"/>
            <a:chOff x="1465" y="1974"/>
            <a:chExt cx="2777" cy="1367"/>
          </a:xfrm>
        </p:grpSpPr>
        <p:sp>
          <p:nvSpPr>
            <p:cNvPr id="219167" name="直接连接符 219166"/>
            <p:cNvSpPr/>
            <p:nvPr/>
          </p:nvSpPr>
          <p:spPr>
            <a:xfrm>
              <a:off x="1465" y="2812"/>
              <a:ext cx="468" cy="0"/>
            </a:xfrm>
            <a:prstGeom prst="line">
              <a:avLst/>
            </a:prstGeom>
            <a:ln w="76200" cap="flat" cmpd="sng">
              <a:solidFill>
                <a:srgbClr val="B2B2B2"/>
              </a:solidFill>
              <a:prstDash val="solid"/>
              <a:headEnd type="none" w="med" len="med"/>
              <a:tailEnd type="triangle" w="med" len="med"/>
            </a:ln>
          </p:spPr>
        </p:sp>
        <p:sp>
          <p:nvSpPr>
            <p:cNvPr id="219168" name="矩形 219167"/>
            <p:cNvSpPr/>
            <p:nvPr/>
          </p:nvSpPr>
          <p:spPr>
            <a:xfrm>
              <a:off x="1933" y="2276"/>
              <a:ext cx="2309" cy="1065"/>
            </a:xfrm>
            <a:prstGeom prst="rect">
              <a:avLst/>
            </a:prstGeom>
            <a:solidFill>
              <a:srgbClr val="E0EFE4"/>
            </a:solidFill>
            <a:ln w="12700">
              <a:noFill/>
            </a:ln>
          </p:spPr>
          <p:txBody>
            <a:bodyPr/>
            <a:p>
              <a:endParaRPr lang="zh-CN" altLang="en-US"/>
            </a:p>
          </p:txBody>
        </p:sp>
        <p:grpSp>
          <p:nvGrpSpPr>
            <p:cNvPr id="219169" name="组合 219168"/>
            <p:cNvGrpSpPr/>
            <p:nvPr/>
          </p:nvGrpSpPr>
          <p:grpSpPr>
            <a:xfrm>
              <a:off x="2061" y="2752"/>
              <a:ext cx="656" cy="104"/>
              <a:chOff x="2196" y="2453"/>
              <a:chExt cx="656" cy="104"/>
            </a:xfrm>
          </p:grpSpPr>
          <p:sp>
            <p:nvSpPr>
              <p:cNvPr id="219170" name="椭圆 219169"/>
              <p:cNvSpPr/>
              <p:nvPr/>
            </p:nvSpPr>
            <p:spPr>
              <a:xfrm>
                <a:off x="2196" y="2456"/>
                <a:ext cx="98" cy="98"/>
              </a:xfrm>
              <a:prstGeom prst="ellipse">
                <a:avLst/>
              </a:prstGeom>
              <a:solidFill>
                <a:srgbClr val="00A9DA"/>
              </a:solidFill>
              <a:ln w="12700">
                <a:noFill/>
              </a:ln>
            </p:spPr>
            <p:txBody>
              <a:bodyPr/>
              <a:p>
                <a:endParaRPr lang="zh-CN" altLang="en-US"/>
              </a:p>
            </p:txBody>
          </p:sp>
          <p:sp>
            <p:nvSpPr>
              <p:cNvPr id="219171" name="椭圆 219170"/>
              <p:cNvSpPr/>
              <p:nvPr/>
            </p:nvSpPr>
            <p:spPr>
              <a:xfrm>
                <a:off x="2615" y="2456"/>
                <a:ext cx="98" cy="98"/>
              </a:xfrm>
              <a:prstGeom prst="ellipse">
                <a:avLst/>
              </a:prstGeom>
              <a:solidFill>
                <a:srgbClr val="00A9DA"/>
              </a:solidFill>
              <a:ln w="12700">
                <a:noFill/>
              </a:ln>
            </p:spPr>
            <p:txBody>
              <a:bodyPr/>
              <a:p>
                <a:endParaRPr lang="zh-CN" altLang="en-US"/>
              </a:p>
            </p:txBody>
          </p:sp>
          <p:sp>
            <p:nvSpPr>
              <p:cNvPr id="219172" name="任意多边形 219171"/>
              <p:cNvSpPr/>
              <p:nvPr/>
            </p:nvSpPr>
            <p:spPr>
              <a:xfrm>
                <a:off x="2333" y="2461"/>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19173" name="任意多边形 219172"/>
              <p:cNvSpPr/>
              <p:nvPr/>
            </p:nvSpPr>
            <p:spPr>
              <a:xfrm>
                <a:off x="2749" y="2461"/>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19174" name="矩形 219173"/>
              <p:cNvSpPr/>
              <p:nvPr/>
            </p:nvSpPr>
            <p:spPr>
              <a:xfrm>
                <a:off x="2477" y="2453"/>
                <a:ext cx="104" cy="104"/>
              </a:xfrm>
              <a:prstGeom prst="rect">
                <a:avLst/>
              </a:prstGeom>
              <a:solidFill>
                <a:srgbClr val="D0A4B1"/>
              </a:solidFill>
              <a:ln w="12700">
                <a:noFill/>
              </a:ln>
            </p:spPr>
            <p:txBody>
              <a:bodyPr/>
              <a:p>
                <a:endParaRPr lang="zh-CN" altLang="en-US"/>
              </a:p>
            </p:txBody>
          </p:sp>
        </p:grpSp>
        <p:sp>
          <p:nvSpPr>
            <p:cNvPr id="219175" name="直接连接符 219174"/>
            <p:cNvSpPr/>
            <p:nvPr/>
          </p:nvSpPr>
          <p:spPr>
            <a:xfrm>
              <a:off x="2780" y="2809"/>
              <a:ext cx="468" cy="0"/>
            </a:xfrm>
            <a:prstGeom prst="line">
              <a:avLst/>
            </a:prstGeom>
            <a:ln w="76200" cap="flat" cmpd="sng">
              <a:solidFill>
                <a:srgbClr val="000000"/>
              </a:solidFill>
              <a:prstDash val="solid"/>
              <a:headEnd type="none" w="med" len="med"/>
              <a:tailEnd type="triangle" w="med" len="med"/>
            </a:ln>
          </p:spPr>
        </p:sp>
        <p:sp>
          <p:nvSpPr>
            <p:cNvPr id="219176" name="矩形 219175"/>
            <p:cNvSpPr/>
            <p:nvPr/>
          </p:nvSpPr>
          <p:spPr>
            <a:xfrm>
              <a:off x="3252" y="2544"/>
              <a:ext cx="720" cy="528"/>
            </a:xfrm>
            <a:prstGeom prst="rect">
              <a:avLst/>
            </a:prstGeom>
            <a:solidFill>
              <a:srgbClr val="FF99CC"/>
            </a:solidFill>
            <a:ln w="12700">
              <a:noFill/>
            </a:ln>
          </p:spPr>
          <p:txBody>
            <a:bodyPr/>
            <a:p>
              <a:endParaRPr lang="zh-CN" altLang="en-US"/>
            </a:p>
          </p:txBody>
        </p:sp>
        <p:sp>
          <p:nvSpPr>
            <p:cNvPr id="219177" name="文本框 219176"/>
            <p:cNvSpPr txBox="1"/>
            <p:nvPr/>
          </p:nvSpPr>
          <p:spPr>
            <a:xfrm>
              <a:off x="2569" y="1974"/>
              <a:ext cx="892" cy="288"/>
            </a:xfrm>
            <a:prstGeom prst="rect">
              <a:avLst/>
            </a:prstGeom>
            <a:noFill/>
            <a:ln w="12700">
              <a:noFill/>
            </a:ln>
          </p:spPr>
          <p:txBody>
            <a:bodyPr wrap="none" anchor="t">
              <a:spAutoFit/>
            </a:bodyPr>
            <a:p>
              <a:pPr defTabSz="762000" eaLnBrk="0" hangingPunct="0"/>
              <a:r>
                <a:rPr lang="zh-CN" altLang="en-US" sz="2400" dirty="0">
                  <a:latin typeface="Arial" panose="020B0604020202020204" pitchFamily="34" charset="0"/>
                  <a:ea typeface="楷体_GB2312" pitchFamily="49" charset="-122"/>
                </a:rPr>
                <a:t>排队系统</a:t>
              </a:r>
              <a:endParaRPr lang="zh-CN" altLang="en-US" sz="2400" dirty="0">
                <a:latin typeface="Arial" panose="020B0604020202020204" pitchFamily="34" charset="0"/>
                <a:ea typeface="楷体_GB2312" pitchFamily="49" charset="-122"/>
              </a:endParaRPr>
            </a:p>
          </p:txBody>
        </p:sp>
        <p:sp>
          <p:nvSpPr>
            <p:cNvPr id="219178" name="文本框 219177"/>
            <p:cNvSpPr txBox="1"/>
            <p:nvPr/>
          </p:nvSpPr>
          <p:spPr>
            <a:xfrm>
              <a:off x="1921" y="2450"/>
              <a:ext cx="892" cy="288"/>
            </a:xfrm>
            <a:prstGeom prst="rect">
              <a:avLst/>
            </a:prstGeom>
            <a:noFill/>
            <a:ln w="12700">
              <a:noFill/>
            </a:ln>
          </p:spPr>
          <p:txBody>
            <a:bodyPr wrap="none" anchor="t">
              <a:spAutoFit/>
            </a:bodyPr>
            <a:p>
              <a:pPr algn="ctr" defTabSz="762000" eaLnBrk="0" hangingPunct="0"/>
              <a:r>
                <a:rPr lang="zh-CN" altLang="zh-CN" sz="2400" dirty="0">
                  <a:solidFill>
                    <a:srgbClr val="000000"/>
                  </a:solidFill>
                  <a:latin typeface="Arial" panose="020B0604020202020204" pitchFamily="34" charset="0"/>
                  <a:ea typeface="楷体_GB2312" pitchFamily="49" charset="-122"/>
                </a:rPr>
                <a:t>排队</a:t>
              </a:r>
              <a:r>
                <a:rPr lang="zh-CN" altLang="en-US" sz="2400" dirty="0">
                  <a:solidFill>
                    <a:srgbClr val="000000"/>
                  </a:solidFill>
                  <a:latin typeface="Arial" panose="020B0604020202020204" pitchFamily="34" charset="0"/>
                  <a:ea typeface="楷体_GB2312" pitchFamily="49" charset="-122"/>
                </a:rPr>
                <a:t>结构</a:t>
              </a:r>
              <a:endParaRPr lang="zh-CN" altLang="en-US" sz="2400" dirty="0">
                <a:solidFill>
                  <a:srgbClr val="000000"/>
                </a:solidFill>
                <a:latin typeface="Arial" panose="020B0604020202020204" pitchFamily="34" charset="0"/>
                <a:ea typeface="楷体_GB2312" pitchFamily="49" charset="-122"/>
              </a:endParaRPr>
            </a:p>
          </p:txBody>
        </p:sp>
        <p:sp>
          <p:nvSpPr>
            <p:cNvPr id="219179" name="文本框 219178"/>
            <p:cNvSpPr txBox="1"/>
            <p:nvPr/>
          </p:nvSpPr>
          <p:spPr>
            <a:xfrm>
              <a:off x="3246" y="2604"/>
              <a:ext cx="714" cy="212"/>
            </a:xfrm>
            <a:prstGeom prst="rect">
              <a:avLst/>
            </a:prstGeom>
            <a:noFill/>
            <a:ln w="12700">
              <a:noFill/>
            </a:ln>
          </p:spPr>
          <p:txBody>
            <a:bodyPr>
              <a:spAutoFit/>
            </a:bodyPr>
            <a:p>
              <a:pPr algn="ctr" defTabSz="762000" eaLnBrk="0" hangingPunct="0"/>
              <a:endParaRPr lang="zh-CN" altLang="en-US" sz="1600" dirty="0">
                <a:solidFill>
                  <a:srgbClr val="000000"/>
                </a:solidFill>
                <a:latin typeface="Arial" panose="020B0604020202020204" pitchFamily="34" charset="0"/>
              </a:endParaRPr>
            </a:p>
          </p:txBody>
        </p:sp>
        <p:sp>
          <p:nvSpPr>
            <p:cNvPr id="219180" name="文本框 219179"/>
            <p:cNvSpPr txBox="1"/>
            <p:nvPr/>
          </p:nvSpPr>
          <p:spPr>
            <a:xfrm>
              <a:off x="3360" y="2544"/>
              <a:ext cx="504" cy="518"/>
            </a:xfrm>
            <a:prstGeom prst="rect">
              <a:avLst/>
            </a:prstGeom>
            <a:noFill/>
            <a:ln w="9525">
              <a:noFill/>
            </a:ln>
          </p:spPr>
          <p:txBody>
            <a:bodyPr wrap="none" anchor="t">
              <a:spAutoFit/>
            </a:bodyPr>
            <a:p>
              <a:r>
                <a:rPr lang="zh-CN" altLang="en-US" sz="2400" dirty="0">
                  <a:solidFill>
                    <a:schemeClr val="bg2"/>
                  </a:solidFill>
                  <a:latin typeface="Arial" panose="020B0604020202020204" pitchFamily="34" charset="0"/>
                  <a:ea typeface="楷体_GB2312" pitchFamily="49" charset="-122"/>
                </a:rPr>
                <a:t>服务</a:t>
              </a:r>
              <a:endParaRPr lang="zh-CN" altLang="en-US" sz="2400" dirty="0">
                <a:solidFill>
                  <a:schemeClr val="bg2"/>
                </a:solidFill>
                <a:latin typeface="Arial" panose="020B0604020202020204" pitchFamily="34" charset="0"/>
                <a:ea typeface="楷体_GB2312" pitchFamily="49" charset="-122"/>
              </a:endParaRPr>
            </a:p>
            <a:p>
              <a:r>
                <a:rPr lang="zh-CN" altLang="en-US" sz="2400" dirty="0">
                  <a:solidFill>
                    <a:schemeClr val="bg2"/>
                  </a:solidFill>
                  <a:latin typeface="Arial" panose="020B0604020202020204" pitchFamily="34" charset="0"/>
                  <a:ea typeface="楷体_GB2312" pitchFamily="49" charset="-122"/>
                </a:rPr>
                <a:t>机构</a:t>
              </a:r>
              <a:endParaRPr lang="zh-CN" altLang="en-US" sz="2400" dirty="0">
                <a:solidFill>
                  <a:schemeClr val="bg2"/>
                </a:solidFill>
                <a:latin typeface="Arial" panose="020B0604020202020204" pitchFamily="34" charset="0"/>
                <a:ea typeface="楷体_GB2312" pitchFamily="49" charset="-122"/>
              </a:endParaRPr>
            </a:p>
          </p:txBody>
        </p:sp>
        <p:sp>
          <p:nvSpPr>
            <p:cNvPr id="219181" name="文本框 219180"/>
            <p:cNvSpPr txBox="1"/>
            <p:nvPr/>
          </p:nvSpPr>
          <p:spPr>
            <a:xfrm>
              <a:off x="2016" y="2928"/>
              <a:ext cx="756" cy="250"/>
            </a:xfrm>
            <a:prstGeom prst="rect">
              <a:avLst/>
            </a:prstGeom>
            <a:noFill/>
            <a:ln w="9525">
              <a:noFill/>
            </a:ln>
          </p:spPr>
          <p:txBody>
            <a:bodyPr wrap="none" anchor="t">
              <a:spAutoFit/>
            </a:bodyPr>
            <a:p>
              <a:r>
                <a:rPr lang="zh-CN" altLang="en-US" sz="2000" b="0" dirty="0">
                  <a:solidFill>
                    <a:schemeClr val="folHlink"/>
                  </a:solidFill>
                  <a:latin typeface="Times New Roman" panose="02020603050405020304" pitchFamily="18" charset="0"/>
                  <a:ea typeface="隶书" panose="02010509060101010101" pitchFamily="49" charset="-122"/>
                </a:rPr>
                <a:t>排队规则</a:t>
              </a:r>
              <a:endParaRPr lang="zh-CN" altLang="en-US" sz="2400" b="0" dirty="0">
                <a:latin typeface="Times New Roman" panose="02020603050405020304" pitchFamily="18" charset="0"/>
              </a:endParaRPr>
            </a:p>
          </p:txBody>
        </p:sp>
        <p:sp>
          <p:nvSpPr>
            <p:cNvPr id="219182" name="文本框 219181"/>
            <p:cNvSpPr txBox="1"/>
            <p:nvPr/>
          </p:nvSpPr>
          <p:spPr>
            <a:xfrm>
              <a:off x="3216" y="3072"/>
              <a:ext cx="816" cy="250"/>
            </a:xfrm>
            <a:prstGeom prst="rect">
              <a:avLst/>
            </a:prstGeom>
            <a:noFill/>
            <a:ln w="12700">
              <a:noFill/>
            </a:ln>
          </p:spPr>
          <p:txBody>
            <a:bodyPr>
              <a:spAutoFit/>
            </a:bodyPr>
            <a:p>
              <a:pPr algn="ctr" defTabSz="762000" eaLnBrk="0" hangingPunct="0"/>
              <a:r>
                <a:rPr lang="zh-CN" altLang="en-US" sz="2000" dirty="0">
                  <a:solidFill>
                    <a:srgbClr val="CC0066"/>
                  </a:solidFill>
                  <a:latin typeface="Arial" panose="020B0604020202020204" pitchFamily="34" charset="0"/>
                  <a:ea typeface="隶书" panose="02010509060101010101" pitchFamily="49" charset="-122"/>
                </a:rPr>
                <a:t>服务规则</a:t>
              </a:r>
              <a:endParaRPr lang="zh-CN" altLang="en-US" sz="2000" dirty="0">
                <a:solidFill>
                  <a:srgbClr val="CC0066"/>
                </a:solidFill>
                <a:latin typeface="Arial" panose="020B0604020202020204" pitchFamily="34" charset="0"/>
                <a:ea typeface="隶书" panose="02010509060101010101" pitchFamily="49" charset="-122"/>
              </a:endParaRPr>
            </a:p>
          </p:txBody>
        </p:sp>
      </p:grpSp>
      <p:grpSp>
        <p:nvGrpSpPr>
          <p:cNvPr id="219183" name="组合 219182"/>
          <p:cNvGrpSpPr/>
          <p:nvPr/>
        </p:nvGrpSpPr>
        <p:grpSpPr>
          <a:xfrm>
            <a:off x="6300788" y="3505200"/>
            <a:ext cx="2309812" cy="1003300"/>
            <a:chOff x="4017" y="2160"/>
            <a:chExt cx="1455" cy="632"/>
          </a:xfrm>
        </p:grpSpPr>
        <p:sp>
          <p:nvSpPr>
            <p:cNvPr id="219184" name="文本框 219183"/>
            <p:cNvSpPr txBox="1"/>
            <p:nvPr/>
          </p:nvSpPr>
          <p:spPr>
            <a:xfrm>
              <a:off x="4560" y="2160"/>
              <a:ext cx="912" cy="518"/>
            </a:xfrm>
            <a:prstGeom prst="rect">
              <a:avLst/>
            </a:prstGeom>
            <a:noFill/>
            <a:ln w="12700">
              <a:noFill/>
            </a:ln>
          </p:spPr>
          <p:txBody>
            <a:bodyPr>
              <a:spAutoFit/>
            </a:bodyPr>
            <a:p>
              <a:pPr defTabSz="762000" eaLnBrk="0" hangingPunct="0"/>
              <a:r>
                <a:rPr lang="zh-CN" altLang="zh-CN" sz="2400" dirty="0">
                  <a:latin typeface="Arial" panose="020B0604020202020204" pitchFamily="34" charset="0"/>
                  <a:ea typeface="楷体_GB2312" pitchFamily="49" charset="-122"/>
                </a:rPr>
                <a:t>接受</a:t>
              </a:r>
              <a:r>
                <a:rPr lang="zh-CN" altLang="en-US" sz="2400" dirty="0">
                  <a:latin typeface="Arial" panose="020B0604020202020204" pitchFamily="34" charset="0"/>
                  <a:ea typeface="楷体_GB2312" pitchFamily="49" charset="-122"/>
                </a:rPr>
                <a:t>服务</a:t>
              </a:r>
              <a:endParaRPr lang="zh-CN" altLang="en-US" sz="2400" dirty="0">
                <a:latin typeface="Arial" panose="020B0604020202020204" pitchFamily="34" charset="0"/>
                <a:ea typeface="楷体_GB2312" pitchFamily="49" charset="-122"/>
              </a:endParaRPr>
            </a:p>
            <a:p>
              <a:pPr defTabSz="762000" eaLnBrk="0" hangingPunct="0"/>
              <a:r>
                <a:rPr lang="zh-CN" altLang="en-US" sz="2400" dirty="0">
                  <a:latin typeface="Arial" panose="020B0604020202020204" pitchFamily="34" charset="0"/>
                  <a:ea typeface="楷体_GB2312" pitchFamily="49" charset="-122"/>
                </a:rPr>
                <a:t>后离去</a:t>
              </a:r>
              <a:endParaRPr lang="zh-CN" altLang="en-US" sz="2400" dirty="0">
                <a:latin typeface="Arial" panose="020B0604020202020204" pitchFamily="34" charset="0"/>
                <a:ea typeface="楷体_GB2312" pitchFamily="49" charset="-122"/>
              </a:endParaRPr>
            </a:p>
          </p:txBody>
        </p:sp>
        <p:grpSp>
          <p:nvGrpSpPr>
            <p:cNvPr id="219185" name="组合 219184"/>
            <p:cNvGrpSpPr/>
            <p:nvPr/>
          </p:nvGrpSpPr>
          <p:grpSpPr>
            <a:xfrm>
              <a:off x="4704" y="2688"/>
              <a:ext cx="656" cy="104"/>
              <a:chOff x="4777" y="2663"/>
              <a:chExt cx="656" cy="104"/>
            </a:xfrm>
          </p:grpSpPr>
          <p:sp>
            <p:nvSpPr>
              <p:cNvPr id="219186" name="椭圆 219185"/>
              <p:cNvSpPr/>
              <p:nvPr/>
            </p:nvSpPr>
            <p:spPr>
              <a:xfrm>
                <a:off x="4777" y="2666"/>
                <a:ext cx="98" cy="98"/>
              </a:xfrm>
              <a:prstGeom prst="ellipse">
                <a:avLst/>
              </a:prstGeom>
              <a:solidFill>
                <a:srgbClr val="00A9DA"/>
              </a:solidFill>
              <a:ln w="12700">
                <a:noFill/>
              </a:ln>
            </p:spPr>
            <p:txBody>
              <a:bodyPr/>
              <a:p>
                <a:endParaRPr lang="zh-CN" altLang="en-US"/>
              </a:p>
            </p:txBody>
          </p:sp>
          <p:sp>
            <p:nvSpPr>
              <p:cNvPr id="219187" name="椭圆 219186"/>
              <p:cNvSpPr/>
              <p:nvPr/>
            </p:nvSpPr>
            <p:spPr>
              <a:xfrm>
                <a:off x="5196" y="2666"/>
                <a:ext cx="98" cy="98"/>
              </a:xfrm>
              <a:prstGeom prst="ellipse">
                <a:avLst/>
              </a:prstGeom>
              <a:solidFill>
                <a:srgbClr val="00A9DA"/>
              </a:solidFill>
              <a:ln w="12700">
                <a:noFill/>
              </a:ln>
            </p:spPr>
            <p:txBody>
              <a:bodyPr/>
              <a:p>
                <a:endParaRPr lang="zh-CN" altLang="en-US"/>
              </a:p>
            </p:txBody>
          </p:sp>
          <p:sp>
            <p:nvSpPr>
              <p:cNvPr id="219188" name="任意多边形 219187"/>
              <p:cNvSpPr/>
              <p:nvPr/>
            </p:nvSpPr>
            <p:spPr>
              <a:xfrm>
                <a:off x="4914" y="2671"/>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19189" name="任意多边形 219188"/>
              <p:cNvSpPr/>
              <p:nvPr/>
            </p:nvSpPr>
            <p:spPr>
              <a:xfrm>
                <a:off x="5330" y="2671"/>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19190" name="矩形 219189"/>
              <p:cNvSpPr/>
              <p:nvPr/>
            </p:nvSpPr>
            <p:spPr>
              <a:xfrm>
                <a:off x="5058" y="2663"/>
                <a:ext cx="104" cy="104"/>
              </a:xfrm>
              <a:prstGeom prst="rect">
                <a:avLst/>
              </a:prstGeom>
              <a:solidFill>
                <a:srgbClr val="D0A4B1"/>
              </a:solidFill>
              <a:ln w="12700">
                <a:noFill/>
              </a:ln>
            </p:spPr>
            <p:txBody>
              <a:bodyPr/>
              <a:p>
                <a:endParaRPr lang="zh-CN" altLang="en-US"/>
              </a:p>
            </p:txBody>
          </p:sp>
        </p:grpSp>
        <p:sp>
          <p:nvSpPr>
            <p:cNvPr id="219191" name="直接连接符 219190"/>
            <p:cNvSpPr/>
            <p:nvPr/>
          </p:nvSpPr>
          <p:spPr>
            <a:xfrm>
              <a:off x="4017" y="2752"/>
              <a:ext cx="588" cy="0"/>
            </a:xfrm>
            <a:prstGeom prst="line">
              <a:avLst/>
            </a:prstGeom>
            <a:ln w="76200" cap="flat" cmpd="sng">
              <a:solidFill>
                <a:srgbClr val="B2B2B2"/>
              </a:solidFill>
              <a:prstDash val="solid"/>
              <a:headEnd type="none" w="med" len="med"/>
              <a:tailEnd type="triangle" w="med" len="med"/>
            </a:ln>
          </p:spPr>
        </p:sp>
      </p:grpSp>
      <p:sp>
        <p:nvSpPr>
          <p:cNvPr id="219192" name="矩形 219191"/>
          <p:cNvSpPr/>
          <p:nvPr/>
        </p:nvSpPr>
        <p:spPr>
          <a:xfrm>
            <a:off x="457200" y="1412875"/>
            <a:ext cx="8686800" cy="838200"/>
          </a:xfrm>
          <a:prstGeom prst="rect">
            <a:avLst/>
          </a:prstGeom>
          <a:noFill/>
          <a:ln w="9525">
            <a:noFill/>
          </a:ln>
        </p:spPr>
        <p:txBody>
          <a:bodyPr lIns="92075" tIns="46038" rIns="92075" bIns="46038"/>
          <a:lstStyle>
            <a:lvl1pPr marL="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defRPr sz="3200" u="none" kern="1200" baseline="0">
                <a:solidFill>
                  <a:schemeClr val="tx1"/>
                </a:solidFill>
                <a:latin typeface="Tahoma" panose="020B0604030504040204" pitchFamily="34" charset="0"/>
                <a:ea typeface="宋体" panose="02010600030101010101" pitchFamily="2" charset="-122"/>
              </a:defRPr>
            </a:lvl1pPr>
            <a:lvl2pPr marL="457200" lvl="1" indent="0" algn="ctr"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None/>
              <a:defRPr sz="2800" b="0" i="0" u="none" kern="1200" baseline="0">
                <a:solidFill>
                  <a:schemeClr val="tx1"/>
                </a:solidFill>
                <a:latin typeface="Tahoma" panose="020B0604030504040204" pitchFamily="34" charset="0"/>
                <a:ea typeface="宋体" panose="02010600030101010101" pitchFamily="2" charset="-122"/>
              </a:defRPr>
            </a:lvl2pPr>
            <a:lvl3pPr marL="914400" lvl="2" indent="0" algn="ctr"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None/>
              <a:defRPr sz="2400" b="0" i="0" u="none" kern="1200" baseline="0">
                <a:solidFill>
                  <a:schemeClr val="tx1"/>
                </a:solidFill>
                <a:latin typeface="Tahoma" panose="020B0604030504040204" pitchFamily="34" charset="0"/>
                <a:ea typeface="宋体" panose="02010600030101010101" pitchFamily="2" charset="-122"/>
              </a:defRPr>
            </a:lvl3pPr>
            <a:lvl4pPr marL="1371600" lvl="3" indent="0" algn="ctr"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4pPr>
            <a:lvl5pPr marL="1828800" lvl="4" indent="0" algn="ctr"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None/>
              <a:defRPr sz="2000" b="0" i="0" u="none" kern="1200" baseline="0">
                <a:solidFill>
                  <a:schemeClr val="tx1"/>
                </a:solidFill>
                <a:latin typeface="Tahoma" panose="020B0604030504040204" pitchFamily="34" charset="0"/>
                <a:ea typeface="宋体" panose="02010600030101010101" pitchFamily="2" charset="-122"/>
              </a:defRPr>
            </a:lvl5pPr>
          </a:lstStyle>
          <a:p>
            <a:pPr lvl="0"/>
            <a:r>
              <a:rPr lang="zh-CN" altLang="en-US" sz="3600" b="0" dirty="0">
                <a:solidFill>
                  <a:srgbClr val="660033"/>
                </a:solidFill>
                <a:effectLst>
                  <a:outerShdw blurRad="38100" dist="38100" dir="2700000">
                    <a:srgbClr val="C0C0C0"/>
                  </a:outerShdw>
                </a:effectLst>
                <a:latin typeface="Arial" panose="020B0604020202020204" pitchFamily="34" charset="0"/>
                <a:ea typeface="楷体_GB2312" pitchFamily="49" charset="-122"/>
              </a:rPr>
              <a:t>——</a:t>
            </a:r>
            <a:r>
              <a:rPr lang="zh-CN" altLang="en-US" sz="3600" b="0" dirty="0">
                <a:solidFill>
                  <a:srgbClr val="660033"/>
                </a:solidFill>
                <a:effectLst>
                  <a:outerShdw blurRad="38100" dist="38100" dir="2700000">
                    <a:srgbClr val="C0C0C0"/>
                  </a:outerShdw>
                </a:effectLst>
                <a:latin typeface="楷体_GB2312" pitchFamily="49" charset="-122"/>
                <a:ea typeface="楷体_GB2312" pitchFamily="49" charset="-122"/>
              </a:rPr>
              <a:t>排队系统的的一般表示</a:t>
            </a:r>
            <a:endParaRPr lang="zh-CN" altLang="en-US" sz="3600" b="0" i="1" dirty="0">
              <a:solidFill>
                <a:srgbClr val="660033"/>
              </a:solidFill>
              <a:effectLst>
                <a:outerShdw blurRad="38100" dist="38100" dir="2700000">
                  <a:srgbClr val="C0C0C0"/>
                </a:outerShdw>
              </a:effectLst>
              <a:latin typeface="Arial" panose="020B0604020202020204" pitchFamily="34" charset="0"/>
              <a:ea typeface="黑体" panose="02010609060101010101" pitchFamily="2" charset="-122"/>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19192">
                                            <p:txEl>
                                              <p:charRg st="0" end="13"/>
                                            </p:txEl>
                                          </p:spTgt>
                                        </p:tgtEl>
                                        <p:attrNameLst>
                                          <p:attrName>style.visibility</p:attrName>
                                        </p:attrNameLst>
                                      </p:cBhvr>
                                      <p:to>
                                        <p:strVal val="visible"/>
                                      </p:to>
                                    </p:set>
                                    <p:anim calcmode="lin" valueType="num">
                                      <p:cBhvr additive="base">
                                        <p:cTn id="7" dur="500" fill="hold"/>
                                        <p:tgtEl>
                                          <p:spTgt spid="219192">
                                            <p:txEl>
                                              <p:charRg st="0" end="1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9192">
                                            <p:txEl>
                                              <p:charRg st="0" end="13"/>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219138"/>
                                        </p:tgtEl>
                                        <p:attrNameLst>
                                          <p:attrName>style.visibility</p:attrName>
                                        </p:attrNameLst>
                                      </p:cBhvr>
                                      <p:to>
                                        <p:strVal val="visible"/>
                                      </p:to>
                                    </p:set>
                                    <p:animEffect transition="in" filter="checkerboard(across)">
                                      <p:cBhvr>
                                        <p:cTn id="13" dur="500"/>
                                        <p:tgtEl>
                                          <p:spTgt spid="21913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19166"/>
                                        </p:tgtEl>
                                        <p:attrNameLst>
                                          <p:attrName>style.visibility</p:attrName>
                                        </p:attrNameLst>
                                      </p:cBhvr>
                                      <p:to>
                                        <p:strVal val="visible"/>
                                      </p:to>
                                    </p:set>
                                    <p:anim calcmode="lin" valueType="num">
                                      <p:cBhvr additive="base">
                                        <p:cTn id="18" dur="500" fill="hold"/>
                                        <p:tgtEl>
                                          <p:spTgt spid="219166"/>
                                        </p:tgtEl>
                                        <p:attrNameLst>
                                          <p:attrName>ppt_x</p:attrName>
                                        </p:attrNameLst>
                                      </p:cBhvr>
                                      <p:tavLst>
                                        <p:tav tm="0">
                                          <p:val>
                                            <p:strVal val="0-#ppt_w/2"/>
                                          </p:val>
                                        </p:tav>
                                        <p:tav tm="100000">
                                          <p:val>
                                            <p:strVal val="#ppt_x"/>
                                          </p:val>
                                        </p:tav>
                                      </p:tavLst>
                                    </p:anim>
                                    <p:anim calcmode="lin" valueType="num">
                                      <p:cBhvr additive="base">
                                        <p:cTn id="19" dur="500" fill="hold"/>
                                        <p:tgtEl>
                                          <p:spTgt spid="21916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1" name="WHOOSH.WAV"/>
                                        </p:tgtEl>
                                      </p:cMediaNode>
                                    </p:audio>
                                  </p:subTnLst>
                                </p:cTn>
                              </p:par>
                            </p:childTnLst>
                          </p:cTn>
                        </p:par>
                      </p:childTnLst>
                    </p:cTn>
                  </p:par>
                  <p:par>
                    <p:cTn id="20" fill="hold">
                      <p:stCondLst>
                        <p:cond delay="indefinite"/>
                      </p:stCondLst>
                      <p:childTnLst>
                        <p:par>
                          <p:cTn id="21" fill="hold">
                            <p:stCondLst>
                              <p:cond delay="0"/>
                            </p:stCondLst>
                            <p:childTnLst>
                              <p:par>
                                <p:cTn id="22" presetID="18" presetClass="entr" presetSubtype="6" fill="hold" nodeType="clickEffect">
                                  <p:stCondLst>
                                    <p:cond delay="0"/>
                                  </p:stCondLst>
                                  <p:childTnLst>
                                    <p:set>
                                      <p:cBhvr>
                                        <p:cTn id="23" dur="1" fill="hold">
                                          <p:stCondLst>
                                            <p:cond delay="0"/>
                                          </p:stCondLst>
                                        </p:cTn>
                                        <p:tgtEl>
                                          <p:spTgt spid="219183"/>
                                        </p:tgtEl>
                                        <p:attrNameLst>
                                          <p:attrName>style.visibility</p:attrName>
                                        </p:attrNameLst>
                                      </p:cBhvr>
                                      <p:to>
                                        <p:strVal val="visible"/>
                                      </p:to>
                                    </p:set>
                                    <p:animEffect transition="in" filter="strips(downRight)">
                                      <p:cBhvr>
                                        <p:cTn id="24" dur="500"/>
                                        <p:tgtEl>
                                          <p:spTgt spid="2191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9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2" name="标题 220161"/>
          <p:cNvSpPr>
            <a:spLocks noGrp="1"/>
          </p:cNvSpPr>
          <p:nvPr>
            <p:ph type="ctrTitle"/>
          </p:nvPr>
        </p:nvSpPr>
        <p:spPr>
          <a:xfrm>
            <a:off x="1209675" y="2451735"/>
            <a:ext cx="3233738" cy="823913"/>
          </a:xfrm>
          <a:ln w="12700"/>
        </p:spPr>
        <p:txBody>
          <a:bodyPr vert="horz" wrap="square" lIns="90488" tIns="44450" rIns="90488" bIns="44450" anchor="ctr"/>
          <a:p>
            <a:pPr defTabSz="914400">
              <a:buSzPct val="100000"/>
            </a:pPr>
            <a:r>
              <a:rPr lang="zh-CN" altLang="zh-CN" sz="3600" b="1" i="1" kern="1200" baseline="0" dirty="0">
                <a:solidFill>
                  <a:srgbClr val="660033"/>
                </a:solidFill>
                <a:latin typeface="Tahoma" panose="020B0604030504040204" pitchFamily="34" charset="0"/>
                <a:ea typeface="宋体" panose="02010600030101010101" pitchFamily="2" charset="-122"/>
              </a:rPr>
              <a:t>服务</a:t>
            </a:r>
            <a:r>
              <a:rPr lang="zh-CN" altLang="en-US" sz="3600" b="1" i="1" kern="1200" baseline="0" dirty="0">
                <a:solidFill>
                  <a:srgbClr val="660033"/>
                </a:solidFill>
                <a:latin typeface="Tahoma" panose="020B0604030504040204" pitchFamily="34" charset="0"/>
                <a:ea typeface="宋体" panose="02010600030101010101" pitchFamily="2" charset="-122"/>
              </a:rPr>
              <a:t>机构</a:t>
            </a:r>
            <a:endParaRPr lang="en-AU" altLang="en-US" sz="3600" b="1" i="1" kern="1200" baseline="0">
              <a:solidFill>
                <a:srgbClr val="660033"/>
              </a:solidFill>
              <a:latin typeface="Tahoma" panose="020B0604030504040204" pitchFamily="34" charset="0"/>
              <a:ea typeface="宋体" panose="02010600030101010101" pitchFamily="2" charset="-122"/>
            </a:endParaRPr>
          </a:p>
        </p:txBody>
      </p:sp>
      <p:grpSp>
        <p:nvGrpSpPr>
          <p:cNvPr id="220163" name="组合 220162"/>
          <p:cNvGrpSpPr/>
          <p:nvPr/>
        </p:nvGrpSpPr>
        <p:grpSpPr>
          <a:xfrm>
            <a:off x="1890395" y="4361815"/>
            <a:ext cx="4762500" cy="1425575"/>
            <a:chOff x="611" y="1902"/>
            <a:chExt cx="3000" cy="898"/>
          </a:xfrm>
        </p:grpSpPr>
        <p:grpSp>
          <p:nvGrpSpPr>
            <p:cNvPr id="220164" name="组合 220163"/>
            <p:cNvGrpSpPr/>
            <p:nvPr/>
          </p:nvGrpSpPr>
          <p:grpSpPr>
            <a:xfrm>
              <a:off x="611" y="2272"/>
              <a:ext cx="779" cy="157"/>
              <a:chOff x="308" y="2122"/>
              <a:chExt cx="779" cy="157"/>
            </a:xfrm>
          </p:grpSpPr>
          <p:sp>
            <p:nvSpPr>
              <p:cNvPr id="220165" name="椭圆 220164"/>
              <p:cNvSpPr/>
              <p:nvPr/>
            </p:nvSpPr>
            <p:spPr>
              <a:xfrm>
                <a:off x="513" y="2127"/>
                <a:ext cx="148" cy="147"/>
              </a:xfrm>
              <a:prstGeom prst="ellipse">
                <a:avLst/>
              </a:prstGeom>
              <a:solidFill>
                <a:srgbClr val="00A9DA"/>
              </a:solidFill>
              <a:ln w="12700">
                <a:noFill/>
              </a:ln>
            </p:spPr>
            <p:txBody>
              <a:bodyPr/>
              <a:p>
                <a:endParaRPr lang="zh-CN" altLang="en-US"/>
              </a:p>
            </p:txBody>
          </p:sp>
          <p:sp>
            <p:nvSpPr>
              <p:cNvPr id="220166" name="椭圆 220165"/>
              <p:cNvSpPr/>
              <p:nvPr/>
            </p:nvSpPr>
            <p:spPr>
              <a:xfrm>
                <a:off x="308" y="2126"/>
                <a:ext cx="148" cy="147"/>
              </a:xfrm>
              <a:prstGeom prst="ellipse">
                <a:avLst/>
              </a:prstGeom>
              <a:solidFill>
                <a:srgbClr val="00A9DA"/>
              </a:solidFill>
              <a:ln w="12700">
                <a:noFill/>
              </a:ln>
            </p:spPr>
            <p:txBody>
              <a:bodyPr/>
              <a:p>
                <a:endParaRPr lang="zh-CN" altLang="en-US"/>
              </a:p>
            </p:txBody>
          </p:sp>
          <p:sp>
            <p:nvSpPr>
              <p:cNvPr id="220167" name="任意多边形 220166"/>
              <p:cNvSpPr/>
              <p:nvPr/>
            </p:nvSpPr>
            <p:spPr>
              <a:xfrm>
                <a:off x="718" y="2134"/>
                <a:ext cx="155" cy="133"/>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0168" name="矩形 220167"/>
              <p:cNvSpPr/>
              <p:nvPr/>
            </p:nvSpPr>
            <p:spPr>
              <a:xfrm>
                <a:off x="930" y="2122"/>
                <a:ext cx="157" cy="157"/>
              </a:xfrm>
              <a:prstGeom prst="rect">
                <a:avLst/>
              </a:prstGeom>
              <a:solidFill>
                <a:srgbClr val="D0A4B1"/>
              </a:solidFill>
              <a:ln w="12700">
                <a:noFill/>
              </a:ln>
            </p:spPr>
            <p:txBody>
              <a:bodyPr/>
              <a:p>
                <a:endParaRPr lang="zh-CN" altLang="en-US"/>
              </a:p>
            </p:txBody>
          </p:sp>
        </p:grpSp>
        <p:sp>
          <p:nvSpPr>
            <p:cNvPr id="220169" name="直接连接符 220168"/>
            <p:cNvSpPr/>
            <p:nvPr/>
          </p:nvSpPr>
          <p:spPr>
            <a:xfrm>
              <a:off x="1502" y="2351"/>
              <a:ext cx="853" cy="0"/>
            </a:xfrm>
            <a:prstGeom prst="line">
              <a:avLst/>
            </a:prstGeom>
            <a:ln w="76200" cap="flat" cmpd="sng">
              <a:solidFill>
                <a:schemeClr val="tx1"/>
              </a:solidFill>
              <a:prstDash val="solid"/>
              <a:headEnd type="none" w="med" len="med"/>
              <a:tailEnd type="triangle" w="med" len="med"/>
            </a:ln>
          </p:spPr>
        </p:sp>
        <p:grpSp>
          <p:nvGrpSpPr>
            <p:cNvPr id="220170" name="组合 220169"/>
            <p:cNvGrpSpPr/>
            <p:nvPr/>
          </p:nvGrpSpPr>
          <p:grpSpPr>
            <a:xfrm>
              <a:off x="2366" y="1902"/>
              <a:ext cx="1245" cy="898"/>
              <a:chOff x="2430" y="1902"/>
              <a:chExt cx="1245" cy="898"/>
            </a:xfrm>
          </p:grpSpPr>
          <p:sp>
            <p:nvSpPr>
              <p:cNvPr id="220171" name="矩形 220170"/>
              <p:cNvSpPr/>
              <p:nvPr/>
            </p:nvSpPr>
            <p:spPr>
              <a:xfrm>
                <a:off x="2430" y="1902"/>
                <a:ext cx="1245" cy="898"/>
              </a:xfrm>
              <a:prstGeom prst="rect">
                <a:avLst/>
              </a:prstGeom>
              <a:solidFill>
                <a:srgbClr val="FFE5D0"/>
              </a:solidFill>
              <a:ln w="12700">
                <a:noFill/>
              </a:ln>
            </p:spPr>
            <p:txBody>
              <a:bodyPr/>
              <a:p>
                <a:endParaRPr lang="zh-CN" altLang="en-US"/>
              </a:p>
            </p:txBody>
          </p:sp>
          <p:sp>
            <p:nvSpPr>
              <p:cNvPr id="220172" name="文本框 220171"/>
              <p:cNvSpPr txBox="1"/>
              <p:nvPr/>
            </p:nvSpPr>
            <p:spPr>
              <a:xfrm>
                <a:off x="2609" y="2130"/>
                <a:ext cx="887" cy="327"/>
              </a:xfrm>
              <a:prstGeom prst="rect">
                <a:avLst/>
              </a:prstGeom>
              <a:noFill/>
              <a:ln w="12700">
                <a:noFill/>
              </a:ln>
            </p:spPr>
            <p:txBody>
              <a:bodyPr>
                <a:spAutoFit/>
              </a:bodyPr>
              <a:p>
                <a:pPr algn="ctr" defTabSz="762000" eaLnBrk="0" hangingPunct="0"/>
                <a:r>
                  <a:rPr lang="zh-CN" altLang="zh-CN" sz="2800" dirty="0">
                    <a:solidFill>
                      <a:srgbClr val="000000"/>
                    </a:solidFill>
                    <a:latin typeface="Arial" panose="020B0604020202020204" pitchFamily="34" charset="0"/>
                    <a:ea typeface="隶书" panose="02010509060101010101" pitchFamily="49" charset="-122"/>
                  </a:rPr>
                  <a:t>服务</a:t>
                </a:r>
                <a:r>
                  <a:rPr lang="zh-CN" altLang="en-US" sz="2800" dirty="0">
                    <a:solidFill>
                      <a:srgbClr val="000000"/>
                    </a:solidFill>
                    <a:latin typeface="Arial" panose="020B0604020202020204" pitchFamily="34" charset="0"/>
                    <a:ea typeface="隶书" panose="02010509060101010101" pitchFamily="49" charset="-122"/>
                  </a:rPr>
                  <a:t>台</a:t>
                </a:r>
                <a:endParaRPr lang="zh-CN" altLang="en-US" sz="2800" dirty="0">
                  <a:solidFill>
                    <a:srgbClr val="000000"/>
                  </a:solidFill>
                  <a:latin typeface="Arial" panose="020B0604020202020204" pitchFamily="34" charset="0"/>
                  <a:ea typeface="隶书" panose="02010509060101010101" pitchFamily="49" charset="-122"/>
                </a:endParaRPr>
              </a:p>
            </p:txBody>
          </p:sp>
        </p:grpSp>
      </p:grpSp>
      <p:sp>
        <p:nvSpPr>
          <p:cNvPr id="220173" name="文本框 220172"/>
          <p:cNvSpPr txBox="1"/>
          <p:nvPr/>
        </p:nvSpPr>
        <p:spPr>
          <a:xfrm>
            <a:off x="1374140" y="3592195"/>
            <a:ext cx="5937250" cy="519113"/>
          </a:xfrm>
          <a:prstGeom prst="rect">
            <a:avLst/>
          </a:prstGeom>
          <a:noFill/>
          <a:ln w="12700">
            <a:noFill/>
          </a:ln>
        </p:spPr>
        <p:txBody>
          <a:bodyPr>
            <a:spAutoFit/>
          </a:bodyPr>
          <a:p>
            <a:pPr defTabSz="762000" eaLnBrk="0" hangingPunct="0"/>
            <a:r>
              <a:rPr lang="zh-CN" altLang="en-US" sz="2800">
                <a:solidFill>
                  <a:schemeClr val="tx2"/>
                </a:solidFill>
                <a:latin typeface="楷体_GB2312" pitchFamily="49" charset="-122"/>
                <a:ea typeface="楷体_GB2312" pitchFamily="49" charset="-122"/>
              </a:rPr>
              <a:t>(</a:t>
            </a:r>
            <a:r>
              <a:rPr lang="en-US" altLang="en-US" sz="2800">
                <a:solidFill>
                  <a:schemeClr val="tx2"/>
                </a:solidFill>
                <a:latin typeface="楷体_GB2312" pitchFamily="49" charset="-122"/>
                <a:ea typeface="楷体_GB2312" pitchFamily="49" charset="-122"/>
              </a:rPr>
              <a:t>a) </a:t>
            </a:r>
            <a:r>
              <a:rPr lang="zh-CN" altLang="zh-CN" sz="2800" dirty="0">
                <a:solidFill>
                  <a:schemeClr val="tx2"/>
                </a:solidFill>
                <a:latin typeface="楷体_GB2312" pitchFamily="49" charset="-122"/>
                <a:ea typeface="楷体_GB2312" pitchFamily="49" charset="-122"/>
              </a:rPr>
              <a:t>一个</a:t>
            </a:r>
            <a:r>
              <a:rPr lang="zh-CN" altLang="en-US" sz="2800" dirty="0">
                <a:solidFill>
                  <a:schemeClr val="tx2"/>
                </a:solidFill>
                <a:latin typeface="楷体_GB2312" pitchFamily="49" charset="-122"/>
                <a:ea typeface="楷体_GB2312" pitchFamily="49" charset="-122"/>
              </a:rPr>
              <a:t>队列、单服务</a:t>
            </a:r>
            <a:r>
              <a:rPr lang="zh-CN" altLang="en-US" sz="2800" u="sng" dirty="0">
                <a:solidFill>
                  <a:schemeClr val="tx2"/>
                </a:solidFill>
                <a:latin typeface="楷体_GB2312" pitchFamily="49" charset="-122"/>
                <a:ea typeface="楷体_GB2312" pitchFamily="49" charset="-122"/>
              </a:rPr>
              <a:t>台</a:t>
            </a:r>
            <a:r>
              <a:rPr lang="zh-CN" altLang="en-US" sz="2800" dirty="0">
                <a:solidFill>
                  <a:schemeClr val="tx2"/>
                </a:solidFill>
                <a:latin typeface="楷体_GB2312" pitchFamily="49" charset="-122"/>
                <a:ea typeface="楷体_GB2312" pitchFamily="49" charset="-122"/>
              </a:rPr>
              <a:t>（</a:t>
            </a:r>
            <a:r>
              <a:rPr lang="zh-CN" altLang="en-US" sz="2800" u="sng" dirty="0">
                <a:solidFill>
                  <a:schemeClr val="tx2"/>
                </a:solidFill>
                <a:latin typeface="楷体_GB2312" pitchFamily="49" charset="-122"/>
                <a:ea typeface="楷体_GB2312" pitchFamily="49" charset="-122"/>
              </a:rPr>
              <a:t>阶段</a:t>
            </a:r>
            <a:r>
              <a:rPr lang="zh-CN" altLang="en-US" sz="2800" dirty="0">
                <a:solidFill>
                  <a:schemeClr val="tx2"/>
                </a:solidFill>
                <a:latin typeface="楷体_GB2312" pitchFamily="49" charset="-122"/>
                <a:ea typeface="楷体_GB2312" pitchFamily="49" charset="-122"/>
              </a:rPr>
              <a:t>）</a:t>
            </a:r>
            <a:endParaRPr lang="zh-CN" altLang="en-US" sz="2800" dirty="0">
              <a:solidFill>
                <a:schemeClr val="tx2"/>
              </a:solidFill>
              <a:latin typeface="楷体_GB2312" pitchFamily="49" charset="-122"/>
              <a:ea typeface="楷体_GB2312" pitchFamily="49" charset="-122"/>
            </a:endParaRPr>
          </a:p>
        </p:txBody>
      </p:sp>
    </p:spTree>
  </p:cSld>
  <p:clrMapOvr>
    <a:masterClrMapping/>
  </p:clrMapOvr>
  <p:transition spd="slow">
    <p:strips dir="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21186" name="组合 221185"/>
          <p:cNvGrpSpPr/>
          <p:nvPr/>
        </p:nvGrpSpPr>
        <p:grpSpPr>
          <a:xfrm>
            <a:off x="1142365" y="4338955"/>
            <a:ext cx="7181850" cy="1425575"/>
            <a:chOff x="859" y="1772"/>
            <a:chExt cx="4524" cy="898"/>
          </a:xfrm>
        </p:grpSpPr>
        <p:grpSp>
          <p:nvGrpSpPr>
            <p:cNvPr id="221187" name="组合 221186"/>
            <p:cNvGrpSpPr/>
            <p:nvPr/>
          </p:nvGrpSpPr>
          <p:grpSpPr>
            <a:xfrm>
              <a:off x="859" y="2142"/>
              <a:ext cx="580" cy="157"/>
              <a:chOff x="859" y="2142"/>
              <a:chExt cx="580" cy="157"/>
            </a:xfrm>
          </p:grpSpPr>
          <p:sp>
            <p:nvSpPr>
              <p:cNvPr id="221188" name="椭圆 221187"/>
              <p:cNvSpPr/>
              <p:nvPr/>
            </p:nvSpPr>
            <p:spPr>
              <a:xfrm>
                <a:off x="1074" y="2147"/>
                <a:ext cx="148" cy="147"/>
              </a:xfrm>
              <a:prstGeom prst="ellipse">
                <a:avLst/>
              </a:prstGeom>
              <a:solidFill>
                <a:srgbClr val="00A9DA"/>
              </a:solidFill>
              <a:ln w="12700">
                <a:noFill/>
              </a:ln>
            </p:spPr>
            <p:txBody>
              <a:bodyPr/>
              <a:p>
                <a:endParaRPr lang="zh-CN" altLang="en-US"/>
              </a:p>
            </p:txBody>
          </p:sp>
          <p:sp>
            <p:nvSpPr>
              <p:cNvPr id="221189" name="任意多边形 221188"/>
              <p:cNvSpPr/>
              <p:nvPr/>
            </p:nvSpPr>
            <p:spPr>
              <a:xfrm>
                <a:off x="859" y="2154"/>
                <a:ext cx="155" cy="133"/>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1190" name="矩形 221189"/>
              <p:cNvSpPr/>
              <p:nvPr/>
            </p:nvSpPr>
            <p:spPr>
              <a:xfrm>
                <a:off x="1282" y="2142"/>
                <a:ext cx="157" cy="157"/>
              </a:xfrm>
              <a:prstGeom prst="rect">
                <a:avLst/>
              </a:prstGeom>
              <a:solidFill>
                <a:srgbClr val="D0A4B1"/>
              </a:solidFill>
              <a:ln w="12700">
                <a:noFill/>
              </a:ln>
            </p:spPr>
            <p:txBody>
              <a:bodyPr/>
              <a:p>
                <a:endParaRPr lang="zh-CN" altLang="en-US"/>
              </a:p>
            </p:txBody>
          </p:sp>
        </p:grpSp>
        <p:sp>
          <p:nvSpPr>
            <p:cNvPr id="221191" name="直接连接符 221190"/>
            <p:cNvSpPr/>
            <p:nvPr/>
          </p:nvSpPr>
          <p:spPr>
            <a:xfrm>
              <a:off x="1551" y="2221"/>
              <a:ext cx="664" cy="0"/>
            </a:xfrm>
            <a:prstGeom prst="line">
              <a:avLst/>
            </a:prstGeom>
            <a:ln w="76200" cap="flat" cmpd="sng">
              <a:solidFill>
                <a:schemeClr val="tx1"/>
              </a:solidFill>
              <a:prstDash val="solid"/>
              <a:headEnd type="none" w="med" len="med"/>
              <a:tailEnd type="triangle" w="med" len="med"/>
            </a:ln>
          </p:spPr>
        </p:sp>
        <p:grpSp>
          <p:nvGrpSpPr>
            <p:cNvPr id="221192" name="组合 221191"/>
            <p:cNvGrpSpPr/>
            <p:nvPr/>
          </p:nvGrpSpPr>
          <p:grpSpPr>
            <a:xfrm>
              <a:off x="2223" y="1772"/>
              <a:ext cx="1245" cy="898"/>
              <a:chOff x="2430" y="1902"/>
              <a:chExt cx="1245" cy="898"/>
            </a:xfrm>
          </p:grpSpPr>
          <p:sp>
            <p:nvSpPr>
              <p:cNvPr id="221193" name="矩形 221192"/>
              <p:cNvSpPr/>
              <p:nvPr/>
            </p:nvSpPr>
            <p:spPr>
              <a:xfrm>
                <a:off x="2430" y="1902"/>
                <a:ext cx="1245" cy="898"/>
              </a:xfrm>
              <a:prstGeom prst="rect">
                <a:avLst/>
              </a:prstGeom>
              <a:solidFill>
                <a:srgbClr val="FFE5D0"/>
              </a:solidFill>
              <a:ln w="12700">
                <a:noFill/>
              </a:ln>
            </p:spPr>
            <p:txBody>
              <a:bodyPr/>
              <a:p>
                <a:endParaRPr lang="zh-CN" altLang="en-US"/>
              </a:p>
            </p:txBody>
          </p:sp>
          <p:sp>
            <p:nvSpPr>
              <p:cNvPr id="221194" name="文本框 221193"/>
              <p:cNvSpPr txBox="1"/>
              <p:nvPr/>
            </p:nvSpPr>
            <p:spPr>
              <a:xfrm>
                <a:off x="2609" y="2130"/>
                <a:ext cx="887" cy="288"/>
              </a:xfrm>
              <a:prstGeom prst="rect">
                <a:avLst/>
              </a:prstGeom>
              <a:noFill/>
              <a:ln w="12700">
                <a:noFill/>
              </a:ln>
            </p:spPr>
            <p:txBody>
              <a:bodyPr>
                <a:spAutoFit/>
              </a:bodyPr>
              <a:p>
                <a:pPr defTabSz="762000" eaLnBrk="0" hangingPunct="0"/>
                <a:r>
                  <a:rPr lang="zh-CN" altLang="zh-CN" sz="2400" dirty="0">
                    <a:solidFill>
                      <a:srgbClr val="000000"/>
                    </a:solidFill>
                    <a:latin typeface="Arial" panose="020B0604020202020204" pitchFamily="34" charset="0"/>
                    <a:ea typeface="隶书" panose="02010509060101010101" pitchFamily="49" charset="-122"/>
                  </a:rPr>
                  <a:t>服务台1</a:t>
                </a:r>
                <a:endParaRPr lang="zh-CN" altLang="en-US" sz="2000">
                  <a:solidFill>
                    <a:srgbClr val="000000"/>
                  </a:solidFill>
                  <a:latin typeface="Arial" panose="020B0604020202020204" pitchFamily="34" charset="0"/>
                </a:endParaRPr>
              </a:p>
            </p:txBody>
          </p:sp>
        </p:grpSp>
        <p:sp>
          <p:nvSpPr>
            <p:cNvPr id="221195" name="直接连接符 221194"/>
            <p:cNvSpPr/>
            <p:nvPr/>
          </p:nvSpPr>
          <p:spPr>
            <a:xfrm>
              <a:off x="3472" y="2221"/>
              <a:ext cx="664" cy="0"/>
            </a:xfrm>
            <a:prstGeom prst="line">
              <a:avLst/>
            </a:prstGeom>
            <a:ln w="76200" cap="flat" cmpd="sng">
              <a:solidFill>
                <a:schemeClr val="tx1"/>
              </a:solidFill>
              <a:prstDash val="solid"/>
              <a:headEnd type="none" w="med" len="med"/>
              <a:tailEnd type="triangle" w="med" len="med"/>
            </a:ln>
          </p:spPr>
        </p:sp>
        <p:grpSp>
          <p:nvGrpSpPr>
            <p:cNvPr id="221196" name="组合 221195"/>
            <p:cNvGrpSpPr/>
            <p:nvPr/>
          </p:nvGrpSpPr>
          <p:grpSpPr>
            <a:xfrm>
              <a:off x="4138" y="1772"/>
              <a:ext cx="1245" cy="898"/>
              <a:chOff x="4138" y="1772"/>
              <a:chExt cx="1245" cy="898"/>
            </a:xfrm>
          </p:grpSpPr>
          <p:sp>
            <p:nvSpPr>
              <p:cNvPr id="221197" name="矩形 221196"/>
              <p:cNvSpPr/>
              <p:nvPr/>
            </p:nvSpPr>
            <p:spPr>
              <a:xfrm>
                <a:off x="4138" y="1772"/>
                <a:ext cx="1245" cy="898"/>
              </a:xfrm>
              <a:prstGeom prst="rect">
                <a:avLst/>
              </a:prstGeom>
              <a:solidFill>
                <a:srgbClr val="FED1B4"/>
              </a:solidFill>
              <a:ln w="12700">
                <a:noFill/>
              </a:ln>
            </p:spPr>
            <p:txBody>
              <a:bodyPr/>
              <a:p>
                <a:endParaRPr lang="zh-CN" altLang="en-US"/>
              </a:p>
            </p:txBody>
          </p:sp>
          <p:sp>
            <p:nvSpPr>
              <p:cNvPr id="221198" name="文本框 221197"/>
              <p:cNvSpPr txBox="1"/>
              <p:nvPr/>
            </p:nvSpPr>
            <p:spPr>
              <a:xfrm>
                <a:off x="4317" y="2000"/>
                <a:ext cx="887" cy="288"/>
              </a:xfrm>
              <a:prstGeom prst="rect">
                <a:avLst/>
              </a:prstGeom>
              <a:noFill/>
              <a:ln w="12700">
                <a:noFill/>
              </a:ln>
            </p:spPr>
            <p:txBody>
              <a:bodyPr>
                <a:spAutoFit/>
              </a:bodyPr>
              <a:p>
                <a:pPr defTabSz="762000" eaLnBrk="0" hangingPunct="0"/>
                <a:r>
                  <a:rPr lang="zh-CN" altLang="zh-CN" sz="2400" dirty="0">
                    <a:solidFill>
                      <a:srgbClr val="000000"/>
                    </a:solidFill>
                    <a:latin typeface="Arial" panose="020B0604020202020204" pitchFamily="34" charset="0"/>
                    <a:ea typeface="隶书" panose="02010509060101010101" pitchFamily="49" charset="-122"/>
                  </a:rPr>
                  <a:t>服务台2</a:t>
                </a:r>
                <a:endParaRPr lang="zh-CN" altLang="en-US" sz="2000">
                  <a:solidFill>
                    <a:srgbClr val="000000"/>
                  </a:solidFill>
                  <a:latin typeface="Arial" panose="020B0604020202020204" pitchFamily="34" charset="0"/>
                </a:endParaRPr>
              </a:p>
            </p:txBody>
          </p:sp>
        </p:grpSp>
      </p:grpSp>
      <p:sp>
        <p:nvSpPr>
          <p:cNvPr id="221200" name="文本框 221199"/>
          <p:cNvSpPr txBox="1"/>
          <p:nvPr/>
        </p:nvSpPr>
        <p:spPr>
          <a:xfrm>
            <a:off x="1187450" y="3522028"/>
            <a:ext cx="4652963" cy="519112"/>
          </a:xfrm>
          <a:prstGeom prst="rect">
            <a:avLst/>
          </a:prstGeom>
          <a:noFill/>
          <a:ln w="12700">
            <a:noFill/>
          </a:ln>
        </p:spPr>
        <p:txBody>
          <a:bodyPr wrap="none" anchor="t">
            <a:spAutoFit/>
          </a:bodyPr>
          <a:p>
            <a:pPr defTabSz="762000" eaLnBrk="0" hangingPunct="0"/>
            <a:r>
              <a:rPr lang="zh-CN" altLang="en-US" sz="2800">
                <a:solidFill>
                  <a:schemeClr val="tx2"/>
                </a:solidFill>
                <a:latin typeface="楷体_GB2312" pitchFamily="49" charset="-122"/>
                <a:ea typeface="楷体_GB2312" pitchFamily="49" charset="-122"/>
              </a:rPr>
              <a:t>(</a:t>
            </a:r>
            <a:r>
              <a:rPr lang="en-US" altLang="en-US" sz="2800">
                <a:solidFill>
                  <a:schemeClr val="tx2"/>
                </a:solidFill>
                <a:latin typeface="楷体_GB2312" pitchFamily="49" charset="-122"/>
                <a:ea typeface="楷体_GB2312" pitchFamily="49" charset="-122"/>
              </a:rPr>
              <a:t>b) </a:t>
            </a:r>
            <a:r>
              <a:rPr lang="zh-CN" altLang="zh-CN" sz="2800" dirty="0">
                <a:solidFill>
                  <a:schemeClr val="tx2"/>
                </a:solidFill>
                <a:latin typeface="楷体_GB2312" pitchFamily="49" charset="-122"/>
                <a:ea typeface="楷体_GB2312" pitchFamily="49" charset="-122"/>
              </a:rPr>
              <a:t>一个</a:t>
            </a:r>
            <a:r>
              <a:rPr lang="zh-CN" altLang="en-US" sz="2800" dirty="0">
                <a:solidFill>
                  <a:schemeClr val="tx2"/>
                </a:solidFill>
                <a:latin typeface="楷体_GB2312" pitchFamily="49" charset="-122"/>
                <a:ea typeface="楷体_GB2312" pitchFamily="49" charset="-122"/>
              </a:rPr>
              <a:t>队列、</a:t>
            </a:r>
            <a:r>
              <a:rPr lang="en-US" altLang="zh-CN" sz="2800">
                <a:solidFill>
                  <a:schemeClr val="tx2"/>
                </a:solidFill>
                <a:latin typeface="楷体_GB2312" pitchFamily="49" charset="-122"/>
                <a:ea typeface="楷体_GB2312" pitchFamily="49" charset="-122"/>
              </a:rPr>
              <a:t>s</a:t>
            </a:r>
            <a:r>
              <a:rPr lang="zh-CN" altLang="en-US" sz="2800" dirty="0">
                <a:solidFill>
                  <a:schemeClr val="tx2"/>
                </a:solidFill>
                <a:latin typeface="楷体_GB2312" pitchFamily="49" charset="-122"/>
                <a:ea typeface="楷体_GB2312" pitchFamily="49" charset="-122"/>
              </a:rPr>
              <a:t>个服务阶段</a:t>
            </a:r>
            <a:endParaRPr lang="zh-CN" altLang="en-US" sz="2800" dirty="0">
              <a:solidFill>
                <a:schemeClr val="tx2"/>
              </a:solidFill>
              <a:latin typeface="楷体_GB2312" pitchFamily="49" charset="-122"/>
              <a:ea typeface="楷体_GB2312" pitchFamily="49" charset="-122"/>
            </a:endParaRPr>
          </a:p>
        </p:txBody>
      </p:sp>
      <p:sp>
        <p:nvSpPr>
          <p:cNvPr id="221205" name="标题 221204"/>
          <p:cNvSpPr>
            <a:spLocks noGrp="1"/>
          </p:cNvSpPr>
          <p:nvPr>
            <p:ph type="ctrTitle"/>
          </p:nvPr>
        </p:nvSpPr>
        <p:spPr>
          <a:xfrm>
            <a:off x="1187450" y="2473325"/>
            <a:ext cx="3233738" cy="823913"/>
          </a:xfrm>
          <a:ln w="12700"/>
        </p:spPr>
        <p:txBody>
          <a:bodyPr vert="horz" wrap="square" lIns="90488" tIns="44450" rIns="90488" bIns="44450" anchor="ctr"/>
          <a:p>
            <a:pPr defTabSz="914400">
              <a:buSzPct val="100000"/>
            </a:pPr>
            <a:r>
              <a:rPr lang="zh-CN" altLang="zh-CN" sz="3600" b="1" i="1" kern="1200" baseline="0" dirty="0">
                <a:solidFill>
                  <a:srgbClr val="660033"/>
                </a:solidFill>
                <a:latin typeface="Tahoma" panose="020B0604030504040204" pitchFamily="34" charset="0"/>
                <a:ea typeface="宋体" panose="02010600030101010101" pitchFamily="2" charset="-122"/>
              </a:rPr>
              <a:t>服务</a:t>
            </a:r>
            <a:r>
              <a:rPr lang="zh-CN" altLang="en-US" sz="3600" b="1" i="1" kern="1200" baseline="0" dirty="0">
                <a:solidFill>
                  <a:srgbClr val="660033"/>
                </a:solidFill>
                <a:latin typeface="Tahoma" panose="020B0604030504040204" pitchFamily="34" charset="0"/>
                <a:ea typeface="宋体" panose="02010600030101010101" pitchFamily="2" charset="-122"/>
              </a:rPr>
              <a:t>机构</a:t>
            </a:r>
            <a:endParaRPr lang="en-AU" altLang="en-US" sz="3600" b="1" i="1" kern="1200" baseline="0">
              <a:solidFill>
                <a:srgbClr val="660033"/>
              </a:solidFill>
              <a:latin typeface="Tahoma" panose="020B0604030504040204" pitchFamily="34" charset="0"/>
              <a:ea typeface="宋体" panose="02010600030101010101" pitchFamily="2" charset="-122"/>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21186"/>
                                        </p:tgtEl>
                                        <p:attrNameLst>
                                          <p:attrName>style.visibility</p:attrName>
                                        </p:attrNameLst>
                                      </p:cBhvr>
                                      <p:to>
                                        <p:strVal val="visible"/>
                                      </p:to>
                                    </p:set>
                                    <p:anim calcmode="lin" valueType="num">
                                      <p:cBhvr additive="base">
                                        <p:cTn id="7" dur="500" fill="hold"/>
                                        <p:tgtEl>
                                          <p:spTgt spid="221186"/>
                                        </p:tgtEl>
                                        <p:attrNameLst>
                                          <p:attrName>ppt_x</p:attrName>
                                        </p:attrNameLst>
                                      </p:cBhvr>
                                      <p:tavLst>
                                        <p:tav tm="0">
                                          <p:val>
                                            <p:strVal val="0-#ppt_w/2"/>
                                          </p:val>
                                        </p:tav>
                                        <p:tav tm="100000">
                                          <p:val>
                                            <p:strVal val="#ppt_x"/>
                                          </p:val>
                                        </p:tav>
                                      </p:tavLst>
                                    </p:anim>
                                    <p:anim calcmode="lin" valueType="num">
                                      <p:cBhvr additive="base">
                                        <p:cTn id="8" dur="500" fill="hold"/>
                                        <p:tgtEl>
                                          <p:spTgt spid="22118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1"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22210" name="组合 222209"/>
          <p:cNvGrpSpPr/>
          <p:nvPr/>
        </p:nvGrpSpPr>
        <p:grpSpPr>
          <a:xfrm>
            <a:off x="2438400" y="2590800"/>
            <a:ext cx="4802188" cy="3332163"/>
            <a:chOff x="1137" y="1168"/>
            <a:chExt cx="3025" cy="2099"/>
          </a:xfrm>
        </p:grpSpPr>
        <p:sp>
          <p:nvSpPr>
            <p:cNvPr id="222211" name="直接连接符 222210"/>
            <p:cNvSpPr/>
            <p:nvPr/>
          </p:nvSpPr>
          <p:spPr>
            <a:xfrm>
              <a:off x="2057" y="2217"/>
              <a:ext cx="830" cy="619"/>
            </a:xfrm>
            <a:prstGeom prst="line">
              <a:avLst/>
            </a:prstGeom>
            <a:ln w="76200" cap="flat" cmpd="sng">
              <a:solidFill>
                <a:schemeClr val="tx1"/>
              </a:solidFill>
              <a:prstDash val="solid"/>
              <a:headEnd type="none" w="med" len="med"/>
              <a:tailEnd type="triangle" w="med" len="med"/>
            </a:ln>
          </p:spPr>
        </p:sp>
        <p:sp>
          <p:nvSpPr>
            <p:cNvPr id="222212" name="直接连接符 222211"/>
            <p:cNvSpPr/>
            <p:nvPr/>
          </p:nvSpPr>
          <p:spPr>
            <a:xfrm flipV="1">
              <a:off x="2063" y="1636"/>
              <a:ext cx="837" cy="582"/>
            </a:xfrm>
            <a:prstGeom prst="line">
              <a:avLst/>
            </a:prstGeom>
            <a:ln w="76200" cap="flat" cmpd="sng">
              <a:solidFill>
                <a:schemeClr val="tx1"/>
              </a:solidFill>
              <a:prstDash val="solid"/>
              <a:headEnd type="none" w="med" len="med"/>
              <a:tailEnd type="triangle" w="med" len="med"/>
            </a:ln>
          </p:spPr>
        </p:sp>
        <p:grpSp>
          <p:nvGrpSpPr>
            <p:cNvPr id="222213" name="组合 222212"/>
            <p:cNvGrpSpPr/>
            <p:nvPr/>
          </p:nvGrpSpPr>
          <p:grpSpPr>
            <a:xfrm>
              <a:off x="2916" y="1168"/>
              <a:ext cx="1246" cy="2099"/>
              <a:chOff x="2916" y="1152"/>
              <a:chExt cx="1246" cy="2099"/>
            </a:xfrm>
          </p:grpSpPr>
          <p:grpSp>
            <p:nvGrpSpPr>
              <p:cNvPr id="222214" name="组合 222213"/>
              <p:cNvGrpSpPr/>
              <p:nvPr/>
            </p:nvGrpSpPr>
            <p:grpSpPr>
              <a:xfrm>
                <a:off x="2917" y="1152"/>
                <a:ext cx="1245" cy="898"/>
                <a:chOff x="2430" y="1902"/>
                <a:chExt cx="1245" cy="898"/>
              </a:xfrm>
            </p:grpSpPr>
            <p:sp>
              <p:nvSpPr>
                <p:cNvPr id="222215" name="矩形 222214"/>
                <p:cNvSpPr/>
                <p:nvPr/>
              </p:nvSpPr>
              <p:spPr>
                <a:xfrm>
                  <a:off x="2430" y="1902"/>
                  <a:ext cx="1245" cy="898"/>
                </a:xfrm>
                <a:prstGeom prst="rect">
                  <a:avLst/>
                </a:prstGeom>
                <a:solidFill>
                  <a:srgbClr val="FFE5D0"/>
                </a:solidFill>
                <a:ln w="12700">
                  <a:noFill/>
                </a:ln>
              </p:spPr>
              <p:txBody>
                <a:bodyPr/>
                <a:p>
                  <a:endParaRPr lang="zh-CN" altLang="en-US"/>
                </a:p>
              </p:txBody>
            </p:sp>
            <p:sp>
              <p:nvSpPr>
                <p:cNvPr id="222216" name="文本框 222215"/>
                <p:cNvSpPr txBox="1"/>
                <p:nvPr/>
              </p:nvSpPr>
              <p:spPr>
                <a:xfrm>
                  <a:off x="2609" y="2130"/>
                  <a:ext cx="887" cy="288"/>
                </a:xfrm>
                <a:prstGeom prst="rect">
                  <a:avLst/>
                </a:prstGeom>
                <a:noFill/>
                <a:ln w="12700">
                  <a:noFill/>
                </a:ln>
              </p:spPr>
              <p:txBody>
                <a:bodyPr>
                  <a:spAutoFit/>
                </a:bodyPr>
                <a:p>
                  <a:pPr algn="ctr" defTabSz="762000" eaLnBrk="0" hangingPunct="0"/>
                  <a:r>
                    <a:rPr lang="zh-CN" altLang="zh-CN" sz="2400" dirty="0">
                      <a:solidFill>
                        <a:srgbClr val="000000"/>
                      </a:solidFill>
                      <a:latin typeface="Arial" panose="020B0604020202020204" pitchFamily="34" charset="0"/>
                      <a:ea typeface="隶书" panose="02010509060101010101" pitchFamily="49" charset="-122"/>
                    </a:rPr>
                    <a:t>服务台1</a:t>
                  </a:r>
                  <a:endParaRPr lang="zh-CN" altLang="en-US" sz="2400">
                    <a:solidFill>
                      <a:srgbClr val="000000"/>
                    </a:solidFill>
                    <a:latin typeface="Arial" panose="020B0604020202020204" pitchFamily="34" charset="0"/>
                    <a:ea typeface="隶书" panose="02010509060101010101" pitchFamily="49" charset="-122"/>
                  </a:endParaRPr>
                </a:p>
              </p:txBody>
            </p:sp>
          </p:grpSp>
          <p:grpSp>
            <p:nvGrpSpPr>
              <p:cNvPr id="222217" name="组合 222216"/>
              <p:cNvGrpSpPr/>
              <p:nvPr/>
            </p:nvGrpSpPr>
            <p:grpSpPr>
              <a:xfrm>
                <a:off x="2916" y="2353"/>
                <a:ext cx="1245" cy="898"/>
                <a:chOff x="4138" y="1772"/>
                <a:chExt cx="1245" cy="898"/>
              </a:xfrm>
            </p:grpSpPr>
            <p:sp>
              <p:nvSpPr>
                <p:cNvPr id="222218" name="矩形 222217"/>
                <p:cNvSpPr/>
                <p:nvPr/>
              </p:nvSpPr>
              <p:spPr>
                <a:xfrm>
                  <a:off x="4138" y="1772"/>
                  <a:ext cx="1245" cy="898"/>
                </a:xfrm>
                <a:prstGeom prst="rect">
                  <a:avLst/>
                </a:prstGeom>
                <a:solidFill>
                  <a:srgbClr val="FED1B4"/>
                </a:solidFill>
                <a:ln w="12700">
                  <a:noFill/>
                </a:ln>
              </p:spPr>
              <p:txBody>
                <a:bodyPr/>
                <a:p>
                  <a:endParaRPr lang="zh-CN" altLang="en-US"/>
                </a:p>
              </p:txBody>
            </p:sp>
            <p:sp>
              <p:nvSpPr>
                <p:cNvPr id="222219" name="文本框 222218"/>
                <p:cNvSpPr txBox="1"/>
                <p:nvPr/>
              </p:nvSpPr>
              <p:spPr>
                <a:xfrm>
                  <a:off x="4317" y="2000"/>
                  <a:ext cx="887" cy="288"/>
                </a:xfrm>
                <a:prstGeom prst="rect">
                  <a:avLst/>
                </a:prstGeom>
                <a:noFill/>
                <a:ln w="12700">
                  <a:noFill/>
                </a:ln>
              </p:spPr>
              <p:txBody>
                <a:bodyPr>
                  <a:spAutoFit/>
                </a:bodyPr>
                <a:p>
                  <a:pPr defTabSz="762000" eaLnBrk="0" hangingPunct="0"/>
                  <a:r>
                    <a:rPr lang="zh-CN" altLang="zh-CN" sz="2400" dirty="0">
                      <a:solidFill>
                        <a:srgbClr val="000000"/>
                      </a:solidFill>
                      <a:latin typeface="Arial" panose="020B0604020202020204" pitchFamily="34" charset="0"/>
                      <a:ea typeface="隶书" panose="02010509060101010101" pitchFamily="49" charset="-122"/>
                    </a:rPr>
                    <a:t>服务台2</a:t>
                  </a:r>
                  <a:endParaRPr lang="zh-CN" altLang="en-US" sz="2400">
                    <a:solidFill>
                      <a:srgbClr val="000000"/>
                    </a:solidFill>
                    <a:latin typeface="Arial" panose="020B0604020202020204" pitchFamily="34" charset="0"/>
                    <a:ea typeface="隶书" panose="02010509060101010101" pitchFamily="49" charset="-122"/>
                  </a:endParaRPr>
                </a:p>
              </p:txBody>
            </p:sp>
          </p:grpSp>
        </p:grpSp>
        <p:grpSp>
          <p:nvGrpSpPr>
            <p:cNvPr id="222220" name="组合 222219"/>
            <p:cNvGrpSpPr/>
            <p:nvPr/>
          </p:nvGrpSpPr>
          <p:grpSpPr>
            <a:xfrm>
              <a:off x="1137" y="2138"/>
              <a:ext cx="803" cy="157"/>
              <a:chOff x="1137" y="2138"/>
              <a:chExt cx="803" cy="157"/>
            </a:xfrm>
          </p:grpSpPr>
          <p:sp>
            <p:nvSpPr>
              <p:cNvPr id="222221" name="椭圆 222220"/>
              <p:cNvSpPr/>
              <p:nvPr/>
            </p:nvSpPr>
            <p:spPr>
              <a:xfrm>
                <a:off x="1575" y="2143"/>
                <a:ext cx="148" cy="147"/>
              </a:xfrm>
              <a:prstGeom prst="ellipse">
                <a:avLst/>
              </a:prstGeom>
              <a:solidFill>
                <a:srgbClr val="00A9DA"/>
              </a:solidFill>
              <a:ln w="12700">
                <a:noFill/>
              </a:ln>
            </p:spPr>
            <p:txBody>
              <a:bodyPr/>
              <a:p>
                <a:endParaRPr lang="zh-CN" altLang="en-US"/>
              </a:p>
            </p:txBody>
          </p:sp>
          <p:sp>
            <p:nvSpPr>
              <p:cNvPr id="222222" name="任意多边形 222221"/>
              <p:cNvSpPr/>
              <p:nvPr/>
            </p:nvSpPr>
            <p:spPr>
              <a:xfrm>
                <a:off x="1785" y="2150"/>
                <a:ext cx="155" cy="133"/>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2223" name="矩形 222222"/>
              <p:cNvSpPr/>
              <p:nvPr/>
            </p:nvSpPr>
            <p:spPr>
              <a:xfrm>
                <a:off x="1137" y="2138"/>
                <a:ext cx="157" cy="157"/>
              </a:xfrm>
              <a:prstGeom prst="rect">
                <a:avLst/>
              </a:prstGeom>
              <a:solidFill>
                <a:srgbClr val="D0A4B1"/>
              </a:solidFill>
              <a:ln w="12700">
                <a:noFill/>
              </a:ln>
            </p:spPr>
            <p:txBody>
              <a:bodyPr/>
              <a:p>
                <a:endParaRPr lang="zh-CN" altLang="en-US"/>
              </a:p>
            </p:txBody>
          </p:sp>
          <p:sp>
            <p:nvSpPr>
              <p:cNvPr id="222224" name="矩形 222223"/>
              <p:cNvSpPr/>
              <p:nvPr/>
            </p:nvSpPr>
            <p:spPr>
              <a:xfrm>
                <a:off x="1356" y="2138"/>
                <a:ext cx="157" cy="157"/>
              </a:xfrm>
              <a:prstGeom prst="rect">
                <a:avLst/>
              </a:prstGeom>
              <a:solidFill>
                <a:srgbClr val="D0A4B1"/>
              </a:solidFill>
              <a:ln w="12700">
                <a:noFill/>
              </a:ln>
            </p:spPr>
            <p:txBody>
              <a:bodyPr/>
              <a:p>
                <a:endParaRPr lang="zh-CN" altLang="en-US"/>
              </a:p>
            </p:txBody>
          </p:sp>
        </p:grpSp>
      </p:grpSp>
      <p:sp>
        <p:nvSpPr>
          <p:cNvPr id="222225" name="标题 222224"/>
          <p:cNvSpPr>
            <a:spLocks noGrp="1"/>
          </p:cNvSpPr>
          <p:nvPr>
            <p:ph type="ctrTitle"/>
          </p:nvPr>
        </p:nvSpPr>
        <p:spPr>
          <a:xfrm>
            <a:off x="838200" y="685800"/>
            <a:ext cx="3233738" cy="823913"/>
          </a:xfrm>
          <a:ln w="12700"/>
        </p:spPr>
        <p:txBody>
          <a:bodyPr vert="horz" wrap="square" lIns="90488" tIns="44450" rIns="90488" bIns="44450" anchor="ctr"/>
          <a:p>
            <a:pPr defTabSz="914400">
              <a:buSzPct val="100000"/>
            </a:pPr>
            <a:r>
              <a:rPr lang="zh-CN" altLang="zh-CN" sz="3600" b="1" i="1" kern="1200" baseline="0" dirty="0">
                <a:solidFill>
                  <a:srgbClr val="660033"/>
                </a:solidFill>
                <a:latin typeface="Tahoma" panose="020B0604030504040204" pitchFamily="34" charset="0"/>
                <a:ea typeface="宋体" panose="02010600030101010101" pitchFamily="2" charset="-122"/>
              </a:rPr>
              <a:t>服务</a:t>
            </a:r>
            <a:r>
              <a:rPr lang="zh-CN" altLang="en-US" sz="3600" b="1" i="1" kern="1200" baseline="0" dirty="0">
                <a:solidFill>
                  <a:srgbClr val="660033"/>
                </a:solidFill>
                <a:latin typeface="Tahoma" panose="020B0604030504040204" pitchFamily="34" charset="0"/>
                <a:ea typeface="宋体" panose="02010600030101010101" pitchFamily="2" charset="-122"/>
              </a:rPr>
              <a:t>机构</a:t>
            </a:r>
            <a:endParaRPr lang="en-AU" altLang="en-US" sz="3600" b="1" i="1" kern="1200" baseline="0">
              <a:solidFill>
                <a:srgbClr val="660033"/>
              </a:solidFill>
              <a:latin typeface="Tahoma" panose="020B0604030504040204" pitchFamily="34" charset="0"/>
              <a:ea typeface="宋体" panose="02010600030101010101" pitchFamily="2" charset="-122"/>
            </a:endParaRPr>
          </a:p>
        </p:txBody>
      </p:sp>
      <p:sp>
        <p:nvSpPr>
          <p:cNvPr id="222226" name="文本框 222225"/>
          <p:cNvSpPr txBox="1"/>
          <p:nvPr/>
        </p:nvSpPr>
        <p:spPr>
          <a:xfrm>
            <a:off x="1219200" y="1905000"/>
            <a:ext cx="4295775" cy="946150"/>
          </a:xfrm>
          <a:prstGeom prst="rect">
            <a:avLst/>
          </a:prstGeom>
          <a:noFill/>
          <a:ln w="12700">
            <a:noFill/>
          </a:ln>
        </p:spPr>
        <p:txBody>
          <a:bodyPr wrap="none" anchor="t">
            <a:spAutoFit/>
          </a:bodyPr>
          <a:p>
            <a:pPr defTabSz="762000" eaLnBrk="0" hangingPunct="0"/>
            <a:r>
              <a:rPr lang="zh-CN" altLang="en-US" sz="2800">
                <a:solidFill>
                  <a:schemeClr val="folHlink"/>
                </a:solidFill>
                <a:latin typeface="楷体_GB2312" pitchFamily="49" charset="-122"/>
                <a:ea typeface="楷体_GB2312" pitchFamily="49" charset="-122"/>
              </a:rPr>
              <a:t>(</a:t>
            </a:r>
            <a:r>
              <a:rPr lang="en-US" altLang="zh-CN" sz="2800">
                <a:solidFill>
                  <a:schemeClr val="folHlink"/>
                </a:solidFill>
                <a:latin typeface="楷体_GB2312" pitchFamily="49" charset="-122"/>
                <a:ea typeface="楷体_GB2312" pitchFamily="49" charset="-122"/>
              </a:rPr>
              <a:t>c</a:t>
            </a:r>
            <a:r>
              <a:rPr lang="en-US" altLang="en-US" sz="2800">
                <a:solidFill>
                  <a:schemeClr val="folHlink"/>
                </a:solidFill>
                <a:latin typeface="楷体_GB2312" pitchFamily="49" charset="-122"/>
                <a:ea typeface="楷体_GB2312" pitchFamily="49" charset="-122"/>
              </a:rPr>
              <a:t>) </a:t>
            </a:r>
            <a:r>
              <a:rPr lang="zh-CN" altLang="zh-CN" sz="2800" dirty="0">
                <a:solidFill>
                  <a:schemeClr val="folHlink"/>
                </a:solidFill>
                <a:latin typeface="楷体_GB2312" pitchFamily="49" charset="-122"/>
                <a:ea typeface="楷体_GB2312" pitchFamily="49" charset="-122"/>
              </a:rPr>
              <a:t>一个</a:t>
            </a:r>
            <a:r>
              <a:rPr lang="zh-CN" altLang="en-US" sz="2800" dirty="0">
                <a:solidFill>
                  <a:schemeClr val="folHlink"/>
                </a:solidFill>
                <a:latin typeface="楷体_GB2312" pitchFamily="49" charset="-122"/>
                <a:ea typeface="楷体_GB2312" pitchFamily="49" charset="-122"/>
              </a:rPr>
              <a:t>队列、</a:t>
            </a:r>
            <a:r>
              <a:rPr lang="en-US" altLang="zh-CN" sz="2800">
                <a:solidFill>
                  <a:schemeClr val="folHlink"/>
                </a:solidFill>
                <a:latin typeface="楷体_GB2312" pitchFamily="49" charset="-122"/>
                <a:ea typeface="楷体_GB2312" pitchFamily="49" charset="-122"/>
              </a:rPr>
              <a:t>s</a:t>
            </a:r>
            <a:r>
              <a:rPr lang="zh-CN" altLang="en-US" sz="2800" dirty="0">
                <a:solidFill>
                  <a:schemeClr val="folHlink"/>
                </a:solidFill>
                <a:latin typeface="楷体_GB2312" pitchFamily="49" charset="-122"/>
                <a:ea typeface="楷体_GB2312" pitchFamily="49" charset="-122"/>
              </a:rPr>
              <a:t>个服务台</a:t>
            </a:r>
            <a:endParaRPr lang="zh-CN" altLang="en-US" sz="2800" dirty="0">
              <a:solidFill>
                <a:schemeClr val="folHlink"/>
              </a:solidFill>
              <a:latin typeface="楷体_GB2312" pitchFamily="49" charset="-122"/>
              <a:ea typeface="楷体_GB2312" pitchFamily="49" charset="-122"/>
            </a:endParaRPr>
          </a:p>
          <a:p>
            <a:pPr defTabSz="762000" eaLnBrk="0" hangingPunct="0"/>
            <a:r>
              <a:rPr lang="zh-CN" altLang="en-US" sz="2800" dirty="0">
                <a:solidFill>
                  <a:schemeClr val="folHlink"/>
                </a:solidFill>
                <a:latin typeface="楷体_GB2312" pitchFamily="49" charset="-122"/>
                <a:ea typeface="楷体_GB2312" pitchFamily="49" charset="-122"/>
              </a:rPr>
              <a:t>    一个服务阶段</a:t>
            </a:r>
            <a:endParaRPr lang="zh-CN" altLang="en-US" sz="2800" dirty="0">
              <a:solidFill>
                <a:schemeClr val="folHlink"/>
              </a:solidFill>
              <a:latin typeface="楷体_GB2312" pitchFamily="49" charset="-122"/>
              <a:ea typeface="楷体_GB2312" pitchFamily="49" charset="-122"/>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22210"/>
                                        </p:tgtEl>
                                        <p:attrNameLst>
                                          <p:attrName>style.visibility</p:attrName>
                                        </p:attrNameLst>
                                      </p:cBhvr>
                                      <p:to>
                                        <p:strVal val="visible"/>
                                      </p:to>
                                    </p:set>
                                    <p:animEffect transition="in" filter="box(out)">
                                      <p:cBhvr>
                                        <p:cTn id="7" dur="500"/>
                                        <p:tgtEl>
                                          <p:spTgt spid="222210"/>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23234" name="组合 223233"/>
          <p:cNvGrpSpPr/>
          <p:nvPr/>
        </p:nvGrpSpPr>
        <p:grpSpPr>
          <a:xfrm>
            <a:off x="838200" y="2667000"/>
            <a:ext cx="7358063" cy="3332163"/>
            <a:chOff x="548" y="1153"/>
            <a:chExt cx="4635" cy="2099"/>
          </a:xfrm>
        </p:grpSpPr>
        <p:grpSp>
          <p:nvGrpSpPr>
            <p:cNvPr id="223235" name="组合 223234"/>
            <p:cNvGrpSpPr/>
            <p:nvPr/>
          </p:nvGrpSpPr>
          <p:grpSpPr>
            <a:xfrm>
              <a:off x="548" y="2124"/>
              <a:ext cx="974" cy="157"/>
              <a:chOff x="926" y="2136"/>
              <a:chExt cx="974" cy="157"/>
            </a:xfrm>
          </p:grpSpPr>
          <p:sp>
            <p:nvSpPr>
              <p:cNvPr id="223236" name="椭圆 223235"/>
              <p:cNvSpPr/>
              <p:nvPr/>
            </p:nvSpPr>
            <p:spPr>
              <a:xfrm>
                <a:off x="926" y="2141"/>
                <a:ext cx="148" cy="147"/>
              </a:xfrm>
              <a:prstGeom prst="ellipse">
                <a:avLst/>
              </a:prstGeom>
              <a:solidFill>
                <a:srgbClr val="00A9DA"/>
              </a:solidFill>
              <a:ln w="12700">
                <a:noFill/>
              </a:ln>
            </p:spPr>
            <p:txBody>
              <a:bodyPr/>
              <a:p>
                <a:endParaRPr lang="zh-CN" altLang="en-US"/>
              </a:p>
            </p:txBody>
          </p:sp>
          <p:sp>
            <p:nvSpPr>
              <p:cNvPr id="223237" name="任意多边形 223236"/>
              <p:cNvSpPr/>
              <p:nvPr/>
            </p:nvSpPr>
            <p:spPr>
              <a:xfrm>
                <a:off x="1745" y="2148"/>
                <a:ext cx="155" cy="133"/>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3238" name="矩形 223237"/>
              <p:cNvSpPr/>
              <p:nvPr/>
            </p:nvSpPr>
            <p:spPr>
              <a:xfrm>
                <a:off x="1125" y="2136"/>
                <a:ext cx="157" cy="157"/>
              </a:xfrm>
              <a:prstGeom prst="rect">
                <a:avLst/>
              </a:prstGeom>
              <a:solidFill>
                <a:srgbClr val="D0A4B1"/>
              </a:solidFill>
              <a:ln w="12700">
                <a:noFill/>
              </a:ln>
            </p:spPr>
            <p:txBody>
              <a:bodyPr/>
              <a:p>
                <a:endParaRPr lang="zh-CN" altLang="en-US"/>
              </a:p>
            </p:txBody>
          </p:sp>
          <p:sp>
            <p:nvSpPr>
              <p:cNvPr id="223239" name="任意多边形 223238"/>
              <p:cNvSpPr/>
              <p:nvPr/>
            </p:nvSpPr>
            <p:spPr>
              <a:xfrm>
                <a:off x="1539" y="2147"/>
                <a:ext cx="155" cy="133"/>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3240" name="任意多边形 223239"/>
              <p:cNvSpPr/>
              <p:nvPr/>
            </p:nvSpPr>
            <p:spPr>
              <a:xfrm>
                <a:off x="1333" y="2147"/>
                <a:ext cx="155" cy="133"/>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grpSp>
        <p:grpSp>
          <p:nvGrpSpPr>
            <p:cNvPr id="223241" name="组合 223240"/>
            <p:cNvGrpSpPr/>
            <p:nvPr/>
          </p:nvGrpSpPr>
          <p:grpSpPr>
            <a:xfrm>
              <a:off x="1593" y="1153"/>
              <a:ext cx="3590" cy="2099"/>
              <a:chOff x="1593" y="1153"/>
              <a:chExt cx="3590" cy="2099"/>
            </a:xfrm>
          </p:grpSpPr>
          <p:grpSp>
            <p:nvGrpSpPr>
              <p:cNvPr id="223242" name="组合 223241"/>
              <p:cNvGrpSpPr/>
              <p:nvPr/>
            </p:nvGrpSpPr>
            <p:grpSpPr>
              <a:xfrm>
                <a:off x="3342" y="1621"/>
                <a:ext cx="587" cy="1200"/>
                <a:chOff x="3342" y="1621"/>
                <a:chExt cx="587" cy="1200"/>
              </a:xfrm>
            </p:grpSpPr>
            <p:sp>
              <p:nvSpPr>
                <p:cNvPr id="223243" name="直接连接符 223242"/>
                <p:cNvSpPr/>
                <p:nvPr/>
              </p:nvSpPr>
              <p:spPr>
                <a:xfrm>
                  <a:off x="3342" y="2821"/>
                  <a:ext cx="579" cy="0"/>
                </a:xfrm>
                <a:prstGeom prst="line">
                  <a:avLst/>
                </a:prstGeom>
                <a:ln w="76200" cap="flat" cmpd="sng">
                  <a:solidFill>
                    <a:schemeClr val="tx1"/>
                  </a:solidFill>
                  <a:prstDash val="solid"/>
                  <a:headEnd type="none" w="med" len="med"/>
                  <a:tailEnd type="triangle" w="med" len="med"/>
                </a:ln>
              </p:spPr>
            </p:sp>
            <p:sp>
              <p:nvSpPr>
                <p:cNvPr id="223244" name="直接连接符 223243"/>
                <p:cNvSpPr/>
                <p:nvPr/>
              </p:nvSpPr>
              <p:spPr>
                <a:xfrm flipV="1">
                  <a:off x="3344" y="1621"/>
                  <a:ext cx="585" cy="1"/>
                </a:xfrm>
                <a:prstGeom prst="line">
                  <a:avLst/>
                </a:prstGeom>
                <a:ln w="76200" cap="flat" cmpd="sng">
                  <a:solidFill>
                    <a:schemeClr val="tx1"/>
                  </a:solidFill>
                  <a:prstDash val="solid"/>
                  <a:headEnd type="none" w="med" len="med"/>
                  <a:tailEnd type="triangle" w="med" len="med"/>
                </a:ln>
              </p:spPr>
            </p:sp>
          </p:grpSp>
          <p:grpSp>
            <p:nvGrpSpPr>
              <p:cNvPr id="223245" name="组合 223244"/>
              <p:cNvGrpSpPr/>
              <p:nvPr/>
            </p:nvGrpSpPr>
            <p:grpSpPr>
              <a:xfrm>
                <a:off x="3938" y="1153"/>
                <a:ext cx="1245" cy="898"/>
                <a:chOff x="3938" y="1153"/>
                <a:chExt cx="1245" cy="898"/>
              </a:xfrm>
            </p:grpSpPr>
            <p:sp>
              <p:nvSpPr>
                <p:cNvPr id="223246" name="矩形 223245"/>
                <p:cNvSpPr/>
                <p:nvPr/>
              </p:nvSpPr>
              <p:spPr>
                <a:xfrm>
                  <a:off x="3938" y="1153"/>
                  <a:ext cx="1245" cy="898"/>
                </a:xfrm>
                <a:prstGeom prst="rect">
                  <a:avLst/>
                </a:prstGeom>
                <a:solidFill>
                  <a:srgbClr val="EDE1D6"/>
                </a:solidFill>
                <a:ln w="12700">
                  <a:noFill/>
                </a:ln>
              </p:spPr>
              <p:txBody>
                <a:bodyPr/>
                <a:p>
                  <a:endParaRPr lang="zh-CN" altLang="en-US"/>
                </a:p>
              </p:txBody>
            </p:sp>
            <p:sp>
              <p:nvSpPr>
                <p:cNvPr id="223247" name="文本框 223246"/>
                <p:cNvSpPr txBox="1"/>
                <p:nvPr/>
              </p:nvSpPr>
              <p:spPr>
                <a:xfrm>
                  <a:off x="4117" y="1381"/>
                  <a:ext cx="887" cy="288"/>
                </a:xfrm>
                <a:prstGeom prst="rect">
                  <a:avLst/>
                </a:prstGeom>
                <a:noFill/>
                <a:ln w="12700">
                  <a:noFill/>
                </a:ln>
              </p:spPr>
              <p:txBody>
                <a:bodyPr>
                  <a:spAutoFit/>
                </a:bodyPr>
                <a:p>
                  <a:pPr defTabSz="762000" eaLnBrk="0" hangingPunct="0"/>
                  <a:r>
                    <a:rPr lang="zh-CN" altLang="zh-CN" sz="2400" dirty="0">
                      <a:solidFill>
                        <a:srgbClr val="000000"/>
                      </a:solidFill>
                      <a:latin typeface="Arial" panose="020B0604020202020204" pitchFamily="34" charset="0"/>
                      <a:ea typeface="隶书" panose="02010509060101010101" pitchFamily="49" charset="-122"/>
                    </a:rPr>
                    <a:t>服务台3</a:t>
                  </a:r>
                  <a:endParaRPr lang="zh-CN" altLang="en-US" sz="2000">
                    <a:solidFill>
                      <a:srgbClr val="000000"/>
                    </a:solidFill>
                    <a:latin typeface="Arial" panose="020B0604020202020204" pitchFamily="34" charset="0"/>
                  </a:endParaRPr>
                </a:p>
              </p:txBody>
            </p:sp>
          </p:grpSp>
          <p:grpSp>
            <p:nvGrpSpPr>
              <p:cNvPr id="223248" name="组合 223247"/>
              <p:cNvGrpSpPr/>
              <p:nvPr/>
            </p:nvGrpSpPr>
            <p:grpSpPr>
              <a:xfrm>
                <a:off x="3937" y="2354"/>
                <a:ext cx="1245" cy="898"/>
                <a:chOff x="3937" y="2354"/>
                <a:chExt cx="1245" cy="898"/>
              </a:xfrm>
            </p:grpSpPr>
            <p:sp>
              <p:nvSpPr>
                <p:cNvPr id="223249" name="矩形 223248"/>
                <p:cNvSpPr/>
                <p:nvPr/>
              </p:nvSpPr>
              <p:spPr>
                <a:xfrm>
                  <a:off x="3937" y="2354"/>
                  <a:ext cx="1245" cy="898"/>
                </a:xfrm>
                <a:prstGeom prst="rect">
                  <a:avLst/>
                </a:prstGeom>
                <a:solidFill>
                  <a:srgbClr val="F4EFE4"/>
                </a:solidFill>
                <a:ln w="12700">
                  <a:noFill/>
                </a:ln>
              </p:spPr>
              <p:txBody>
                <a:bodyPr/>
                <a:p>
                  <a:endParaRPr lang="zh-CN" altLang="en-US"/>
                </a:p>
              </p:txBody>
            </p:sp>
            <p:sp>
              <p:nvSpPr>
                <p:cNvPr id="223250" name="文本框 223249"/>
                <p:cNvSpPr txBox="1"/>
                <p:nvPr/>
              </p:nvSpPr>
              <p:spPr>
                <a:xfrm>
                  <a:off x="4116" y="2582"/>
                  <a:ext cx="887" cy="288"/>
                </a:xfrm>
                <a:prstGeom prst="rect">
                  <a:avLst/>
                </a:prstGeom>
                <a:noFill/>
                <a:ln w="12700">
                  <a:noFill/>
                </a:ln>
              </p:spPr>
              <p:txBody>
                <a:bodyPr>
                  <a:spAutoFit/>
                </a:bodyPr>
                <a:p>
                  <a:pPr defTabSz="762000" eaLnBrk="0" hangingPunct="0"/>
                  <a:r>
                    <a:rPr lang="zh-CN" altLang="zh-CN" sz="2400" dirty="0">
                      <a:solidFill>
                        <a:srgbClr val="000000"/>
                      </a:solidFill>
                      <a:latin typeface="Arial" panose="020B0604020202020204" pitchFamily="34" charset="0"/>
                      <a:ea typeface="隶书" panose="02010509060101010101" pitchFamily="49" charset="-122"/>
                    </a:rPr>
                    <a:t>服务台4</a:t>
                  </a:r>
                  <a:endParaRPr lang="zh-CN" altLang="en-US" sz="2000">
                    <a:solidFill>
                      <a:srgbClr val="000000"/>
                    </a:solidFill>
                    <a:latin typeface="Arial" panose="020B0604020202020204" pitchFamily="34" charset="0"/>
                  </a:endParaRPr>
                </a:p>
              </p:txBody>
            </p:sp>
          </p:grpSp>
          <p:sp>
            <p:nvSpPr>
              <p:cNvPr id="223251" name="直接连接符 223250"/>
              <p:cNvSpPr/>
              <p:nvPr/>
            </p:nvSpPr>
            <p:spPr>
              <a:xfrm>
                <a:off x="3328" y="1630"/>
                <a:ext cx="589" cy="1170"/>
              </a:xfrm>
              <a:prstGeom prst="line">
                <a:avLst/>
              </a:prstGeom>
              <a:ln w="76200" cap="flat" cmpd="sng">
                <a:solidFill>
                  <a:schemeClr val="tx1"/>
                </a:solidFill>
                <a:prstDash val="solid"/>
                <a:headEnd type="none" w="med" len="med"/>
                <a:tailEnd type="triangle" w="med" len="med"/>
              </a:ln>
            </p:spPr>
          </p:sp>
          <p:grpSp>
            <p:nvGrpSpPr>
              <p:cNvPr id="223252" name="组合 223251"/>
              <p:cNvGrpSpPr/>
              <p:nvPr/>
            </p:nvGrpSpPr>
            <p:grpSpPr>
              <a:xfrm>
                <a:off x="1593" y="1153"/>
                <a:ext cx="1758" cy="2099"/>
                <a:chOff x="1921" y="1153"/>
                <a:chExt cx="1758" cy="2099"/>
              </a:xfrm>
            </p:grpSpPr>
            <p:grpSp>
              <p:nvGrpSpPr>
                <p:cNvPr id="223253" name="组合 223252"/>
                <p:cNvGrpSpPr/>
                <p:nvPr/>
              </p:nvGrpSpPr>
              <p:grpSpPr>
                <a:xfrm>
                  <a:off x="1921" y="1621"/>
                  <a:ext cx="496" cy="1200"/>
                  <a:chOff x="1574" y="1621"/>
                  <a:chExt cx="843" cy="1200"/>
                </a:xfrm>
              </p:grpSpPr>
              <p:sp>
                <p:nvSpPr>
                  <p:cNvPr id="223254" name="直接连接符 223253"/>
                  <p:cNvSpPr/>
                  <p:nvPr/>
                </p:nvSpPr>
                <p:spPr>
                  <a:xfrm>
                    <a:off x="1574" y="2202"/>
                    <a:ext cx="830" cy="619"/>
                  </a:xfrm>
                  <a:prstGeom prst="line">
                    <a:avLst/>
                  </a:prstGeom>
                  <a:ln w="76200" cap="flat" cmpd="sng">
                    <a:solidFill>
                      <a:schemeClr val="tx1"/>
                    </a:solidFill>
                    <a:prstDash val="solid"/>
                    <a:headEnd type="none" w="med" len="med"/>
                    <a:tailEnd type="triangle" w="med" len="med"/>
                  </a:ln>
                </p:spPr>
              </p:sp>
              <p:sp>
                <p:nvSpPr>
                  <p:cNvPr id="223255" name="直接连接符 223254"/>
                  <p:cNvSpPr/>
                  <p:nvPr/>
                </p:nvSpPr>
                <p:spPr>
                  <a:xfrm flipV="1">
                    <a:off x="1580" y="1621"/>
                    <a:ext cx="837" cy="582"/>
                  </a:xfrm>
                  <a:prstGeom prst="line">
                    <a:avLst/>
                  </a:prstGeom>
                  <a:ln w="76200" cap="flat" cmpd="sng">
                    <a:solidFill>
                      <a:schemeClr val="tx1"/>
                    </a:solidFill>
                    <a:prstDash val="solid"/>
                    <a:headEnd type="none" w="med" len="med"/>
                    <a:tailEnd type="triangle" w="med" len="med"/>
                  </a:ln>
                </p:spPr>
              </p:sp>
            </p:grpSp>
            <p:grpSp>
              <p:nvGrpSpPr>
                <p:cNvPr id="223256" name="组合 223255"/>
                <p:cNvGrpSpPr/>
                <p:nvPr/>
              </p:nvGrpSpPr>
              <p:grpSpPr>
                <a:xfrm>
                  <a:off x="2434" y="1153"/>
                  <a:ext cx="1245" cy="898"/>
                  <a:chOff x="2430" y="1902"/>
                  <a:chExt cx="1245" cy="898"/>
                </a:xfrm>
              </p:grpSpPr>
              <p:sp>
                <p:nvSpPr>
                  <p:cNvPr id="223257" name="矩形 223256"/>
                  <p:cNvSpPr/>
                  <p:nvPr/>
                </p:nvSpPr>
                <p:spPr>
                  <a:xfrm>
                    <a:off x="2430" y="1902"/>
                    <a:ext cx="1245" cy="898"/>
                  </a:xfrm>
                  <a:prstGeom prst="rect">
                    <a:avLst/>
                  </a:prstGeom>
                  <a:solidFill>
                    <a:srgbClr val="FFE5D0"/>
                  </a:solidFill>
                  <a:ln w="12700">
                    <a:noFill/>
                  </a:ln>
                </p:spPr>
                <p:txBody>
                  <a:bodyPr/>
                  <a:p>
                    <a:endParaRPr lang="zh-CN" altLang="en-US"/>
                  </a:p>
                </p:txBody>
              </p:sp>
              <p:sp>
                <p:nvSpPr>
                  <p:cNvPr id="223258" name="文本框 223257"/>
                  <p:cNvSpPr txBox="1"/>
                  <p:nvPr/>
                </p:nvSpPr>
                <p:spPr>
                  <a:xfrm>
                    <a:off x="2609" y="2130"/>
                    <a:ext cx="887" cy="288"/>
                  </a:xfrm>
                  <a:prstGeom prst="rect">
                    <a:avLst/>
                  </a:prstGeom>
                  <a:noFill/>
                  <a:ln w="12700">
                    <a:noFill/>
                  </a:ln>
                </p:spPr>
                <p:txBody>
                  <a:bodyPr>
                    <a:spAutoFit/>
                  </a:bodyPr>
                  <a:p>
                    <a:pPr defTabSz="762000" eaLnBrk="0" hangingPunct="0"/>
                    <a:r>
                      <a:rPr lang="zh-CN" altLang="zh-CN" sz="2400" dirty="0">
                        <a:solidFill>
                          <a:srgbClr val="000000"/>
                        </a:solidFill>
                        <a:latin typeface="Arial" panose="020B0604020202020204" pitchFamily="34" charset="0"/>
                        <a:ea typeface="隶书" panose="02010509060101010101" pitchFamily="49" charset="-122"/>
                      </a:rPr>
                      <a:t>服务台1</a:t>
                    </a:r>
                    <a:endParaRPr lang="zh-CN" altLang="en-US" sz="2400">
                      <a:solidFill>
                        <a:srgbClr val="000000"/>
                      </a:solidFill>
                      <a:latin typeface="Arial" panose="020B0604020202020204" pitchFamily="34" charset="0"/>
                      <a:ea typeface="隶书" panose="02010509060101010101" pitchFamily="49" charset="-122"/>
                    </a:endParaRPr>
                  </a:p>
                </p:txBody>
              </p:sp>
            </p:grpSp>
            <p:grpSp>
              <p:nvGrpSpPr>
                <p:cNvPr id="223259" name="组合 223258"/>
                <p:cNvGrpSpPr/>
                <p:nvPr/>
              </p:nvGrpSpPr>
              <p:grpSpPr>
                <a:xfrm>
                  <a:off x="2433" y="2354"/>
                  <a:ext cx="1245" cy="898"/>
                  <a:chOff x="4138" y="1772"/>
                  <a:chExt cx="1245" cy="898"/>
                </a:xfrm>
              </p:grpSpPr>
              <p:sp>
                <p:nvSpPr>
                  <p:cNvPr id="223260" name="矩形 223259"/>
                  <p:cNvSpPr/>
                  <p:nvPr/>
                </p:nvSpPr>
                <p:spPr>
                  <a:xfrm>
                    <a:off x="4138" y="1772"/>
                    <a:ext cx="1245" cy="898"/>
                  </a:xfrm>
                  <a:prstGeom prst="rect">
                    <a:avLst/>
                  </a:prstGeom>
                  <a:solidFill>
                    <a:srgbClr val="FED1B4"/>
                  </a:solidFill>
                  <a:ln w="12700">
                    <a:noFill/>
                  </a:ln>
                </p:spPr>
                <p:txBody>
                  <a:bodyPr/>
                  <a:p>
                    <a:endParaRPr lang="zh-CN" altLang="en-US"/>
                  </a:p>
                </p:txBody>
              </p:sp>
              <p:sp>
                <p:nvSpPr>
                  <p:cNvPr id="223261" name="文本框 223260"/>
                  <p:cNvSpPr txBox="1"/>
                  <p:nvPr/>
                </p:nvSpPr>
                <p:spPr>
                  <a:xfrm>
                    <a:off x="4317" y="2000"/>
                    <a:ext cx="887" cy="288"/>
                  </a:xfrm>
                  <a:prstGeom prst="rect">
                    <a:avLst/>
                  </a:prstGeom>
                  <a:noFill/>
                  <a:ln w="12700">
                    <a:noFill/>
                  </a:ln>
                </p:spPr>
                <p:txBody>
                  <a:bodyPr>
                    <a:spAutoFit/>
                  </a:bodyPr>
                  <a:p>
                    <a:pPr defTabSz="762000" eaLnBrk="0" hangingPunct="0"/>
                    <a:r>
                      <a:rPr lang="zh-CN" altLang="zh-CN" sz="2400" dirty="0">
                        <a:solidFill>
                          <a:srgbClr val="000000"/>
                        </a:solidFill>
                        <a:latin typeface="Arial" panose="020B0604020202020204" pitchFamily="34" charset="0"/>
                        <a:ea typeface="隶书" panose="02010509060101010101" pitchFamily="49" charset="-122"/>
                      </a:rPr>
                      <a:t>服务台2</a:t>
                    </a:r>
                    <a:endParaRPr lang="zh-CN" altLang="en-US" sz="2000">
                      <a:solidFill>
                        <a:srgbClr val="000000"/>
                      </a:solidFill>
                      <a:latin typeface="Arial" panose="020B0604020202020204" pitchFamily="34" charset="0"/>
                    </a:endParaRPr>
                  </a:p>
                </p:txBody>
              </p:sp>
            </p:grpSp>
          </p:grpSp>
        </p:grpSp>
      </p:grpSp>
      <p:sp>
        <p:nvSpPr>
          <p:cNvPr id="223262" name="标题 223261"/>
          <p:cNvSpPr>
            <a:spLocks noGrp="1"/>
          </p:cNvSpPr>
          <p:nvPr>
            <p:ph type="ctrTitle"/>
          </p:nvPr>
        </p:nvSpPr>
        <p:spPr>
          <a:xfrm>
            <a:off x="838200" y="685800"/>
            <a:ext cx="3233738" cy="823913"/>
          </a:xfrm>
          <a:ln w="12700"/>
        </p:spPr>
        <p:txBody>
          <a:bodyPr vert="horz" wrap="square" lIns="90488" tIns="44450" rIns="90488" bIns="44450" anchor="ctr"/>
          <a:p>
            <a:pPr defTabSz="914400">
              <a:buSzPct val="100000"/>
            </a:pPr>
            <a:r>
              <a:rPr lang="zh-CN" altLang="zh-CN" sz="3600" b="1" i="1" kern="1200" baseline="0" dirty="0">
                <a:solidFill>
                  <a:srgbClr val="660033"/>
                </a:solidFill>
                <a:latin typeface="Tahoma" panose="020B0604030504040204" pitchFamily="34" charset="0"/>
                <a:ea typeface="宋体" panose="02010600030101010101" pitchFamily="2" charset="-122"/>
              </a:rPr>
              <a:t>服务</a:t>
            </a:r>
            <a:r>
              <a:rPr lang="zh-CN" altLang="en-US" sz="3600" b="1" i="1" kern="1200" baseline="0" dirty="0">
                <a:solidFill>
                  <a:srgbClr val="660033"/>
                </a:solidFill>
                <a:latin typeface="Tahoma" panose="020B0604030504040204" pitchFamily="34" charset="0"/>
                <a:ea typeface="宋体" panose="02010600030101010101" pitchFamily="2" charset="-122"/>
              </a:rPr>
              <a:t>机构</a:t>
            </a:r>
            <a:endParaRPr lang="en-AU" altLang="en-US" sz="3600" b="1" i="1" kern="1200" baseline="0">
              <a:solidFill>
                <a:srgbClr val="660033"/>
              </a:solidFill>
              <a:latin typeface="Tahoma" panose="020B0604030504040204" pitchFamily="34" charset="0"/>
              <a:ea typeface="宋体" panose="02010600030101010101" pitchFamily="2" charset="-122"/>
            </a:endParaRPr>
          </a:p>
        </p:txBody>
      </p:sp>
      <p:sp>
        <p:nvSpPr>
          <p:cNvPr id="223263" name="文本框 223262"/>
          <p:cNvSpPr txBox="1"/>
          <p:nvPr/>
        </p:nvSpPr>
        <p:spPr>
          <a:xfrm>
            <a:off x="1219200" y="1905000"/>
            <a:ext cx="4475163" cy="519113"/>
          </a:xfrm>
          <a:prstGeom prst="rect">
            <a:avLst/>
          </a:prstGeom>
          <a:noFill/>
          <a:ln w="12700">
            <a:noFill/>
          </a:ln>
        </p:spPr>
        <p:txBody>
          <a:bodyPr wrap="none" anchor="t">
            <a:spAutoFit/>
          </a:bodyPr>
          <a:p>
            <a:pPr defTabSz="762000" eaLnBrk="0" hangingPunct="0"/>
            <a:r>
              <a:rPr lang="zh-CN" altLang="en-US" sz="2800">
                <a:solidFill>
                  <a:schemeClr val="folHlink"/>
                </a:solidFill>
                <a:latin typeface="楷体_GB2312" pitchFamily="49" charset="-122"/>
                <a:ea typeface="楷体_GB2312" pitchFamily="49" charset="-122"/>
              </a:rPr>
              <a:t>(</a:t>
            </a:r>
            <a:r>
              <a:rPr lang="en-US" altLang="zh-CN" sz="2800">
                <a:solidFill>
                  <a:schemeClr val="folHlink"/>
                </a:solidFill>
                <a:latin typeface="楷体_GB2312" pitchFamily="49" charset="-122"/>
                <a:ea typeface="楷体_GB2312" pitchFamily="49" charset="-122"/>
              </a:rPr>
              <a:t>d</a:t>
            </a:r>
            <a:r>
              <a:rPr lang="en-US" altLang="en-US" sz="2800">
                <a:solidFill>
                  <a:schemeClr val="folHlink"/>
                </a:solidFill>
                <a:latin typeface="楷体_GB2312" pitchFamily="49" charset="-122"/>
                <a:ea typeface="楷体_GB2312" pitchFamily="49" charset="-122"/>
              </a:rPr>
              <a:t>) </a:t>
            </a:r>
            <a:r>
              <a:rPr lang="en-US" altLang="zh-CN" sz="2800">
                <a:solidFill>
                  <a:schemeClr val="folHlink"/>
                </a:solidFill>
                <a:latin typeface="楷体_GB2312" pitchFamily="49" charset="-122"/>
                <a:ea typeface="楷体_GB2312" pitchFamily="49" charset="-122"/>
              </a:rPr>
              <a:t>s</a:t>
            </a:r>
            <a:r>
              <a:rPr lang="zh-CN" altLang="zh-CN" sz="2800">
                <a:solidFill>
                  <a:schemeClr val="folHlink"/>
                </a:solidFill>
                <a:latin typeface="楷体_GB2312" pitchFamily="49" charset="-122"/>
                <a:ea typeface="楷体_GB2312" pitchFamily="49" charset="-122"/>
              </a:rPr>
              <a:t>个</a:t>
            </a:r>
            <a:r>
              <a:rPr lang="zh-CN" altLang="en-US" sz="2800" dirty="0">
                <a:solidFill>
                  <a:schemeClr val="folHlink"/>
                </a:solidFill>
                <a:latin typeface="楷体_GB2312" pitchFamily="49" charset="-122"/>
                <a:ea typeface="楷体_GB2312" pitchFamily="49" charset="-122"/>
              </a:rPr>
              <a:t>队列、</a:t>
            </a:r>
            <a:r>
              <a:rPr lang="en-US" altLang="zh-CN" sz="2800">
                <a:solidFill>
                  <a:schemeClr val="folHlink"/>
                </a:solidFill>
                <a:latin typeface="楷体_GB2312" pitchFamily="49" charset="-122"/>
                <a:ea typeface="楷体_GB2312" pitchFamily="49" charset="-122"/>
              </a:rPr>
              <a:t>s</a:t>
            </a:r>
            <a:r>
              <a:rPr lang="zh-CN" altLang="en-US" sz="2800" dirty="0">
                <a:solidFill>
                  <a:schemeClr val="folHlink"/>
                </a:solidFill>
                <a:latin typeface="楷体_GB2312" pitchFamily="49" charset="-122"/>
                <a:ea typeface="楷体_GB2312" pitchFamily="49" charset="-122"/>
              </a:rPr>
              <a:t>个服务阶段</a:t>
            </a:r>
            <a:endParaRPr lang="zh-CN" altLang="en-US" sz="2800" dirty="0">
              <a:solidFill>
                <a:schemeClr val="folHlink"/>
              </a:solidFill>
              <a:latin typeface="楷体_GB2312" pitchFamily="49" charset="-122"/>
              <a:ea typeface="楷体_GB2312" pitchFamily="49" charset="-122"/>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23234"/>
                                        </p:tgtEl>
                                        <p:attrNameLst>
                                          <p:attrName>style.visibility</p:attrName>
                                        </p:attrNameLst>
                                      </p:cBhvr>
                                      <p:to>
                                        <p:strVal val="visible"/>
                                      </p:to>
                                    </p:set>
                                    <p:animEffect transition="in" filter="box(out)">
                                      <p:cBhvr>
                                        <p:cTn id="7" dur="500"/>
                                        <p:tgtEl>
                                          <p:spTgt spid="223234"/>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24258" name="组合 224257"/>
          <p:cNvGrpSpPr/>
          <p:nvPr/>
        </p:nvGrpSpPr>
        <p:grpSpPr>
          <a:xfrm>
            <a:off x="1143000" y="2514600"/>
            <a:ext cx="7089775" cy="3730625"/>
            <a:chOff x="1061" y="1147"/>
            <a:chExt cx="4466" cy="2350"/>
          </a:xfrm>
        </p:grpSpPr>
        <p:grpSp>
          <p:nvGrpSpPr>
            <p:cNvPr id="224259" name="组合 224258"/>
            <p:cNvGrpSpPr/>
            <p:nvPr/>
          </p:nvGrpSpPr>
          <p:grpSpPr>
            <a:xfrm>
              <a:off x="1662" y="2350"/>
              <a:ext cx="3865" cy="1147"/>
              <a:chOff x="1542" y="2422"/>
              <a:chExt cx="3865" cy="1147"/>
            </a:xfrm>
          </p:grpSpPr>
          <p:grpSp>
            <p:nvGrpSpPr>
              <p:cNvPr id="224260" name="组合 224259"/>
              <p:cNvGrpSpPr/>
              <p:nvPr/>
            </p:nvGrpSpPr>
            <p:grpSpPr>
              <a:xfrm flipH="1">
                <a:off x="1542" y="2610"/>
                <a:ext cx="157" cy="341"/>
                <a:chOff x="621" y="1764"/>
                <a:chExt cx="157" cy="341"/>
              </a:xfrm>
            </p:grpSpPr>
            <p:sp>
              <p:nvSpPr>
                <p:cNvPr id="224261" name="矩形 224260"/>
                <p:cNvSpPr/>
                <p:nvPr/>
              </p:nvSpPr>
              <p:spPr>
                <a:xfrm>
                  <a:off x="621" y="1948"/>
                  <a:ext cx="157" cy="157"/>
                </a:xfrm>
                <a:prstGeom prst="rect">
                  <a:avLst/>
                </a:prstGeom>
                <a:solidFill>
                  <a:srgbClr val="D0A4B1"/>
                </a:solidFill>
                <a:ln w="12700">
                  <a:noFill/>
                </a:ln>
              </p:spPr>
              <p:txBody>
                <a:bodyPr/>
                <a:p>
                  <a:endParaRPr lang="zh-CN" altLang="en-US"/>
                </a:p>
              </p:txBody>
            </p:sp>
            <p:sp>
              <p:nvSpPr>
                <p:cNvPr id="224262" name="椭圆 224261"/>
                <p:cNvSpPr/>
                <p:nvPr/>
              </p:nvSpPr>
              <p:spPr>
                <a:xfrm>
                  <a:off x="626" y="1764"/>
                  <a:ext cx="148" cy="147"/>
                </a:xfrm>
                <a:prstGeom prst="ellipse">
                  <a:avLst/>
                </a:prstGeom>
                <a:solidFill>
                  <a:srgbClr val="00A9DA"/>
                </a:solidFill>
                <a:ln w="12700">
                  <a:noFill/>
                </a:ln>
              </p:spPr>
              <p:txBody>
                <a:bodyPr/>
                <a:p>
                  <a:endParaRPr lang="zh-CN" altLang="en-US"/>
                </a:p>
              </p:txBody>
            </p:sp>
          </p:grpSp>
          <p:grpSp>
            <p:nvGrpSpPr>
              <p:cNvPr id="224263" name="组合 224262"/>
              <p:cNvGrpSpPr/>
              <p:nvPr/>
            </p:nvGrpSpPr>
            <p:grpSpPr>
              <a:xfrm>
                <a:off x="3626" y="2422"/>
                <a:ext cx="157" cy="524"/>
                <a:chOff x="592" y="2952"/>
                <a:chExt cx="157" cy="524"/>
              </a:xfrm>
            </p:grpSpPr>
            <p:sp>
              <p:nvSpPr>
                <p:cNvPr id="224264" name="任意多边形 224263"/>
                <p:cNvSpPr/>
                <p:nvPr/>
              </p:nvSpPr>
              <p:spPr>
                <a:xfrm>
                  <a:off x="593" y="3343"/>
                  <a:ext cx="155" cy="133"/>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4265" name="矩形 224264"/>
                <p:cNvSpPr/>
                <p:nvPr/>
              </p:nvSpPr>
              <p:spPr>
                <a:xfrm flipH="1" flipV="1">
                  <a:off x="592" y="3142"/>
                  <a:ext cx="157" cy="157"/>
                </a:xfrm>
                <a:prstGeom prst="rect">
                  <a:avLst/>
                </a:prstGeom>
                <a:solidFill>
                  <a:srgbClr val="D0A4B1"/>
                </a:solidFill>
                <a:ln w="12700">
                  <a:noFill/>
                </a:ln>
              </p:spPr>
              <p:txBody>
                <a:bodyPr/>
                <a:p>
                  <a:endParaRPr lang="zh-CN" altLang="en-US"/>
                </a:p>
              </p:txBody>
            </p:sp>
            <p:sp>
              <p:nvSpPr>
                <p:cNvPr id="224266" name="椭圆 224265"/>
                <p:cNvSpPr/>
                <p:nvPr/>
              </p:nvSpPr>
              <p:spPr>
                <a:xfrm flipH="1" flipV="1">
                  <a:off x="596" y="2952"/>
                  <a:ext cx="148" cy="147"/>
                </a:xfrm>
                <a:prstGeom prst="ellipse">
                  <a:avLst/>
                </a:prstGeom>
                <a:solidFill>
                  <a:srgbClr val="00A9DA"/>
                </a:solidFill>
                <a:ln w="12700">
                  <a:noFill/>
                </a:ln>
              </p:spPr>
              <p:txBody>
                <a:bodyPr/>
                <a:p>
                  <a:endParaRPr lang="zh-CN" altLang="en-US"/>
                </a:p>
              </p:txBody>
            </p:sp>
          </p:grpSp>
          <p:grpSp>
            <p:nvGrpSpPr>
              <p:cNvPr id="224267" name="组合 224266"/>
              <p:cNvGrpSpPr/>
              <p:nvPr/>
            </p:nvGrpSpPr>
            <p:grpSpPr>
              <a:xfrm>
                <a:off x="1619" y="2671"/>
                <a:ext cx="3788" cy="898"/>
                <a:chOff x="1619" y="2671"/>
                <a:chExt cx="3788" cy="898"/>
              </a:xfrm>
            </p:grpSpPr>
            <p:grpSp>
              <p:nvGrpSpPr>
                <p:cNvPr id="224268" name="组合 224267"/>
                <p:cNvGrpSpPr/>
                <p:nvPr/>
              </p:nvGrpSpPr>
              <p:grpSpPr>
                <a:xfrm>
                  <a:off x="2071" y="2671"/>
                  <a:ext cx="3336" cy="898"/>
                  <a:chOff x="1583" y="2263"/>
                  <a:chExt cx="3336" cy="898"/>
                </a:xfrm>
              </p:grpSpPr>
              <p:grpSp>
                <p:nvGrpSpPr>
                  <p:cNvPr id="224269" name="组合 224268"/>
                  <p:cNvGrpSpPr/>
                  <p:nvPr/>
                </p:nvGrpSpPr>
                <p:grpSpPr>
                  <a:xfrm>
                    <a:off x="1583" y="2263"/>
                    <a:ext cx="1245" cy="898"/>
                    <a:chOff x="3938" y="1153"/>
                    <a:chExt cx="1245" cy="898"/>
                  </a:xfrm>
                </p:grpSpPr>
                <p:sp>
                  <p:nvSpPr>
                    <p:cNvPr id="224270" name="矩形 224269"/>
                    <p:cNvSpPr/>
                    <p:nvPr/>
                  </p:nvSpPr>
                  <p:spPr>
                    <a:xfrm>
                      <a:off x="3938" y="1153"/>
                      <a:ext cx="1245" cy="898"/>
                    </a:xfrm>
                    <a:prstGeom prst="rect">
                      <a:avLst/>
                    </a:prstGeom>
                    <a:solidFill>
                      <a:srgbClr val="EDE1D6"/>
                    </a:solidFill>
                    <a:ln w="12700">
                      <a:noFill/>
                    </a:ln>
                  </p:spPr>
                  <p:txBody>
                    <a:bodyPr/>
                    <a:p>
                      <a:endParaRPr lang="zh-CN" altLang="en-US"/>
                    </a:p>
                  </p:txBody>
                </p:sp>
                <p:sp>
                  <p:nvSpPr>
                    <p:cNvPr id="224271" name="文本框 224270"/>
                    <p:cNvSpPr txBox="1"/>
                    <p:nvPr/>
                  </p:nvSpPr>
                  <p:spPr>
                    <a:xfrm>
                      <a:off x="4117" y="1381"/>
                      <a:ext cx="887" cy="288"/>
                    </a:xfrm>
                    <a:prstGeom prst="rect">
                      <a:avLst/>
                    </a:prstGeom>
                    <a:noFill/>
                    <a:ln w="12700">
                      <a:noFill/>
                    </a:ln>
                  </p:spPr>
                  <p:txBody>
                    <a:bodyPr>
                      <a:spAutoFit/>
                    </a:bodyPr>
                    <a:p>
                      <a:pPr defTabSz="762000" eaLnBrk="0" hangingPunct="0"/>
                      <a:r>
                        <a:rPr lang="zh-CN" altLang="zh-CN" sz="2400" dirty="0">
                          <a:solidFill>
                            <a:srgbClr val="000000"/>
                          </a:solidFill>
                          <a:latin typeface="Arial" panose="020B0604020202020204" pitchFamily="34" charset="0"/>
                          <a:ea typeface="隶书" panose="02010509060101010101" pitchFamily="49" charset="-122"/>
                        </a:rPr>
                        <a:t>服务台3</a:t>
                      </a:r>
                      <a:endParaRPr lang="zh-CN" altLang="en-US" sz="2000">
                        <a:solidFill>
                          <a:srgbClr val="000000"/>
                        </a:solidFill>
                        <a:latin typeface="Arial" panose="020B0604020202020204" pitchFamily="34" charset="0"/>
                      </a:endParaRPr>
                    </a:p>
                  </p:txBody>
                </p:sp>
              </p:grpSp>
              <p:grpSp>
                <p:nvGrpSpPr>
                  <p:cNvPr id="224272" name="组合 224271"/>
                  <p:cNvGrpSpPr/>
                  <p:nvPr/>
                </p:nvGrpSpPr>
                <p:grpSpPr>
                  <a:xfrm>
                    <a:off x="3674" y="2263"/>
                    <a:ext cx="1245" cy="898"/>
                    <a:chOff x="3937" y="2354"/>
                    <a:chExt cx="1245" cy="898"/>
                  </a:xfrm>
                </p:grpSpPr>
                <p:sp>
                  <p:nvSpPr>
                    <p:cNvPr id="224273" name="矩形 224272"/>
                    <p:cNvSpPr/>
                    <p:nvPr/>
                  </p:nvSpPr>
                  <p:spPr>
                    <a:xfrm>
                      <a:off x="3937" y="2354"/>
                      <a:ext cx="1245" cy="898"/>
                    </a:xfrm>
                    <a:prstGeom prst="rect">
                      <a:avLst/>
                    </a:prstGeom>
                    <a:solidFill>
                      <a:srgbClr val="F4EFE4"/>
                    </a:solidFill>
                    <a:ln w="12700">
                      <a:noFill/>
                    </a:ln>
                  </p:spPr>
                  <p:txBody>
                    <a:bodyPr/>
                    <a:p>
                      <a:endParaRPr lang="zh-CN" altLang="en-US"/>
                    </a:p>
                  </p:txBody>
                </p:sp>
                <p:sp>
                  <p:nvSpPr>
                    <p:cNvPr id="224274" name="文本框 224273"/>
                    <p:cNvSpPr txBox="1"/>
                    <p:nvPr/>
                  </p:nvSpPr>
                  <p:spPr>
                    <a:xfrm>
                      <a:off x="4116" y="2582"/>
                      <a:ext cx="887" cy="288"/>
                    </a:xfrm>
                    <a:prstGeom prst="rect">
                      <a:avLst/>
                    </a:prstGeom>
                    <a:noFill/>
                    <a:ln w="12700">
                      <a:noFill/>
                    </a:ln>
                  </p:spPr>
                  <p:txBody>
                    <a:bodyPr>
                      <a:spAutoFit/>
                    </a:bodyPr>
                    <a:p>
                      <a:pPr defTabSz="762000" eaLnBrk="0" hangingPunct="0"/>
                      <a:r>
                        <a:rPr lang="zh-CN" altLang="zh-CN" sz="2400" dirty="0">
                          <a:solidFill>
                            <a:srgbClr val="000000"/>
                          </a:solidFill>
                          <a:latin typeface="Arial" panose="020B0604020202020204" pitchFamily="34" charset="0"/>
                          <a:ea typeface="隶书" panose="02010509060101010101" pitchFamily="49" charset="-122"/>
                        </a:rPr>
                        <a:t>服务台4</a:t>
                      </a:r>
                      <a:endParaRPr lang="zh-CN" altLang="en-US" sz="2000">
                        <a:solidFill>
                          <a:srgbClr val="000000"/>
                        </a:solidFill>
                        <a:latin typeface="Arial" panose="020B0604020202020204" pitchFamily="34" charset="0"/>
                      </a:endParaRPr>
                    </a:p>
                  </p:txBody>
                </p:sp>
              </p:grpSp>
            </p:grpSp>
            <p:sp>
              <p:nvSpPr>
                <p:cNvPr id="224275" name="任意多边形 224274"/>
                <p:cNvSpPr/>
                <p:nvPr/>
              </p:nvSpPr>
              <p:spPr>
                <a:xfrm>
                  <a:off x="3713" y="3019"/>
                  <a:ext cx="445" cy="98"/>
                </a:xfrm>
                <a:custGeom>
                  <a:avLst/>
                  <a:gdLst/>
                  <a:ahLst/>
                  <a:cxnLst/>
                  <a:pathLst>
                    <a:path w="445" h="98">
                      <a:moveTo>
                        <a:pt x="0" y="0"/>
                      </a:moveTo>
                      <a:lnTo>
                        <a:pt x="0" y="98"/>
                      </a:lnTo>
                      <a:lnTo>
                        <a:pt x="445" y="98"/>
                      </a:lnTo>
                    </a:path>
                  </a:pathLst>
                </a:custGeom>
                <a:noFill/>
                <a:ln w="76200" cap="flat" cmpd="sng">
                  <a:solidFill>
                    <a:schemeClr val="tx1">
                      <a:alpha val="100000"/>
                    </a:schemeClr>
                  </a:solidFill>
                  <a:prstDash val="solid"/>
                  <a:headEnd type="none" w="med" len="med"/>
                  <a:tailEnd type="triangle" w="med" len="med"/>
                </a:ln>
              </p:spPr>
              <p:txBody>
                <a:bodyPr/>
                <a:p>
                  <a:endParaRPr lang="zh-CN" altLang="en-US"/>
                </a:p>
              </p:txBody>
            </p:sp>
            <p:sp>
              <p:nvSpPr>
                <p:cNvPr id="224276" name="任意多边形 224275"/>
                <p:cNvSpPr/>
                <p:nvPr/>
              </p:nvSpPr>
              <p:spPr>
                <a:xfrm>
                  <a:off x="1619" y="3019"/>
                  <a:ext cx="445" cy="98"/>
                </a:xfrm>
                <a:custGeom>
                  <a:avLst/>
                  <a:gdLst/>
                  <a:ahLst/>
                  <a:cxnLst/>
                  <a:pathLst>
                    <a:path w="445" h="98">
                      <a:moveTo>
                        <a:pt x="0" y="0"/>
                      </a:moveTo>
                      <a:lnTo>
                        <a:pt x="0" y="98"/>
                      </a:lnTo>
                      <a:lnTo>
                        <a:pt x="445" y="98"/>
                      </a:lnTo>
                    </a:path>
                  </a:pathLst>
                </a:custGeom>
                <a:noFill/>
                <a:ln w="76200" cap="flat" cmpd="sng">
                  <a:solidFill>
                    <a:schemeClr val="tx1">
                      <a:alpha val="100000"/>
                    </a:schemeClr>
                  </a:solidFill>
                  <a:prstDash val="solid"/>
                  <a:headEnd type="none" w="med" len="med"/>
                  <a:tailEnd type="triangle" w="med" len="med"/>
                </a:ln>
              </p:spPr>
              <p:txBody>
                <a:bodyPr/>
                <a:p>
                  <a:endParaRPr lang="zh-CN" altLang="en-US"/>
                </a:p>
              </p:txBody>
            </p:sp>
          </p:grpSp>
        </p:grpSp>
        <p:grpSp>
          <p:nvGrpSpPr>
            <p:cNvPr id="224277" name="组合 224276"/>
            <p:cNvGrpSpPr/>
            <p:nvPr/>
          </p:nvGrpSpPr>
          <p:grpSpPr>
            <a:xfrm>
              <a:off x="1061" y="1147"/>
              <a:ext cx="3859" cy="1124"/>
              <a:chOff x="1061" y="1147"/>
              <a:chExt cx="3859" cy="1124"/>
            </a:xfrm>
          </p:grpSpPr>
          <p:grpSp>
            <p:nvGrpSpPr>
              <p:cNvPr id="224278" name="组合 224277"/>
              <p:cNvGrpSpPr/>
              <p:nvPr/>
            </p:nvGrpSpPr>
            <p:grpSpPr>
              <a:xfrm>
                <a:off x="1061" y="1307"/>
                <a:ext cx="157" cy="341"/>
                <a:chOff x="744" y="1079"/>
                <a:chExt cx="157" cy="341"/>
              </a:xfrm>
            </p:grpSpPr>
            <p:sp>
              <p:nvSpPr>
                <p:cNvPr id="224279" name="矩形 224278"/>
                <p:cNvSpPr/>
                <p:nvPr/>
              </p:nvSpPr>
              <p:spPr>
                <a:xfrm>
                  <a:off x="744" y="1263"/>
                  <a:ext cx="157" cy="157"/>
                </a:xfrm>
                <a:prstGeom prst="rect">
                  <a:avLst/>
                </a:prstGeom>
                <a:solidFill>
                  <a:srgbClr val="D0A4B1"/>
                </a:solidFill>
                <a:ln w="12700">
                  <a:noFill/>
                </a:ln>
              </p:spPr>
              <p:txBody>
                <a:bodyPr/>
                <a:p>
                  <a:endParaRPr lang="zh-CN" altLang="en-US"/>
                </a:p>
              </p:txBody>
            </p:sp>
            <p:sp>
              <p:nvSpPr>
                <p:cNvPr id="224280" name="任意多边形 224279"/>
                <p:cNvSpPr/>
                <p:nvPr/>
              </p:nvSpPr>
              <p:spPr>
                <a:xfrm>
                  <a:off x="745" y="1079"/>
                  <a:ext cx="155" cy="133"/>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grpSp>
          <p:grpSp>
            <p:nvGrpSpPr>
              <p:cNvPr id="224281" name="组合 224280"/>
              <p:cNvGrpSpPr/>
              <p:nvPr/>
            </p:nvGrpSpPr>
            <p:grpSpPr>
              <a:xfrm>
                <a:off x="3142" y="1147"/>
                <a:ext cx="155" cy="508"/>
                <a:chOff x="1217" y="1034"/>
                <a:chExt cx="155" cy="508"/>
              </a:xfrm>
            </p:grpSpPr>
            <p:sp>
              <p:nvSpPr>
                <p:cNvPr id="224282" name="椭圆 224281"/>
                <p:cNvSpPr/>
                <p:nvPr/>
              </p:nvSpPr>
              <p:spPr>
                <a:xfrm>
                  <a:off x="1221" y="1034"/>
                  <a:ext cx="148" cy="147"/>
                </a:xfrm>
                <a:prstGeom prst="ellipse">
                  <a:avLst/>
                </a:prstGeom>
                <a:solidFill>
                  <a:srgbClr val="00A9DA"/>
                </a:solidFill>
                <a:ln w="12700">
                  <a:noFill/>
                </a:ln>
              </p:spPr>
              <p:txBody>
                <a:bodyPr/>
                <a:p>
                  <a:endParaRPr lang="zh-CN" altLang="en-US"/>
                </a:p>
              </p:txBody>
            </p:sp>
            <p:sp>
              <p:nvSpPr>
                <p:cNvPr id="224283" name="任意多边形 224282"/>
                <p:cNvSpPr/>
                <p:nvPr/>
              </p:nvSpPr>
              <p:spPr>
                <a:xfrm>
                  <a:off x="1217" y="1409"/>
                  <a:ext cx="155" cy="133"/>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4284" name="椭圆 224283"/>
                <p:cNvSpPr/>
                <p:nvPr/>
              </p:nvSpPr>
              <p:spPr>
                <a:xfrm>
                  <a:off x="1221" y="1221"/>
                  <a:ext cx="148" cy="147"/>
                </a:xfrm>
                <a:prstGeom prst="ellipse">
                  <a:avLst/>
                </a:prstGeom>
                <a:solidFill>
                  <a:srgbClr val="00A9DA"/>
                </a:solidFill>
                <a:ln w="12700">
                  <a:noFill/>
                </a:ln>
              </p:spPr>
              <p:txBody>
                <a:bodyPr/>
                <a:p>
                  <a:endParaRPr lang="zh-CN" altLang="en-US"/>
                </a:p>
              </p:txBody>
            </p:sp>
          </p:grpSp>
          <p:grpSp>
            <p:nvGrpSpPr>
              <p:cNvPr id="224285" name="组合 224284"/>
              <p:cNvGrpSpPr/>
              <p:nvPr/>
            </p:nvGrpSpPr>
            <p:grpSpPr>
              <a:xfrm>
                <a:off x="1143" y="1373"/>
                <a:ext cx="3777" cy="898"/>
                <a:chOff x="1143" y="1373"/>
                <a:chExt cx="3777" cy="898"/>
              </a:xfrm>
            </p:grpSpPr>
            <p:grpSp>
              <p:nvGrpSpPr>
                <p:cNvPr id="224286" name="组合 224285"/>
                <p:cNvGrpSpPr/>
                <p:nvPr/>
              </p:nvGrpSpPr>
              <p:grpSpPr>
                <a:xfrm>
                  <a:off x="1582" y="1373"/>
                  <a:ext cx="1245" cy="898"/>
                  <a:chOff x="2106" y="1153"/>
                  <a:chExt cx="1245" cy="898"/>
                </a:xfrm>
              </p:grpSpPr>
              <p:sp>
                <p:nvSpPr>
                  <p:cNvPr id="224287" name="矩形 224286"/>
                  <p:cNvSpPr/>
                  <p:nvPr/>
                </p:nvSpPr>
                <p:spPr>
                  <a:xfrm>
                    <a:off x="2106" y="1153"/>
                    <a:ext cx="1245" cy="898"/>
                  </a:xfrm>
                  <a:prstGeom prst="rect">
                    <a:avLst/>
                  </a:prstGeom>
                  <a:solidFill>
                    <a:srgbClr val="FFE5D0"/>
                  </a:solidFill>
                  <a:ln w="12700">
                    <a:noFill/>
                  </a:ln>
                </p:spPr>
                <p:txBody>
                  <a:bodyPr/>
                  <a:p>
                    <a:endParaRPr lang="zh-CN" altLang="en-US"/>
                  </a:p>
                </p:txBody>
              </p:sp>
              <p:sp>
                <p:nvSpPr>
                  <p:cNvPr id="224288" name="文本框 224287"/>
                  <p:cNvSpPr txBox="1"/>
                  <p:nvPr/>
                </p:nvSpPr>
                <p:spPr>
                  <a:xfrm>
                    <a:off x="2285" y="1381"/>
                    <a:ext cx="887" cy="288"/>
                  </a:xfrm>
                  <a:prstGeom prst="rect">
                    <a:avLst/>
                  </a:prstGeom>
                  <a:noFill/>
                  <a:ln w="12700">
                    <a:noFill/>
                  </a:ln>
                </p:spPr>
                <p:txBody>
                  <a:bodyPr>
                    <a:spAutoFit/>
                  </a:bodyPr>
                  <a:p>
                    <a:pPr defTabSz="762000" eaLnBrk="0" hangingPunct="0"/>
                    <a:r>
                      <a:rPr lang="zh-CN" altLang="zh-CN" sz="2400" dirty="0">
                        <a:solidFill>
                          <a:srgbClr val="000000"/>
                        </a:solidFill>
                        <a:latin typeface="Arial" panose="020B0604020202020204" pitchFamily="34" charset="0"/>
                        <a:ea typeface="隶书" panose="02010509060101010101" pitchFamily="49" charset="-122"/>
                      </a:rPr>
                      <a:t>服务台1</a:t>
                    </a:r>
                    <a:endParaRPr lang="zh-CN" altLang="en-US" sz="2000">
                      <a:solidFill>
                        <a:srgbClr val="000000"/>
                      </a:solidFill>
                      <a:latin typeface="Arial" panose="020B0604020202020204" pitchFamily="34" charset="0"/>
                    </a:endParaRPr>
                  </a:p>
                </p:txBody>
              </p:sp>
            </p:grpSp>
            <p:grpSp>
              <p:nvGrpSpPr>
                <p:cNvPr id="224289" name="组合 224288"/>
                <p:cNvGrpSpPr/>
                <p:nvPr/>
              </p:nvGrpSpPr>
              <p:grpSpPr>
                <a:xfrm>
                  <a:off x="3675" y="1373"/>
                  <a:ext cx="1245" cy="898"/>
                  <a:chOff x="2105" y="2354"/>
                  <a:chExt cx="1245" cy="898"/>
                </a:xfrm>
              </p:grpSpPr>
              <p:sp>
                <p:nvSpPr>
                  <p:cNvPr id="224290" name="矩形 224289"/>
                  <p:cNvSpPr/>
                  <p:nvPr/>
                </p:nvSpPr>
                <p:spPr>
                  <a:xfrm>
                    <a:off x="2105" y="2354"/>
                    <a:ext cx="1245" cy="898"/>
                  </a:xfrm>
                  <a:prstGeom prst="rect">
                    <a:avLst/>
                  </a:prstGeom>
                  <a:solidFill>
                    <a:srgbClr val="FED1B4"/>
                  </a:solidFill>
                  <a:ln w="12700">
                    <a:noFill/>
                  </a:ln>
                </p:spPr>
                <p:txBody>
                  <a:bodyPr/>
                  <a:p>
                    <a:endParaRPr lang="zh-CN" altLang="en-US"/>
                  </a:p>
                </p:txBody>
              </p:sp>
              <p:sp>
                <p:nvSpPr>
                  <p:cNvPr id="224291" name="文本框 224290"/>
                  <p:cNvSpPr txBox="1"/>
                  <p:nvPr/>
                </p:nvSpPr>
                <p:spPr>
                  <a:xfrm>
                    <a:off x="2284" y="2582"/>
                    <a:ext cx="887" cy="288"/>
                  </a:xfrm>
                  <a:prstGeom prst="rect">
                    <a:avLst/>
                  </a:prstGeom>
                  <a:noFill/>
                  <a:ln w="12700">
                    <a:noFill/>
                  </a:ln>
                </p:spPr>
                <p:txBody>
                  <a:bodyPr>
                    <a:spAutoFit/>
                  </a:bodyPr>
                  <a:p>
                    <a:pPr defTabSz="762000" eaLnBrk="0" hangingPunct="0"/>
                    <a:r>
                      <a:rPr lang="zh-CN" altLang="zh-CN" sz="2400" dirty="0">
                        <a:solidFill>
                          <a:srgbClr val="000000"/>
                        </a:solidFill>
                        <a:latin typeface="Arial" panose="020B0604020202020204" pitchFamily="34" charset="0"/>
                        <a:ea typeface="隶书" panose="02010509060101010101" pitchFamily="49" charset="-122"/>
                      </a:rPr>
                      <a:t>服务台2</a:t>
                    </a:r>
                    <a:endParaRPr lang="zh-CN" altLang="en-US" sz="2000">
                      <a:solidFill>
                        <a:srgbClr val="000000"/>
                      </a:solidFill>
                      <a:latin typeface="Arial" panose="020B0604020202020204" pitchFamily="34" charset="0"/>
                    </a:endParaRPr>
                  </a:p>
                </p:txBody>
              </p:sp>
            </p:grpSp>
            <p:sp>
              <p:nvSpPr>
                <p:cNvPr id="224292" name="任意多边形 224291"/>
                <p:cNvSpPr/>
                <p:nvPr/>
              </p:nvSpPr>
              <p:spPr>
                <a:xfrm>
                  <a:off x="1143" y="1721"/>
                  <a:ext cx="445" cy="98"/>
                </a:xfrm>
                <a:custGeom>
                  <a:avLst/>
                  <a:gdLst/>
                  <a:ahLst/>
                  <a:cxnLst/>
                  <a:pathLst>
                    <a:path w="445" h="98">
                      <a:moveTo>
                        <a:pt x="0" y="0"/>
                      </a:moveTo>
                      <a:lnTo>
                        <a:pt x="0" y="98"/>
                      </a:lnTo>
                      <a:lnTo>
                        <a:pt x="445" y="98"/>
                      </a:lnTo>
                    </a:path>
                  </a:pathLst>
                </a:custGeom>
                <a:noFill/>
                <a:ln w="76200" cap="flat" cmpd="sng">
                  <a:solidFill>
                    <a:schemeClr val="tx1">
                      <a:alpha val="100000"/>
                    </a:schemeClr>
                  </a:solidFill>
                  <a:prstDash val="solid"/>
                  <a:headEnd type="none" w="med" len="med"/>
                  <a:tailEnd type="triangle" w="med" len="med"/>
                </a:ln>
              </p:spPr>
              <p:txBody>
                <a:bodyPr/>
                <a:p>
                  <a:endParaRPr lang="zh-CN" altLang="en-US"/>
                </a:p>
              </p:txBody>
            </p:sp>
            <p:sp>
              <p:nvSpPr>
                <p:cNvPr id="224293" name="任意多边形 224292"/>
                <p:cNvSpPr/>
                <p:nvPr/>
              </p:nvSpPr>
              <p:spPr>
                <a:xfrm>
                  <a:off x="3225" y="1721"/>
                  <a:ext cx="445" cy="98"/>
                </a:xfrm>
                <a:custGeom>
                  <a:avLst/>
                  <a:gdLst/>
                  <a:ahLst/>
                  <a:cxnLst/>
                  <a:pathLst>
                    <a:path w="445" h="98">
                      <a:moveTo>
                        <a:pt x="0" y="0"/>
                      </a:moveTo>
                      <a:lnTo>
                        <a:pt x="0" y="98"/>
                      </a:lnTo>
                      <a:lnTo>
                        <a:pt x="445" y="98"/>
                      </a:lnTo>
                    </a:path>
                  </a:pathLst>
                </a:custGeom>
                <a:noFill/>
                <a:ln w="76200" cap="flat" cmpd="sng">
                  <a:solidFill>
                    <a:schemeClr val="tx1">
                      <a:alpha val="100000"/>
                    </a:schemeClr>
                  </a:solidFill>
                  <a:prstDash val="solid"/>
                  <a:headEnd type="none" w="med" len="med"/>
                  <a:tailEnd type="triangle" w="med" len="med"/>
                </a:ln>
              </p:spPr>
              <p:txBody>
                <a:bodyPr/>
                <a:p>
                  <a:endParaRPr lang="zh-CN" altLang="en-US"/>
                </a:p>
              </p:txBody>
            </p:sp>
          </p:grpSp>
        </p:grpSp>
      </p:grpSp>
      <p:grpSp>
        <p:nvGrpSpPr>
          <p:cNvPr id="224294" name="组合 224293"/>
          <p:cNvGrpSpPr/>
          <p:nvPr/>
        </p:nvGrpSpPr>
        <p:grpSpPr>
          <a:xfrm>
            <a:off x="6934200" y="914400"/>
            <a:ext cx="1863725" cy="1187450"/>
            <a:chOff x="4368" y="576"/>
            <a:chExt cx="1174" cy="748"/>
          </a:xfrm>
        </p:grpSpPr>
        <p:sp>
          <p:nvSpPr>
            <p:cNvPr id="224295" name="文本框 224294"/>
            <p:cNvSpPr txBox="1"/>
            <p:nvPr/>
          </p:nvSpPr>
          <p:spPr>
            <a:xfrm>
              <a:off x="4560" y="576"/>
              <a:ext cx="982" cy="748"/>
            </a:xfrm>
            <a:prstGeom prst="rect">
              <a:avLst/>
            </a:prstGeom>
            <a:noFill/>
            <a:ln w="12700">
              <a:noFill/>
            </a:ln>
          </p:spPr>
          <p:txBody>
            <a:bodyPr wrap="none" anchor="t">
              <a:spAutoFit/>
            </a:bodyPr>
            <a:p>
              <a:pPr defTabSz="762000" eaLnBrk="0" hangingPunct="0"/>
              <a:r>
                <a:rPr lang="zh-CN" altLang="en-US" sz="2400" dirty="0">
                  <a:latin typeface="Arial" panose="020B0604020202020204" pitchFamily="34" charset="0"/>
                </a:rPr>
                <a:t>: 1–2–4</a:t>
              </a:r>
              <a:endParaRPr lang="zh-CN" altLang="en-US" sz="2400" dirty="0">
                <a:latin typeface="Arial" panose="020B0604020202020204" pitchFamily="34" charset="0"/>
              </a:endParaRPr>
            </a:p>
            <a:p>
              <a:pPr defTabSz="762000" eaLnBrk="0" hangingPunct="0"/>
              <a:r>
                <a:rPr lang="zh-CN" altLang="en-US" sz="2400" dirty="0">
                  <a:latin typeface="Arial" panose="020B0604020202020204" pitchFamily="34" charset="0"/>
                </a:rPr>
                <a:t>: 2–4–3</a:t>
              </a:r>
              <a:endParaRPr lang="zh-CN" altLang="en-US" sz="2400" dirty="0">
                <a:latin typeface="Arial" panose="020B0604020202020204" pitchFamily="34" charset="0"/>
              </a:endParaRPr>
            </a:p>
            <a:p>
              <a:pPr defTabSz="762000" eaLnBrk="0" hangingPunct="0"/>
              <a:r>
                <a:rPr lang="zh-CN" altLang="en-US" sz="2400" dirty="0">
                  <a:latin typeface="Arial" panose="020B0604020202020204" pitchFamily="34" charset="0"/>
                </a:rPr>
                <a:t>: 3–2–1–4</a:t>
              </a:r>
              <a:endParaRPr lang="zh-CN" altLang="en-US" sz="2400" dirty="0">
                <a:latin typeface="Arial" panose="020B0604020202020204" pitchFamily="34" charset="0"/>
              </a:endParaRPr>
            </a:p>
          </p:txBody>
        </p:sp>
        <p:sp>
          <p:nvSpPr>
            <p:cNvPr id="224296" name="任意多边形 224295"/>
            <p:cNvSpPr/>
            <p:nvPr/>
          </p:nvSpPr>
          <p:spPr>
            <a:xfrm>
              <a:off x="4368" y="624"/>
              <a:ext cx="155" cy="133"/>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4297" name="矩形 224296"/>
            <p:cNvSpPr/>
            <p:nvPr/>
          </p:nvSpPr>
          <p:spPr>
            <a:xfrm flipH="1" flipV="1">
              <a:off x="4368" y="1104"/>
              <a:ext cx="157" cy="157"/>
            </a:xfrm>
            <a:prstGeom prst="rect">
              <a:avLst/>
            </a:prstGeom>
            <a:solidFill>
              <a:srgbClr val="D0A4B1"/>
            </a:solidFill>
            <a:ln w="12700">
              <a:noFill/>
            </a:ln>
          </p:spPr>
          <p:txBody>
            <a:bodyPr/>
            <a:p>
              <a:endParaRPr lang="zh-CN" altLang="en-US"/>
            </a:p>
          </p:txBody>
        </p:sp>
        <p:sp>
          <p:nvSpPr>
            <p:cNvPr id="224298" name="椭圆 224297"/>
            <p:cNvSpPr/>
            <p:nvPr/>
          </p:nvSpPr>
          <p:spPr>
            <a:xfrm flipH="1" flipV="1">
              <a:off x="4368" y="864"/>
              <a:ext cx="148" cy="147"/>
            </a:xfrm>
            <a:prstGeom prst="ellipse">
              <a:avLst/>
            </a:prstGeom>
            <a:solidFill>
              <a:srgbClr val="00A9DA"/>
            </a:solidFill>
            <a:ln w="12700">
              <a:noFill/>
            </a:ln>
          </p:spPr>
          <p:txBody>
            <a:bodyPr/>
            <a:p>
              <a:endParaRPr lang="zh-CN" altLang="en-US"/>
            </a:p>
          </p:txBody>
        </p:sp>
      </p:grpSp>
      <p:sp>
        <p:nvSpPr>
          <p:cNvPr id="224299" name="标题 224298"/>
          <p:cNvSpPr>
            <a:spLocks noGrp="1"/>
          </p:cNvSpPr>
          <p:nvPr>
            <p:ph type="ctrTitle"/>
          </p:nvPr>
        </p:nvSpPr>
        <p:spPr>
          <a:xfrm>
            <a:off x="838200" y="685800"/>
            <a:ext cx="3233738" cy="823913"/>
          </a:xfrm>
          <a:ln w="12700"/>
        </p:spPr>
        <p:txBody>
          <a:bodyPr vert="horz" wrap="square" lIns="90488" tIns="44450" rIns="90488" bIns="44450" anchor="ctr"/>
          <a:p>
            <a:pPr defTabSz="914400">
              <a:buSzPct val="100000"/>
            </a:pPr>
            <a:r>
              <a:rPr lang="zh-CN" altLang="zh-CN" sz="3600" b="1" i="1" kern="1200" baseline="0" dirty="0">
                <a:solidFill>
                  <a:srgbClr val="660033"/>
                </a:solidFill>
                <a:latin typeface="Tahoma" panose="020B0604030504040204" pitchFamily="34" charset="0"/>
                <a:ea typeface="宋体" panose="02010600030101010101" pitchFamily="2" charset="-122"/>
              </a:rPr>
              <a:t>服务</a:t>
            </a:r>
            <a:r>
              <a:rPr lang="zh-CN" altLang="en-US" sz="3600" b="1" i="1" kern="1200" baseline="0" dirty="0">
                <a:solidFill>
                  <a:srgbClr val="660033"/>
                </a:solidFill>
                <a:latin typeface="Tahoma" panose="020B0604030504040204" pitchFamily="34" charset="0"/>
                <a:ea typeface="宋体" panose="02010600030101010101" pitchFamily="2" charset="-122"/>
              </a:rPr>
              <a:t>机构</a:t>
            </a:r>
            <a:endParaRPr lang="en-AU" altLang="en-US" sz="3600" b="1" i="1" kern="1200" baseline="0">
              <a:solidFill>
                <a:srgbClr val="660033"/>
              </a:solidFill>
              <a:latin typeface="Tahoma" panose="020B0604030504040204" pitchFamily="34" charset="0"/>
              <a:ea typeface="宋体" panose="02010600030101010101" pitchFamily="2" charset="-122"/>
            </a:endParaRPr>
          </a:p>
        </p:txBody>
      </p:sp>
      <p:sp>
        <p:nvSpPr>
          <p:cNvPr id="224300" name="文本框 224299"/>
          <p:cNvSpPr txBox="1"/>
          <p:nvPr/>
        </p:nvSpPr>
        <p:spPr>
          <a:xfrm>
            <a:off x="1219200" y="1905000"/>
            <a:ext cx="1793875" cy="519113"/>
          </a:xfrm>
          <a:prstGeom prst="rect">
            <a:avLst/>
          </a:prstGeom>
          <a:noFill/>
          <a:ln w="12700">
            <a:noFill/>
          </a:ln>
        </p:spPr>
        <p:txBody>
          <a:bodyPr wrap="none" anchor="t">
            <a:spAutoFit/>
          </a:bodyPr>
          <a:p>
            <a:pPr defTabSz="762000" eaLnBrk="0" hangingPunct="0"/>
            <a:r>
              <a:rPr lang="zh-CN" altLang="en-US" sz="2800">
                <a:solidFill>
                  <a:schemeClr val="folHlink"/>
                </a:solidFill>
                <a:latin typeface="楷体_GB2312" pitchFamily="49" charset="-122"/>
                <a:ea typeface="楷体_GB2312" pitchFamily="49" charset="-122"/>
              </a:rPr>
              <a:t>(</a:t>
            </a:r>
            <a:r>
              <a:rPr lang="en-US" altLang="zh-CN" sz="2800">
                <a:solidFill>
                  <a:schemeClr val="folHlink"/>
                </a:solidFill>
                <a:latin typeface="楷体_GB2312" pitchFamily="49" charset="-122"/>
                <a:ea typeface="楷体_GB2312" pitchFamily="49" charset="-122"/>
              </a:rPr>
              <a:t>e</a:t>
            </a:r>
            <a:r>
              <a:rPr lang="en-US" altLang="en-US" sz="2800">
                <a:solidFill>
                  <a:schemeClr val="folHlink"/>
                </a:solidFill>
                <a:latin typeface="楷体_GB2312" pitchFamily="49" charset="-122"/>
                <a:ea typeface="楷体_GB2312" pitchFamily="49" charset="-122"/>
              </a:rPr>
              <a:t>)</a:t>
            </a:r>
            <a:r>
              <a:rPr lang="zh-CN" altLang="zh-CN" sz="2800" dirty="0">
                <a:solidFill>
                  <a:schemeClr val="folHlink"/>
                </a:solidFill>
                <a:latin typeface="楷体_GB2312" pitchFamily="49" charset="-122"/>
                <a:ea typeface="楷体_GB2312" pitchFamily="49" charset="-122"/>
              </a:rPr>
              <a:t>混合</a:t>
            </a:r>
            <a:r>
              <a:rPr lang="zh-CN" altLang="en-US" sz="2800" dirty="0">
                <a:solidFill>
                  <a:schemeClr val="folHlink"/>
                </a:solidFill>
                <a:latin typeface="楷体_GB2312" pitchFamily="49" charset="-122"/>
                <a:ea typeface="楷体_GB2312" pitchFamily="49" charset="-122"/>
              </a:rPr>
              <a:t>型</a:t>
            </a:r>
            <a:endParaRPr lang="zh-CN" altLang="en-US" sz="2800" dirty="0">
              <a:solidFill>
                <a:schemeClr val="folHlink"/>
              </a:solidFill>
              <a:latin typeface="楷体_GB2312" pitchFamily="49" charset="-122"/>
              <a:ea typeface="楷体_GB2312" pitchFamily="49" charset="-122"/>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24258"/>
                                        </p:tgtEl>
                                        <p:attrNameLst>
                                          <p:attrName>style.visibility</p:attrName>
                                        </p:attrNameLst>
                                      </p:cBhvr>
                                      <p:to>
                                        <p:strVal val="visible"/>
                                      </p:to>
                                    </p:set>
                                    <p:animEffect transition="in" filter="box(out)">
                                      <p:cBhvr>
                                        <p:cTn id="7" dur="500"/>
                                        <p:tgtEl>
                                          <p:spTgt spid="224258"/>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224294"/>
                                        </p:tgtEl>
                                        <p:attrNameLst>
                                          <p:attrName>style.visibility</p:attrName>
                                        </p:attrNameLst>
                                      </p:cBhvr>
                                      <p:to>
                                        <p:strVal val="visible"/>
                                      </p:to>
                                    </p:set>
                                    <p:anim calcmode="lin" valueType="num">
                                      <p:cBhvr additive="base">
                                        <p:cTn id="12" dur="500" fill="hold"/>
                                        <p:tgtEl>
                                          <p:spTgt spid="224294"/>
                                        </p:tgtEl>
                                        <p:attrNameLst>
                                          <p:attrName>ppt_x</p:attrName>
                                        </p:attrNameLst>
                                      </p:cBhvr>
                                      <p:tavLst>
                                        <p:tav tm="0">
                                          <p:val>
                                            <p:strVal val="1+#ppt_w/2"/>
                                          </p:val>
                                        </p:tav>
                                        <p:tav tm="100000">
                                          <p:val>
                                            <p:strVal val="#ppt_x"/>
                                          </p:val>
                                        </p:tav>
                                      </p:tavLst>
                                    </p:anim>
                                    <p:anim calcmode="lin" valueType="num">
                                      <p:cBhvr additive="base">
                                        <p:cTn id="13" dur="500" fill="hold"/>
                                        <p:tgtEl>
                                          <p:spTgt spid="22429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82" name="标题 225281"/>
          <p:cNvSpPr>
            <a:spLocks noGrp="1"/>
          </p:cNvSpPr>
          <p:nvPr>
            <p:ph type="ctrTitle"/>
          </p:nvPr>
        </p:nvSpPr>
        <p:spPr>
          <a:xfrm>
            <a:off x="381000" y="381000"/>
            <a:ext cx="3048000" cy="1600200"/>
          </a:xfrm>
          <a:ln w="12700"/>
        </p:spPr>
        <p:txBody>
          <a:bodyPr vert="horz" wrap="square" lIns="90488" tIns="44450" rIns="90488" bIns="44450" anchor="ctr"/>
          <a:p>
            <a:pPr defTabSz="914400">
              <a:buSzPct val="100000"/>
            </a:pPr>
            <a:r>
              <a:rPr lang="zh-CN" altLang="zh-CN" sz="3600" b="1" i="1" kern="1200" baseline="0" dirty="0">
                <a:latin typeface="Tahoma" panose="020B0604030504040204" pitchFamily="34" charset="0"/>
                <a:ea typeface="宋体" panose="02010600030101010101" pitchFamily="2" charset="-122"/>
              </a:rPr>
              <a:t>排队</a:t>
            </a:r>
            <a:r>
              <a:rPr lang="zh-CN" altLang="en-US" sz="3600" b="1" i="1" kern="1200" baseline="0" dirty="0">
                <a:latin typeface="Tahoma" panose="020B0604030504040204" pitchFamily="34" charset="0"/>
                <a:ea typeface="宋体" panose="02010600030101010101" pitchFamily="2" charset="-122"/>
              </a:rPr>
              <a:t>结构</a:t>
            </a:r>
            <a:endParaRPr lang="en-AU" altLang="en-US" sz="3600" b="1" i="1" kern="1200" baseline="0">
              <a:latin typeface="Tahoma" panose="020B0604030504040204" pitchFamily="34" charset="0"/>
              <a:ea typeface="宋体" panose="02010600030101010101" pitchFamily="2" charset="-122"/>
            </a:endParaRPr>
          </a:p>
        </p:txBody>
      </p:sp>
      <p:grpSp>
        <p:nvGrpSpPr>
          <p:cNvPr id="225283" name="组合 225282"/>
          <p:cNvGrpSpPr/>
          <p:nvPr/>
        </p:nvGrpSpPr>
        <p:grpSpPr>
          <a:xfrm>
            <a:off x="3962400" y="685800"/>
            <a:ext cx="4629150" cy="2708275"/>
            <a:chOff x="2506" y="359"/>
            <a:chExt cx="2916" cy="1706"/>
          </a:xfrm>
        </p:grpSpPr>
        <p:grpSp>
          <p:nvGrpSpPr>
            <p:cNvPr id="225284" name="组合 225283"/>
            <p:cNvGrpSpPr/>
            <p:nvPr/>
          </p:nvGrpSpPr>
          <p:grpSpPr>
            <a:xfrm>
              <a:off x="3350" y="1360"/>
              <a:ext cx="1510" cy="705"/>
              <a:chOff x="3333" y="1338"/>
              <a:chExt cx="1510" cy="705"/>
            </a:xfrm>
          </p:grpSpPr>
          <p:sp>
            <p:nvSpPr>
              <p:cNvPr id="225285" name="椭圆 225284"/>
              <p:cNvSpPr/>
              <p:nvPr/>
            </p:nvSpPr>
            <p:spPr>
              <a:xfrm>
                <a:off x="3911" y="1479"/>
                <a:ext cx="98" cy="98"/>
              </a:xfrm>
              <a:prstGeom prst="ellipse">
                <a:avLst/>
              </a:prstGeom>
              <a:solidFill>
                <a:srgbClr val="00A9DA"/>
              </a:solidFill>
              <a:ln w="12700">
                <a:noFill/>
              </a:ln>
            </p:spPr>
            <p:txBody>
              <a:bodyPr/>
              <a:p>
                <a:endParaRPr lang="zh-CN" altLang="en-US"/>
              </a:p>
            </p:txBody>
          </p:sp>
          <p:sp>
            <p:nvSpPr>
              <p:cNvPr id="225286" name="椭圆 225285"/>
              <p:cNvSpPr/>
              <p:nvPr/>
            </p:nvSpPr>
            <p:spPr>
              <a:xfrm>
                <a:off x="3604" y="1720"/>
                <a:ext cx="98" cy="98"/>
              </a:xfrm>
              <a:prstGeom prst="ellipse">
                <a:avLst/>
              </a:prstGeom>
              <a:solidFill>
                <a:srgbClr val="00A9DA"/>
              </a:solidFill>
              <a:ln w="12700">
                <a:noFill/>
              </a:ln>
            </p:spPr>
            <p:txBody>
              <a:bodyPr/>
              <a:p>
                <a:endParaRPr lang="zh-CN" altLang="en-US"/>
              </a:p>
            </p:txBody>
          </p:sp>
          <p:sp>
            <p:nvSpPr>
              <p:cNvPr id="225287" name="任意多边形 225286"/>
              <p:cNvSpPr/>
              <p:nvPr/>
            </p:nvSpPr>
            <p:spPr>
              <a:xfrm>
                <a:off x="3635" y="1484"/>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5288" name="任意多边形 225287"/>
              <p:cNvSpPr/>
              <p:nvPr/>
            </p:nvSpPr>
            <p:spPr>
              <a:xfrm>
                <a:off x="4348" y="1725"/>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5289" name="矩形 225288"/>
              <p:cNvSpPr/>
              <p:nvPr/>
            </p:nvSpPr>
            <p:spPr>
              <a:xfrm>
                <a:off x="3906" y="1338"/>
                <a:ext cx="104" cy="104"/>
              </a:xfrm>
              <a:prstGeom prst="rect">
                <a:avLst/>
              </a:prstGeom>
              <a:solidFill>
                <a:srgbClr val="D0A4B1"/>
              </a:solidFill>
              <a:ln w="12700">
                <a:noFill/>
              </a:ln>
            </p:spPr>
            <p:txBody>
              <a:bodyPr/>
              <a:p>
                <a:endParaRPr lang="zh-CN" altLang="en-US"/>
              </a:p>
            </p:txBody>
          </p:sp>
          <p:sp>
            <p:nvSpPr>
              <p:cNvPr id="225290" name="椭圆 225289"/>
              <p:cNvSpPr/>
              <p:nvPr/>
            </p:nvSpPr>
            <p:spPr>
              <a:xfrm>
                <a:off x="3778" y="1480"/>
                <a:ext cx="98" cy="98"/>
              </a:xfrm>
              <a:prstGeom prst="ellipse">
                <a:avLst/>
              </a:prstGeom>
              <a:solidFill>
                <a:srgbClr val="00A9DA"/>
              </a:solidFill>
              <a:ln w="12700">
                <a:noFill/>
              </a:ln>
            </p:spPr>
            <p:txBody>
              <a:bodyPr/>
              <a:p>
                <a:endParaRPr lang="zh-CN" altLang="en-US"/>
              </a:p>
            </p:txBody>
          </p:sp>
          <p:sp>
            <p:nvSpPr>
              <p:cNvPr id="225291" name="椭圆 225290"/>
              <p:cNvSpPr/>
              <p:nvPr/>
            </p:nvSpPr>
            <p:spPr>
              <a:xfrm>
                <a:off x="4228" y="1720"/>
                <a:ext cx="98" cy="98"/>
              </a:xfrm>
              <a:prstGeom prst="ellipse">
                <a:avLst/>
              </a:prstGeom>
              <a:solidFill>
                <a:srgbClr val="00A9DA"/>
              </a:solidFill>
              <a:ln w="12700">
                <a:noFill/>
              </a:ln>
            </p:spPr>
            <p:txBody>
              <a:bodyPr/>
              <a:p>
                <a:endParaRPr lang="zh-CN" altLang="en-US"/>
              </a:p>
            </p:txBody>
          </p:sp>
          <p:sp>
            <p:nvSpPr>
              <p:cNvPr id="225292" name="任意多边形 225291"/>
              <p:cNvSpPr/>
              <p:nvPr/>
            </p:nvSpPr>
            <p:spPr>
              <a:xfrm>
                <a:off x="3353" y="1606"/>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5293" name="任意多边形 225292"/>
              <p:cNvSpPr/>
              <p:nvPr/>
            </p:nvSpPr>
            <p:spPr>
              <a:xfrm>
                <a:off x="4719" y="1825"/>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5294" name="矩形 225293"/>
              <p:cNvSpPr/>
              <p:nvPr/>
            </p:nvSpPr>
            <p:spPr>
              <a:xfrm>
                <a:off x="3353" y="1477"/>
                <a:ext cx="104" cy="104"/>
              </a:xfrm>
              <a:prstGeom prst="rect">
                <a:avLst/>
              </a:prstGeom>
              <a:solidFill>
                <a:srgbClr val="D0A4B1"/>
              </a:solidFill>
              <a:ln w="12700">
                <a:noFill/>
              </a:ln>
            </p:spPr>
            <p:txBody>
              <a:bodyPr/>
              <a:p>
                <a:endParaRPr lang="zh-CN" altLang="en-US"/>
              </a:p>
            </p:txBody>
          </p:sp>
          <p:sp>
            <p:nvSpPr>
              <p:cNvPr id="225295" name="椭圆 225294"/>
              <p:cNvSpPr/>
              <p:nvPr/>
            </p:nvSpPr>
            <p:spPr>
              <a:xfrm>
                <a:off x="3497" y="1479"/>
                <a:ext cx="98" cy="98"/>
              </a:xfrm>
              <a:prstGeom prst="ellipse">
                <a:avLst/>
              </a:prstGeom>
              <a:solidFill>
                <a:srgbClr val="00A9DA"/>
              </a:solidFill>
              <a:ln w="12700">
                <a:noFill/>
              </a:ln>
            </p:spPr>
            <p:txBody>
              <a:bodyPr/>
              <a:p>
                <a:endParaRPr lang="zh-CN" altLang="en-US"/>
              </a:p>
            </p:txBody>
          </p:sp>
          <p:sp>
            <p:nvSpPr>
              <p:cNvPr id="225296" name="椭圆 225295"/>
              <p:cNvSpPr/>
              <p:nvPr/>
            </p:nvSpPr>
            <p:spPr>
              <a:xfrm>
                <a:off x="4600" y="1720"/>
                <a:ext cx="98" cy="98"/>
              </a:xfrm>
              <a:prstGeom prst="ellipse">
                <a:avLst/>
              </a:prstGeom>
              <a:solidFill>
                <a:srgbClr val="00A9DA"/>
              </a:solidFill>
              <a:ln w="12700">
                <a:noFill/>
              </a:ln>
            </p:spPr>
            <p:txBody>
              <a:bodyPr/>
              <a:p>
                <a:endParaRPr lang="zh-CN" altLang="en-US"/>
              </a:p>
            </p:txBody>
          </p:sp>
          <p:sp>
            <p:nvSpPr>
              <p:cNvPr id="225297" name="任意多边形 225296"/>
              <p:cNvSpPr/>
              <p:nvPr/>
            </p:nvSpPr>
            <p:spPr>
              <a:xfrm>
                <a:off x="3725" y="1725"/>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5298" name="任意多边形 225297"/>
              <p:cNvSpPr/>
              <p:nvPr/>
            </p:nvSpPr>
            <p:spPr>
              <a:xfrm>
                <a:off x="4584" y="1930"/>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5299" name="矩形 225298"/>
              <p:cNvSpPr/>
              <p:nvPr/>
            </p:nvSpPr>
            <p:spPr>
              <a:xfrm>
                <a:off x="3478" y="1717"/>
                <a:ext cx="104" cy="104"/>
              </a:xfrm>
              <a:prstGeom prst="rect">
                <a:avLst/>
              </a:prstGeom>
              <a:solidFill>
                <a:srgbClr val="D0A4B1"/>
              </a:solidFill>
              <a:ln w="12700">
                <a:noFill/>
              </a:ln>
            </p:spPr>
            <p:txBody>
              <a:bodyPr/>
              <a:p>
                <a:endParaRPr lang="zh-CN" altLang="en-US"/>
              </a:p>
            </p:txBody>
          </p:sp>
          <p:sp>
            <p:nvSpPr>
              <p:cNvPr id="225300" name="椭圆 225299"/>
              <p:cNvSpPr/>
              <p:nvPr/>
            </p:nvSpPr>
            <p:spPr>
              <a:xfrm>
                <a:off x="3355" y="1720"/>
                <a:ext cx="98" cy="98"/>
              </a:xfrm>
              <a:prstGeom prst="ellipse">
                <a:avLst/>
              </a:prstGeom>
              <a:solidFill>
                <a:srgbClr val="00A9DA"/>
              </a:solidFill>
              <a:ln w="12700">
                <a:noFill/>
              </a:ln>
            </p:spPr>
            <p:txBody>
              <a:bodyPr/>
              <a:p>
                <a:endParaRPr lang="zh-CN" altLang="en-US"/>
              </a:p>
            </p:txBody>
          </p:sp>
          <p:sp>
            <p:nvSpPr>
              <p:cNvPr id="225301" name="椭圆 225300"/>
              <p:cNvSpPr/>
              <p:nvPr/>
            </p:nvSpPr>
            <p:spPr>
              <a:xfrm>
                <a:off x="4721" y="1720"/>
                <a:ext cx="98" cy="98"/>
              </a:xfrm>
              <a:prstGeom prst="ellipse">
                <a:avLst/>
              </a:prstGeom>
              <a:solidFill>
                <a:srgbClr val="00A9DA"/>
              </a:solidFill>
              <a:ln w="12700">
                <a:noFill/>
              </a:ln>
            </p:spPr>
            <p:txBody>
              <a:bodyPr/>
              <a:p>
                <a:endParaRPr lang="zh-CN" altLang="en-US"/>
              </a:p>
            </p:txBody>
          </p:sp>
          <p:sp>
            <p:nvSpPr>
              <p:cNvPr id="225302" name="任意多边形 225301"/>
              <p:cNvSpPr/>
              <p:nvPr/>
            </p:nvSpPr>
            <p:spPr>
              <a:xfrm>
                <a:off x="3850" y="1725"/>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5303" name="任意多边形 225302"/>
              <p:cNvSpPr/>
              <p:nvPr/>
            </p:nvSpPr>
            <p:spPr>
              <a:xfrm>
                <a:off x="4061" y="1929"/>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5304" name="矩形 225303"/>
              <p:cNvSpPr/>
              <p:nvPr/>
            </p:nvSpPr>
            <p:spPr>
              <a:xfrm>
                <a:off x="3975" y="1717"/>
                <a:ext cx="104" cy="104"/>
              </a:xfrm>
              <a:prstGeom prst="rect">
                <a:avLst/>
              </a:prstGeom>
              <a:solidFill>
                <a:srgbClr val="D0A4B1"/>
              </a:solidFill>
              <a:ln w="12700">
                <a:noFill/>
              </a:ln>
            </p:spPr>
            <p:txBody>
              <a:bodyPr/>
              <a:p>
                <a:endParaRPr lang="zh-CN" altLang="en-US"/>
              </a:p>
            </p:txBody>
          </p:sp>
          <p:sp>
            <p:nvSpPr>
              <p:cNvPr id="225305" name="矩形 225304"/>
              <p:cNvSpPr/>
              <p:nvPr/>
            </p:nvSpPr>
            <p:spPr>
              <a:xfrm>
                <a:off x="4102" y="1717"/>
                <a:ext cx="104" cy="104"/>
              </a:xfrm>
              <a:prstGeom prst="rect">
                <a:avLst/>
              </a:prstGeom>
              <a:solidFill>
                <a:srgbClr val="D0A4B1"/>
              </a:solidFill>
              <a:ln w="12700">
                <a:noFill/>
              </a:ln>
            </p:spPr>
            <p:txBody>
              <a:bodyPr/>
              <a:p>
                <a:endParaRPr lang="zh-CN" altLang="en-US"/>
              </a:p>
            </p:txBody>
          </p:sp>
          <p:sp>
            <p:nvSpPr>
              <p:cNvPr id="225306" name="矩形 225305"/>
              <p:cNvSpPr/>
              <p:nvPr/>
            </p:nvSpPr>
            <p:spPr>
              <a:xfrm>
                <a:off x="4194" y="1921"/>
                <a:ext cx="104" cy="104"/>
              </a:xfrm>
              <a:prstGeom prst="rect">
                <a:avLst/>
              </a:prstGeom>
              <a:solidFill>
                <a:srgbClr val="D0A4B1"/>
              </a:solidFill>
              <a:ln w="12700">
                <a:noFill/>
              </a:ln>
            </p:spPr>
            <p:txBody>
              <a:bodyPr/>
              <a:p>
                <a:endParaRPr lang="zh-CN" altLang="en-US"/>
              </a:p>
            </p:txBody>
          </p:sp>
          <p:sp>
            <p:nvSpPr>
              <p:cNvPr id="225307" name="矩形 225306"/>
              <p:cNvSpPr/>
              <p:nvPr/>
            </p:nvSpPr>
            <p:spPr>
              <a:xfrm>
                <a:off x="4474" y="1717"/>
                <a:ext cx="104" cy="104"/>
              </a:xfrm>
              <a:prstGeom prst="rect">
                <a:avLst/>
              </a:prstGeom>
              <a:solidFill>
                <a:srgbClr val="D0A4B1"/>
              </a:solidFill>
              <a:ln w="12700">
                <a:noFill/>
              </a:ln>
            </p:spPr>
            <p:txBody>
              <a:bodyPr/>
              <a:p>
                <a:endParaRPr lang="zh-CN" altLang="en-US"/>
              </a:p>
            </p:txBody>
          </p:sp>
          <p:sp>
            <p:nvSpPr>
              <p:cNvPr id="225308" name="矩形 225307"/>
              <p:cNvSpPr/>
              <p:nvPr/>
            </p:nvSpPr>
            <p:spPr>
              <a:xfrm>
                <a:off x="4718" y="1922"/>
                <a:ext cx="104" cy="104"/>
              </a:xfrm>
              <a:prstGeom prst="rect">
                <a:avLst/>
              </a:prstGeom>
              <a:solidFill>
                <a:srgbClr val="D0A4B1"/>
              </a:solidFill>
              <a:ln w="12700">
                <a:noFill/>
              </a:ln>
            </p:spPr>
            <p:txBody>
              <a:bodyPr/>
              <a:p>
                <a:endParaRPr lang="zh-CN" altLang="en-US"/>
              </a:p>
            </p:txBody>
          </p:sp>
          <p:sp>
            <p:nvSpPr>
              <p:cNvPr id="225309" name="椭圆 225308"/>
              <p:cNvSpPr/>
              <p:nvPr/>
            </p:nvSpPr>
            <p:spPr>
              <a:xfrm>
                <a:off x="4328" y="1925"/>
                <a:ext cx="98" cy="98"/>
              </a:xfrm>
              <a:prstGeom prst="ellipse">
                <a:avLst/>
              </a:prstGeom>
              <a:solidFill>
                <a:srgbClr val="00A9DA"/>
              </a:solidFill>
              <a:ln w="12700">
                <a:noFill/>
              </a:ln>
            </p:spPr>
            <p:txBody>
              <a:bodyPr/>
              <a:p>
                <a:endParaRPr lang="zh-CN" altLang="en-US"/>
              </a:p>
            </p:txBody>
          </p:sp>
          <p:sp>
            <p:nvSpPr>
              <p:cNvPr id="225310" name="椭圆 225309"/>
              <p:cNvSpPr/>
              <p:nvPr/>
            </p:nvSpPr>
            <p:spPr>
              <a:xfrm>
                <a:off x="4456" y="1925"/>
                <a:ext cx="98" cy="98"/>
              </a:xfrm>
              <a:prstGeom prst="ellipse">
                <a:avLst/>
              </a:prstGeom>
              <a:solidFill>
                <a:srgbClr val="00A9DA"/>
              </a:solidFill>
              <a:ln w="12700">
                <a:noFill/>
              </a:ln>
            </p:spPr>
            <p:txBody>
              <a:bodyPr/>
              <a:p>
                <a:endParaRPr lang="zh-CN" altLang="en-US"/>
              </a:p>
            </p:txBody>
          </p:sp>
          <p:sp>
            <p:nvSpPr>
              <p:cNvPr id="225311" name="任意多边形 225310"/>
              <p:cNvSpPr/>
              <p:nvPr/>
            </p:nvSpPr>
            <p:spPr>
              <a:xfrm>
                <a:off x="3333" y="1344"/>
                <a:ext cx="1329" cy="564"/>
              </a:xfrm>
              <a:custGeom>
                <a:avLst/>
                <a:gdLst/>
                <a:ahLst/>
                <a:cxnLst/>
                <a:pathLst>
                  <a:path w="1329" h="564">
                    <a:moveTo>
                      <a:pt x="550" y="0"/>
                    </a:moveTo>
                    <a:lnTo>
                      <a:pt x="550" y="112"/>
                    </a:lnTo>
                    <a:lnTo>
                      <a:pt x="1" y="111"/>
                    </a:lnTo>
                    <a:lnTo>
                      <a:pt x="0" y="488"/>
                    </a:lnTo>
                    <a:lnTo>
                      <a:pt x="1328" y="488"/>
                    </a:lnTo>
                    <a:lnTo>
                      <a:pt x="1329" y="564"/>
                    </a:lnTo>
                    <a:lnTo>
                      <a:pt x="1" y="564"/>
                    </a:lnTo>
                  </a:path>
                </a:pathLst>
              </a:custGeom>
              <a:noFill/>
              <a:ln w="19050" cap="flat" cmpd="sng">
                <a:solidFill>
                  <a:schemeClr val="tx1">
                    <a:alpha val="100000"/>
                  </a:schemeClr>
                </a:solidFill>
                <a:prstDash val="solid"/>
                <a:headEnd type="none" w="med" len="med"/>
                <a:tailEnd type="none" w="med" len="med"/>
              </a:ln>
            </p:spPr>
            <p:txBody>
              <a:bodyPr/>
              <a:p>
                <a:endParaRPr lang="zh-CN" altLang="en-US"/>
              </a:p>
            </p:txBody>
          </p:sp>
          <p:sp>
            <p:nvSpPr>
              <p:cNvPr id="225312" name="任意多边形 225311"/>
              <p:cNvSpPr/>
              <p:nvPr/>
            </p:nvSpPr>
            <p:spPr>
              <a:xfrm>
                <a:off x="3341" y="1344"/>
                <a:ext cx="1502" cy="699"/>
              </a:xfrm>
              <a:custGeom>
                <a:avLst/>
                <a:gdLst/>
                <a:ahLst/>
                <a:cxnLst/>
                <a:pathLst>
                  <a:path w="1502" h="699">
                    <a:moveTo>
                      <a:pt x="688" y="0"/>
                    </a:moveTo>
                    <a:lnTo>
                      <a:pt x="688" y="251"/>
                    </a:lnTo>
                    <a:lnTo>
                      <a:pt x="144" y="251"/>
                    </a:lnTo>
                    <a:lnTo>
                      <a:pt x="144" y="355"/>
                    </a:lnTo>
                    <a:lnTo>
                      <a:pt x="1502" y="355"/>
                    </a:lnTo>
                    <a:lnTo>
                      <a:pt x="1502" y="699"/>
                    </a:lnTo>
                    <a:lnTo>
                      <a:pt x="0" y="699"/>
                    </a:lnTo>
                  </a:path>
                </a:pathLst>
              </a:custGeom>
              <a:noFill/>
              <a:ln w="19050" cap="flat" cmpd="sng">
                <a:solidFill>
                  <a:schemeClr val="tx1">
                    <a:alpha val="100000"/>
                  </a:schemeClr>
                </a:solidFill>
                <a:prstDash val="solid"/>
                <a:headEnd type="none" w="med" len="med"/>
                <a:tailEnd type="none" w="med" len="med"/>
              </a:ln>
            </p:spPr>
            <p:txBody>
              <a:bodyPr/>
              <a:p>
                <a:endParaRPr lang="zh-CN" altLang="en-US"/>
              </a:p>
            </p:txBody>
          </p:sp>
        </p:grpSp>
        <p:grpSp>
          <p:nvGrpSpPr>
            <p:cNvPr id="225313" name="组合 225312"/>
            <p:cNvGrpSpPr/>
            <p:nvPr/>
          </p:nvGrpSpPr>
          <p:grpSpPr>
            <a:xfrm>
              <a:off x="2506" y="359"/>
              <a:ext cx="2916" cy="878"/>
              <a:chOff x="2506" y="359"/>
              <a:chExt cx="2916" cy="878"/>
            </a:xfrm>
          </p:grpSpPr>
          <p:sp>
            <p:nvSpPr>
              <p:cNvPr id="225314" name="矩形 225313"/>
              <p:cNvSpPr/>
              <p:nvPr/>
            </p:nvSpPr>
            <p:spPr>
              <a:xfrm>
                <a:off x="2506" y="684"/>
                <a:ext cx="550" cy="423"/>
              </a:xfrm>
              <a:prstGeom prst="rect">
                <a:avLst/>
              </a:prstGeom>
              <a:solidFill>
                <a:srgbClr val="FFE5D0"/>
              </a:solidFill>
              <a:ln w="12700">
                <a:noFill/>
              </a:ln>
            </p:spPr>
            <p:txBody>
              <a:bodyPr/>
              <a:p>
                <a:endParaRPr lang="zh-CN" altLang="en-US"/>
              </a:p>
            </p:txBody>
          </p:sp>
          <p:sp>
            <p:nvSpPr>
              <p:cNvPr id="225315" name="矩形 225314"/>
              <p:cNvSpPr/>
              <p:nvPr/>
            </p:nvSpPr>
            <p:spPr>
              <a:xfrm>
                <a:off x="3097" y="684"/>
                <a:ext cx="550" cy="423"/>
              </a:xfrm>
              <a:prstGeom prst="rect">
                <a:avLst/>
              </a:prstGeom>
              <a:solidFill>
                <a:srgbClr val="FFE5D0"/>
              </a:solidFill>
              <a:ln w="12700">
                <a:noFill/>
              </a:ln>
            </p:spPr>
            <p:txBody>
              <a:bodyPr/>
              <a:p>
                <a:endParaRPr lang="zh-CN" altLang="en-US"/>
              </a:p>
            </p:txBody>
          </p:sp>
          <p:sp>
            <p:nvSpPr>
              <p:cNvPr id="225316" name="矩形 225315"/>
              <p:cNvSpPr/>
              <p:nvPr/>
            </p:nvSpPr>
            <p:spPr>
              <a:xfrm>
                <a:off x="3689" y="684"/>
                <a:ext cx="550" cy="423"/>
              </a:xfrm>
              <a:prstGeom prst="rect">
                <a:avLst/>
              </a:prstGeom>
              <a:solidFill>
                <a:srgbClr val="FFE5D0"/>
              </a:solidFill>
              <a:ln w="12700">
                <a:noFill/>
              </a:ln>
            </p:spPr>
            <p:txBody>
              <a:bodyPr/>
              <a:p>
                <a:endParaRPr lang="zh-CN" altLang="en-US"/>
              </a:p>
            </p:txBody>
          </p:sp>
          <p:sp>
            <p:nvSpPr>
              <p:cNvPr id="225317" name="矩形 225316"/>
              <p:cNvSpPr/>
              <p:nvPr/>
            </p:nvSpPr>
            <p:spPr>
              <a:xfrm>
                <a:off x="4280" y="684"/>
                <a:ext cx="550" cy="423"/>
              </a:xfrm>
              <a:prstGeom prst="rect">
                <a:avLst/>
              </a:prstGeom>
              <a:solidFill>
                <a:srgbClr val="FFE5D0"/>
              </a:solidFill>
              <a:ln w="12700">
                <a:noFill/>
              </a:ln>
            </p:spPr>
            <p:txBody>
              <a:bodyPr/>
              <a:p>
                <a:endParaRPr lang="zh-CN" altLang="en-US"/>
              </a:p>
            </p:txBody>
          </p:sp>
          <p:sp>
            <p:nvSpPr>
              <p:cNvPr id="225318" name="矩形 225317"/>
              <p:cNvSpPr/>
              <p:nvPr/>
            </p:nvSpPr>
            <p:spPr>
              <a:xfrm>
                <a:off x="4872" y="684"/>
                <a:ext cx="550" cy="423"/>
              </a:xfrm>
              <a:prstGeom prst="rect">
                <a:avLst/>
              </a:prstGeom>
              <a:solidFill>
                <a:srgbClr val="FFE5D0"/>
              </a:solidFill>
              <a:ln w="12700">
                <a:noFill/>
              </a:ln>
            </p:spPr>
            <p:txBody>
              <a:bodyPr/>
              <a:p>
                <a:endParaRPr lang="zh-CN" altLang="en-US"/>
              </a:p>
            </p:txBody>
          </p:sp>
          <p:sp>
            <p:nvSpPr>
              <p:cNvPr id="225319" name="椭圆 225318"/>
              <p:cNvSpPr/>
              <p:nvPr/>
            </p:nvSpPr>
            <p:spPr>
              <a:xfrm>
                <a:off x="3328" y="1139"/>
                <a:ext cx="98" cy="98"/>
              </a:xfrm>
              <a:prstGeom prst="ellipse">
                <a:avLst/>
              </a:prstGeom>
              <a:solidFill>
                <a:srgbClr val="00A9DA"/>
              </a:solidFill>
              <a:ln w="12700">
                <a:noFill/>
              </a:ln>
            </p:spPr>
            <p:txBody>
              <a:bodyPr/>
              <a:p>
                <a:endParaRPr lang="zh-CN" altLang="en-US"/>
              </a:p>
            </p:txBody>
          </p:sp>
          <p:sp>
            <p:nvSpPr>
              <p:cNvPr id="225320" name="椭圆 225319"/>
              <p:cNvSpPr/>
              <p:nvPr/>
            </p:nvSpPr>
            <p:spPr>
              <a:xfrm>
                <a:off x="3920" y="1139"/>
                <a:ext cx="98" cy="98"/>
              </a:xfrm>
              <a:prstGeom prst="ellipse">
                <a:avLst/>
              </a:prstGeom>
              <a:solidFill>
                <a:srgbClr val="00A9DA"/>
              </a:solidFill>
              <a:ln w="12700">
                <a:noFill/>
              </a:ln>
            </p:spPr>
            <p:txBody>
              <a:bodyPr/>
              <a:p>
                <a:endParaRPr lang="zh-CN" altLang="en-US"/>
              </a:p>
            </p:txBody>
          </p:sp>
          <p:sp>
            <p:nvSpPr>
              <p:cNvPr id="225321" name="任意多边形 225320"/>
              <p:cNvSpPr/>
              <p:nvPr/>
            </p:nvSpPr>
            <p:spPr>
              <a:xfrm>
                <a:off x="2725" y="1149"/>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5322" name="任意多边形 225321"/>
              <p:cNvSpPr/>
              <p:nvPr/>
            </p:nvSpPr>
            <p:spPr>
              <a:xfrm>
                <a:off x="5096" y="1149"/>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5323" name="矩形 225322"/>
              <p:cNvSpPr/>
              <p:nvPr/>
            </p:nvSpPr>
            <p:spPr>
              <a:xfrm>
                <a:off x="4506" y="1133"/>
                <a:ext cx="104" cy="104"/>
              </a:xfrm>
              <a:prstGeom prst="rect">
                <a:avLst/>
              </a:prstGeom>
              <a:solidFill>
                <a:srgbClr val="D0A4B1"/>
              </a:solidFill>
              <a:ln w="12700">
                <a:noFill/>
              </a:ln>
            </p:spPr>
            <p:txBody>
              <a:bodyPr/>
              <a:p>
                <a:endParaRPr lang="zh-CN" altLang="en-US"/>
              </a:p>
            </p:txBody>
          </p:sp>
          <p:sp>
            <p:nvSpPr>
              <p:cNvPr id="225324" name="文本框 225323"/>
              <p:cNvSpPr txBox="1"/>
              <p:nvPr/>
            </p:nvSpPr>
            <p:spPr>
              <a:xfrm>
                <a:off x="3436" y="359"/>
                <a:ext cx="698" cy="288"/>
              </a:xfrm>
              <a:prstGeom prst="rect">
                <a:avLst/>
              </a:prstGeom>
              <a:noFill/>
              <a:ln w="12700">
                <a:noFill/>
              </a:ln>
            </p:spPr>
            <p:txBody>
              <a:bodyPr wrap="none" anchor="t">
                <a:spAutoFit/>
              </a:bodyPr>
              <a:p>
                <a:pPr defTabSz="762000" eaLnBrk="0" hangingPunct="0"/>
                <a:r>
                  <a:rPr lang="zh-CN" altLang="zh-CN" sz="2400" dirty="0">
                    <a:latin typeface="Arial" panose="020B0604020202020204" pitchFamily="34" charset="0"/>
                    <a:ea typeface="楷体_GB2312" pitchFamily="49" charset="-122"/>
                  </a:rPr>
                  <a:t>服务</a:t>
                </a:r>
                <a:r>
                  <a:rPr lang="zh-CN" altLang="en-US" sz="2400" dirty="0">
                    <a:latin typeface="Arial" panose="020B0604020202020204" pitchFamily="34" charset="0"/>
                    <a:ea typeface="楷体_GB2312" pitchFamily="49" charset="-122"/>
                  </a:rPr>
                  <a:t>台</a:t>
                </a:r>
                <a:endParaRPr lang="zh-CN" altLang="en-US" sz="2400" dirty="0">
                  <a:latin typeface="Arial" panose="020B0604020202020204" pitchFamily="34" charset="0"/>
                  <a:ea typeface="楷体_GB2312" pitchFamily="49" charset="-122"/>
                </a:endParaRPr>
              </a:p>
            </p:txBody>
          </p:sp>
        </p:grpSp>
      </p:grpSp>
      <p:sp>
        <p:nvSpPr>
          <p:cNvPr id="225325" name="文本框 225324"/>
          <p:cNvSpPr txBox="1"/>
          <p:nvPr/>
        </p:nvSpPr>
        <p:spPr>
          <a:xfrm>
            <a:off x="1295400" y="2286000"/>
            <a:ext cx="2317750" cy="519113"/>
          </a:xfrm>
          <a:prstGeom prst="rect">
            <a:avLst/>
          </a:prstGeom>
          <a:noFill/>
          <a:ln w="12700">
            <a:noFill/>
          </a:ln>
        </p:spPr>
        <p:txBody>
          <a:bodyPr wrap="none" anchor="t">
            <a:spAutoFit/>
          </a:bodyPr>
          <a:p>
            <a:pPr defTabSz="762000" eaLnBrk="0" hangingPunct="0"/>
            <a:r>
              <a:rPr lang="zh-CN" altLang="en-US" sz="2800">
                <a:solidFill>
                  <a:srgbClr val="660033"/>
                </a:solidFill>
                <a:latin typeface="楷体_GB2312" pitchFamily="49" charset="-122"/>
                <a:ea typeface="楷体_GB2312" pitchFamily="49" charset="-122"/>
              </a:rPr>
              <a:t>(</a:t>
            </a:r>
            <a:r>
              <a:rPr lang="en-US" altLang="zh-CN" sz="2800">
                <a:solidFill>
                  <a:srgbClr val="660033"/>
                </a:solidFill>
                <a:latin typeface="楷体_GB2312" pitchFamily="49" charset="-122"/>
                <a:ea typeface="楷体_GB2312" pitchFamily="49" charset="-122"/>
              </a:rPr>
              <a:t>f</a:t>
            </a:r>
            <a:r>
              <a:rPr lang="en-US" altLang="en-US" sz="2800">
                <a:solidFill>
                  <a:srgbClr val="660033"/>
                </a:solidFill>
                <a:latin typeface="楷体_GB2312" pitchFamily="49" charset="-122"/>
                <a:ea typeface="楷体_GB2312" pitchFamily="49" charset="-122"/>
              </a:rPr>
              <a:t>) </a:t>
            </a:r>
            <a:r>
              <a:rPr lang="zh-CN" altLang="zh-CN" sz="2800" dirty="0">
                <a:solidFill>
                  <a:srgbClr val="660033"/>
                </a:solidFill>
                <a:latin typeface="楷体_GB2312" pitchFamily="49" charset="-122"/>
                <a:ea typeface="楷体_GB2312" pitchFamily="49" charset="-122"/>
              </a:rPr>
              <a:t>一个</a:t>
            </a:r>
            <a:r>
              <a:rPr lang="zh-CN" altLang="en-US" sz="2800" dirty="0">
                <a:solidFill>
                  <a:srgbClr val="660033"/>
                </a:solidFill>
                <a:latin typeface="楷体_GB2312" pitchFamily="49" charset="-122"/>
                <a:ea typeface="楷体_GB2312" pitchFamily="49" charset="-122"/>
              </a:rPr>
              <a:t>队列</a:t>
            </a:r>
            <a:endParaRPr lang="zh-CN" altLang="en-US" sz="2800" dirty="0">
              <a:solidFill>
                <a:srgbClr val="660033"/>
              </a:solidFill>
              <a:latin typeface="楷体_GB2312" pitchFamily="49" charset="-122"/>
              <a:ea typeface="楷体_GB2312" pitchFamily="49" charset="-122"/>
            </a:endParaRPr>
          </a:p>
        </p:txBody>
      </p:sp>
      <p:grpSp>
        <p:nvGrpSpPr>
          <p:cNvPr id="225326" name="组合 225325"/>
          <p:cNvGrpSpPr/>
          <p:nvPr/>
        </p:nvGrpSpPr>
        <p:grpSpPr>
          <a:xfrm>
            <a:off x="3962400" y="3886200"/>
            <a:ext cx="4621213" cy="2362200"/>
            <a:chOff x="2487" y="2208"/>
            <a:chExt cx="2911" cy="1488"/>
          </a:xfrm>
        </p:grpSpPr>
        <p:grpSp>
          <p:nvGrpSpPr>
            <p:cNvPr id="225327" name="组合 225326"/>
            <p:cNvGrpSpPr/>
            <p:nvPr/>
          </p:nvGrpSpPr>
          <p:grpSpPr>
            <a:xfrm>
              <a:off x="2689" y="3281"/>
              <a:ext cx="2496" cy="415"/>
              <a:chOff x="2689" y="3281"/>
              <a:chExt cx="2496" cy="415"/>
            </a:xfrm>
          </p:grpSpPr>
          <p:grpSp>
            <p:nvGrpSpPr>
              <p:cNvPr id="225328" name="组合 225327"/>
              <p:cNvGrpSpPr/>
              <p:nvPr/>
            </p:nvGrpSpPr>
            <p:grpSpPr>
              <a:xfrm>
                <a:off x="2710" y="3281"/>
                <a:ext cx="2455" cy="366"/>
                <a:chOff x="2742" y="3323"/>
                <a:chExt cx="2455" cy="366"/>
              </a:xfrm>
            </p:grpSpPr>
            <p:grpSp>
              <p:nvGrpSpPr>
                <p:cNvPr id="225329" name="组合 225328"/>
                <p:cNvGrpSpPr/>
                <p:nvPr/>
              </p:nvGrpSpPr>
              <p:grpSpPr>
                <a:xfrm>
                  <a:off x="5099" y="3323"/>
                  <a:ext cx="98" cy="213"/>
                  <a:chOff x="5099" y="3330"/>
                  <a:chExt cx="98" cy="213"/>
                </a:xfrm>
              </p:grpSpPr>
              <p:sp>
                <p:nvSpPr>
                  <p:cNvPr id="225330" name="椭圆 225329"/>
                  <p:cNvSpPr/>
                  <p:nvPr/>
                </p:nvSpPr>
                <p:spPr>
                  <a:xfrm>
                    <a:off x="5099" y="3445"/>
                    <a:ext cx="98" cy="98"/>
                  </a:xfrm>
                  <a:prstGeom prst="ellipse">
                    <a:avLst/>
                  </a:prstGeom>
                  <a:solidFill>
                    <a:srgbClr val="00A9DA"/>
                  </a:solidFill>
                  <a:ln w="12700">
                    <a:noFill/>
                  </a:ln>
                </p:spPr>
                <p:txBody>
                  <a:bodyPr/>
                  <a:p>
                    <a:endParaRPr lang="zh-CN" altLang="en-US"/>
                  </a:p>
                </p:txBody>
              </p:sp>
              <p:sp>
                <p:nvSpPr>
                  <p:cNvPr id="225331" name="椭圆 225330"/>
                  <p:cNvSpPr/>
                  <p:nvPr/>
                </p:nvSpPr>
                <p:spPr>
                  <a:xfrm>
                    <a:off x="5099" y="3330"/>
                    <a:ext cx="98" cy="98"/>
                  </a:xfrm>
                  <a:prstGeom prst="ellipse">
                    <a:avLst/>
                  </a:prstGeom>
                  <a:solidFill>
                    <a:srgbClr val="00A9DA"/>
                  </a:solidFill>
                  <a:ln w="12700">
                    <a:noFill/>
                  </a:ln>
                </p:spPr>
                <p:txBody>
                  <a:bodyPr/>
                  <a:p>
                    <a:endParaRPr lang="zh-CN" altLang="en-US"/>
                  </a:p>
                </p:txBody>
              </p:sp>
            </p:grpSp>
            <p:grpSp>
              <p:nvGrpSpPr>
                <p:cNvPr id="225332" name="组合 225331"/>
                <p:cNvGrpSpPr/>
                <p:nvPr/>
              </p:nvGrpSpPr>
              <p:grpSpPr>
                <a:xfrm>
                  <a:off x="2742" y="3323"/>
                  <a:ext cx="104" cy="366"/>
                  <a:chOff x="2742" y="3338"/>
                  <a:chExt cx="104" cy="366"/>
                </a:xfrm>
              </p:grpSpPr>
              <p:sp>
                <p:nvSpPr>
                  <p:cNvPr id="225333" name="矩形 225332"/>
                  <p:cNvSpPr/>
                  <p:nvPr/>
                </p:nvSpPr>
                <p:spPr>
                  <a:xfrm>
                    <a:off x="2742" y="3600"/>
                    <a:ext cx="104" cy="104"/>
                  </a:xfrm>
                  <a:prstGeom prst="rect">
                    <a:avLst/>
                  </a:prstGeom>
                  <a:solidFill>
                    <a:srgbClr val="D0A4B1"/>
                  </a:solidFill>
                  <a:ln w="12700">
                    <a:noFill/>
                  </a:ln>
                </p:spPr>
                <p:txBody>
                  <a:bodyPr/>
                  <a:p>
                    <a:endParaRPr lang="zh-CN" altLang="en-US"/>
                  </a:p>
                </p:txBody>
              </p:sp>
              <p:sp>
                <p:nvSpPr>
                  <p:cNvPr id="225334" name="椭圆 225333"/>
                  <p:cNvSpPr/>
                  <p:nvPr/>
                </p:nvSpPr>
                <p:spPr>
                  <a:xfrm>
                    <a:off x="2745" y="3469"/>
                    <a:ext cx="98" cy="98"/>
                  </a:xfrm>
                  <a:prstGeom prst="ellipse">
                    <a:avLst/>
                  </a:prstGeom>
                  <a:solidFill>
                    <a:srgbClr val="00A9DA"/>
                  </a:solidFill>
                  <a:ln w="12700">
                    <a:noFill/>
                  </a:ln>
                </p:spPr>
                <p:txBody>
                  <a:bodyPr/>
                  <a:p>
                    <a:endParaRPr lang="zh-CN" altLang="en-US"/>
                  </a:p>
                </p:txBody>
              </p:sp>
              <p:sp>
                <p:nvSpPr>
                  <p:cNvPr id="225335" name="任意多边形 225334"/>
                  <p:cNvSpPr/>
                  <p:nvPr/>
                </p:nvSpPr>
                <p:spPr>
                  <a:xfrm>
                    <a:off x="2743" y="3338"/>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grpSp>
            <p:grpSp>
              <p:nvGrpSpPr>
                <p:cNvPr id="225336" name="组合 225335"/>
                <p:cNvGrpSpPr/>
                <p:nvPr/>
              </p:nvGrpSpPr>
              <p:grpSpPr>
                <a:xfrm>
                  <a:off x="3332" y="3323"/>
                  <a:ext cx="104" cy="333"/>
                  <a:chOff x="3332" y="3347"/>
                  <a:chExt cx="104" cy="333"/>
                </a:xfrm>
              </p:grpSpPr>
              <p:sp>
                <p:nvSpPr>
                  <p:cNvPr id="225337" name="矩形 225336"/>
                  <p:cNvSpPr/>
                  <p:nvPr/>
                </p:nvSpPr>
                <p:spPr>
                  <a:xfrm>
                    <a:off x="3332" y="3470"/>
                    <a:ext cx="104" cy="104"/>
                  </a:xfrm>
                  <a:prstGeom prst="rect">
                    <a:avLst/>
                  </a:prstGeom>
                  <a:solidFill>
                    <a:srgbClr val="D0A4B1"/>
                  </a:solidFill>
                  <a:ln w="12700">
                    <a:noFill/>
                  </a:ln>
                </p:spPr>
                <p:txBody>
                  <a:bodyPr/>
                  <a:p>
                    <a:endParaRPr lang="zh-CN" altLang="en-US"/>
                  </a:p>
                </p:txBody>
              </p:sp>
              <p:sp>
                <p:nvSpPr>
                  <p:cNvPr id="225338" name="矩形 225337"/>
                  <p:cNvSpPr/>
                  <p:nvPr/>
                </p:nvSpPr>
                <p:spPr>
                  <a:xfrm>
                    <a:off x="3332" y="3347"/>
                    <a:ext cx="104" cy="104"/>
                  </a:xfrm>
                  <a:prstGeom prst="rect">
                    <a:avLst/>
                  </a:prstGeom>
                  <a:solidFill>
                    <a:srgbClr val="D0A4B1"/>
                  </a:solidFill>
                  <a:ln w="12700">
                    <a:noFill/>
                  </a:ln>
                </p:spPr>
                <p:txBody>
                  <a:bodyPr/>
                  <a:p>
                    <a:endParaRPr lang="zh-CN" altLang="en-US"/>
                  </a:p>
                </p:txBody>
              </p:sp>
              <p:sp>
                <p:nvSpPr>
                  <p:cNvPr id="225339" name="任意多边形 225338"/>
                  <p:cNvSpPr/>
                  <p:nvPr/>
                </p:nvSpPr>
                <p:spPr>
                  <a:xfrm>
                    <a:off x="3333" y="3592"/>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grpSp>
            <p:grpSp>
              <p:nvGrpSpPr>
                <p:cNvPr id="225340" name="组合 225339"/>
                <p:cNvGrpSpPr/>
                <p:nvPr/>
              </p:nvGrpSpPr>
              <p:grpSpPr>
                <a:xfrm>
                  <a:off x="3923" y="3323"/>
                  <a:ext cx="103" cy="227"/>
                  <a:chOff x="3923" y="3323"/>
                  <a:chExt cx="103" cy="227"/>
                </a:xfrm>
              </p:grpSpPr>
              <p:sp>
                <p:nvSpPr>
                  <p:cNvPr id="225341" name="椭圆 225340"/>
                  <p:cNvSpPr/>
                  <p:nvPr/>
                </p:nvSpPr>
                <p:spPr>
                  <a:xfrm>
                    <a:off x="3925" y="3323"/>
                    <a:ext cx="98" cy="98"/>
                  </a:xfrm>
                  <a:prstGeom prst="ellipse">
                    <a:avLst/>
                  </a:prstGeom>
                  <a:solidFill>
                    <a:srgbClr val="00A9DA"/>
                  </a:solidFill>
                  <a:ln w="12700">
                    <a:noFill/>
                  </a:ln>
                </p:spPr>
                <p:txBody>
                  <a:bodyPr/>
                  <a:p>
                    <a:endParaRPr lang="zh-CN" altLang="en-US"/>
                  </a:p>
                </p:txBody>
              </p:sp>
              <p:sp>
                <p:nvSpPr>
                  <p:cNvPr id="225342" name="任意多边形 225341"/>
                  <p:cNvSpPr/>
                  <p:nvPr/>
                </p:nvSpPr>
                <p:spPr>
                  <a:xfrm>
                    <a:off x="3923" y="3462"/>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grpSp>
            <p:grpSp>
              <p:nvGrpSpPr>
                <p:cNvPr id="225343" name="组合 225342"/>
                <p:cNvGrpSpPr/>
                <p:nvPr/>
              </p:nvGrpSpPr>
              <p:grpSpPr>
                <a:xfrm>
                  <a:off x="4512" y="3323"/>
                  <a:ext cx="104" cy="354"/>
                  <a:chOff x="4512" y="3329"/>
                  <a:chExt cx="104" cy="354"/>
                </a:xfrm>
              </p:grpSpPr>
              <p:sp>
                <p:nvSpPr>
                  <p:cNvPr id="225344" name="矩形 225343"/>
                  <p:cNvSpPr/>
                  <p:nvPr/>
                </p:nvSpPr>
                <p:spPr>
                  <a:xfrm>
                    <a:off x="4512" y="3329"/>
                    <a:ext cx="104" cy="104"/>
                  </a:xfrm>
                  <a:prstGeom prst="rect">
                    <a:avLst/>
                  </a:prstGeom>
                  <a:solidFill>
                    <a:srgbClr val="D0A4B1"/>
                  </a:solidFill>
                  <a:ln w="12700">
                    <a:noFill/>
                  </a:ln>
                </p:spPr>
                <p:txBody>
                  <a:bodyPr/>
                  <a:p>
                    <a:endParaRPr lang="zh-CN" altLang="en-US"/>
                  </a:p>
                </p:txBody>
              </p:sp>
              <p:sp>
                <p:nvSpPr>
                  <p:cNvPr id="225345" name="任意多边形 225344"/>
                  <p:cNvSpPr/>
                  <p:nvPr/>
                </p:nvSpPr>
                <p:spPr>
                  <a:xfrm>
                    <a:off x="4513" y="3595"/>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5346" name="任意多边形 225345"/>
                  <p:cNvSpPr/>
                  <p:nvPr/>
                </p:nvSpPr>
                <p:spPr>
                  <a:xfrm>
                    <a:off x="4513" y="3457"/>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grpSp>
          </p:grpSp>
          <p:sp>
            <p:nvSpPr>
              <p:cNvPr id="225347" name="直接连接符 225346"/>
              <p:cNvSpPr/>
              <p:nvPr/>
            </p:nvSpPr>
            <p:spPr>
              <a:xfrm>
                <a:off x="2689" y="3281"/>
                <a:ext cx="0" cy="415"/>
              </a:xfrm>
              <a:prstGeom prst="line">
                <a:avLst/>
              </a:prstGeom>
              <a:ln w="19050" cap="flat" cmpd="sng">
                <a:solidFill>
                  <a:schemeClr val="tx1"/>
                </a:solidFill>
                <a:prstDash val="solid"/>
                <a:headEnd type="none" w="med" len="med"/>
                <a:tailEnd type="none" w="med" len="med"/>
              </a:ln>
            </p:spPr>
          </p:sp>
          <p:sp>
            <p:nvSpPr>
              <p:cNvPr id="225348" name="直接连接符 225347"/>
              <p:cNvSpPr/>
              <p:nvPr/>
            </p:nvSpPr>
            <p:spPr>
              <a:xfrm>
                <a:off x="2837" y="3281"/>
                <a:ext cx="0" cy="415"/>
              </a:xfrm>
              <a:prstGeom prst="line">
                <a:avLst/>
              </a:prstGeom>
              <a:ln w="19050" cap="flat" cmpd="sng">
                <a:solidFill>
                  <a:schemeClr val="tx1"/>
                </a:solidFill>
                <a:prstDash val="solid"/>
                <a:headEnd type="none" w="med" len="med"/>
                <a:tailEnd type="none" w="med" len="med"/>
              </a:ln>
            </p:spPr>
          </p:sp>
          <p:sp>
            <p:nvSpPr>
              <p:cNvPr id="225349" name="直接连接符 225348"/>
              <p:cNvSpPr/>
              <p:nvPr/>
            </p:nvSpPr>
            <p:spPr>
              <a:xfrm>
                <a:off x="3277" y="3281"/>
                <a:ext cx="0" cy="415"/>
              </a:xfrm>
              <a:prstGeom prst="line">
                <a:avLst/>
              </a:prstGeom>
              <a:ln w="19050" cap="flat" cmpd="sng">
                <a:solidFill>
                  <a:schemeClr val="tx1"/>
                </a:solidFill>
                <a:prstDash val="solid"/>
                <a:headEnd type="none" w="med" len="med"/>
                <a:tailEnd type="none" w="med" len="med"/>
              </a:ln>
            </p:spPr>
          </p:sp>
          <p:sp>
            <p:nvSpPr>
              <p:cNvPr id="225350" name="直接连接符 225349"/>
              <p:cNvSpPr/>
              <p:nvPr/>
            </p:nvSpPr>
            <p:spPr>
              <a:xfrm>
                <a:off x="3429" y="3281"/>
                <a:ext cx="0" cy="415"/>
              </a:xfrm>
              <a:prstGeom prst="line">
                <a:avLst/>
              </a:prstGeom>
              <a:ln w="19050" cap="flat" cmpd="sng">
                <a:solidFill>
                  <a:schemeClr val="tx1"/>
                </a:solidFill>
                <a:prstDash val="solid"/>
                <a:headEnd type="none" w="med" len="med"/>
                <a:tailEnd type="none" w="med" len="med"/>
              </a:ln>
            </p:spPr>
          </p:sp>
          <p:sp>
            <p:nvSpPr>
              <p:cNvPr id="225351" name="直接连接符 225350"/>
              <p:cNvSpPr/>
              <p:nvPr/>
            </p:nvSpPr>
            <p:spPr>
              <a:xfrm>
                <a:off x="3869" y="3281"/>
                <a:ext cx="0" cy="415"/>
              </a:xfrm>
              <a:prstGeom prst="line">
                <a:avLst/>
              </a:prstGeom>
              <a:ln w="19050" cap="flat" cmpd="sng">
                <a:solidFill>
                  <a:schemeClr val="tx1"/>
                </a:solidFill>
                <a:prstDash val="solid"/>
                <a:headEnd type="none" w="med" len="med"/>
                <a:tailEnd type="none" w="med" len="med"/>
              </a:ln>
            </p:spPr>
          </p:sp>
          <p:sp>
            <p:nvSpPr>
              <p:cNvPr id="225352" name="直接连接符 225351"/>
              <p:cNvSpPr/>
              <p:nvPr/>
            </p:nvSpPr>
            <p:spPr>
              <a:xfrm>
                <a:off x="4017" y="3281"/>
                <a:ext cx="0" cy="415"/>
              </a:xfrm>
              <a:prstGeom prst="line">
                <a:avLst/>
              </a:prstGeom>
              <a:ln w="19050" cap="flat" cmpd="sng">
                <a:solidFill>
                  <a:schemeClr val="tx1"/>
                </a:solidFill>
                <a:prstDash val="solid"/>
                <a:headEnd type="none" w="med" len="med"/>
                <a:tailEnd type="none" w="med" len="med"/>
              </a:ln>
            </p:spPr>
          </p:sp>
          <p:sp>
            <p:nvSpPr>
              <p:cNvPr id="225353" name="直接连接符 225352"/>
              <p:cNvSpPr/>
              <p:nvPr/>
            </p:nvSpPr>
            <p:spPr>
              <a:xfrm>
                <a:off x="4457" y="3281"/>
                <a:ext cx="0" cy="415"/>
              </a:xfrm>
              <a:prstGeom prst="line">
                <a:avLst/>
              </a:prstGeom>
              <a:ln w="19050" cap="flat" cmpd="sng">
                <a:solidFill>
                  <a:schemeClr val="tx1"/>
                </a:solidFill>
                <a:prstDash val="solid"/>
                <a:headEnd type="none" w="med" len="med"/>
                <a:tailEnd type="none" w="med" len="med"/>
              </a:ln>
            </p:spPr>
          </p:sp>
          <p:sp>
            <p:nvSpPr>
              <p:cNvPr id="225354" name="直接连接符 225353"/>
              <p:cNvSpPr/>
              <p:nvPr/>
            </p:nvSpPr>
            <p:spPr>
              <a:xfrm>
                <a:off x="4605" y="3281"/>
                <a:ext cx="0" cy="415"/>
              </a:xfrm>
              <a:prstGeom prst="line">
                <a:avLst/>
              </a:prstGeom>
              <a:ln w="19050" cap="flat" cmpd="sng">
                <a:solidFill>
                  <a:schemeClr val="tx1"/>
                </a:solidFill>
                <a:prstDash val="solid"/>
                <a:headEnd type="none" w="med" len="med"/>
                <a:tailEnd type="none" w="med" len="med"/>
              </a:ln>
            </p:spPr>
          </p:sp>
          <p:sp>
            <p:nvSpPr>
              <p:cNvPr id="225355" name="直接连接符 225354"/>
              <p:cNvSpPr/>
              <p:nvPr/>
            </p:nvSpPr>
            <p:spPr>
              <a:xfrm>
                <a:off x="5185" y="3281"/>
                <a:ext cx="0" cy="415"/>
              </a:xfrm>
              <a:prstGeom prst="line">
                <a:avLst/>
              </a:prstGeom>
              <a:ln w="19050" cap="flat" cmpd="sng">
                <a:solidFill>
                  <a:schemeClr val="tx1"/>
                </a:solidFill>
                <a:prstDash val="solid"/>
                <a:headEnd type="none" w="med" len="med"/>
                <a:tailEnd type="none" w="med" len="med"/>
              </a:ln>
            </p:spPr>
          </p:sp>
          <p:sp>
            <p:nvSpPr>
              <p:cNvPr id="225356" name="直接连接符 225355"/>
              <p:cNvSpPr/>
              <p:nvPr/>
            </p:nvSpPr>
            <p:spPr>
              <a:xfrm>
                <a:off x="5041" y="3281"/>
                <a:ext cx="0" cy="415"/>
              </a:xfrm>
              <a:prstGeom prst="line">
                <a:avLst/>
              </a:prstGeom>
              <a:ln w="19050" cap="flat" cmpd="sng">
                <a:solidFill>
                  <a:schemeClr val="tx1"/>
                </a:solidFill>
                <a:prstDash val="solid"/>
                <a:headEnd type="none" w="med" len="med"/>
                <a:tailEnd type="none" w="med" len="med"/>
              </a:ln>
            </p:spPr>
          </p:sp>
        </p:grpSp>
        <p:grpSp>
          <p:nvGrpSpPr>
            <p:cNvPr id="225357" name="组合 225356"/>
            <p:cNvGrpSpPr/>
            <p:nvPr/>
          </p:nvGrpSpPr>
          <p:grpSpPr>
            <a:xfrm>
              <a:off x="2487" y="2208"/>
              <a:ext cx="2911" cy="856"/>
              <a:chOff x="2487" y="2208"/>
              <a:chExt cx="2911" cy="856"/>
            </a:xfrm>
          </p:grpSpPr>
          <p:sp>
            <p:nvSpPr>
              <p:cNvPr id="225358" name="矩形 225357"/>
              <p:cNvSpPr/>
              <p:nvPr/>
            </p:nvSpPr>
            <p:spPr>
              <a:xfrm>
                <a:off x="2487" y="2520"/>
                <a:ext cx="550" cy="423"/>
              </a:xfrm>
              <a:prstGeom prst="rect">
                <a:avLst/>
              </a:prstGeom>
              <a:solidFill>
                <a:srgbClr val="FFE5D0"/>
              </a:solidFill>
              <a:ln w="12700">
                <a:noFill/>
              </a:ln>
            </p:spPr>
            <p:txBody>
              <a:bodyPr/>
              <a:p>
                <a:endParaRPr lang="zh-CN" altLang="en-US"/>
              </a:p>
            </p:txBody>
          </p:sp>
          <p:sp>
            <p:nvSpPr>
              <p:cNvPr id="225359" name="矩形 225358"/>
              <p:cNvSpPr/>
              <p:nvPr/>
            </p:nvSpPr>
            <p:spPr>
              <a:xfrm>
                <a:off x="3077" y="2520"/>
                <a:ext cx="550" cy="423"/>
              </a:xfrm>
              <a:prstGeom prst="rect">
                <a:avLst/>
              </a:prstGeom>
              <a:solidFill>
                <a:srgbClr val="FFE5D0"/>
              </a:solidFill>
              <a:ln w="12700">
                <a:noFill/>
              </a:ln>
            </p:spPr>
            <p:txBody>
              <a:bodyPr/>
              <a:p>
                <a:endParaRPr lang="zh-CN" altLang="en-US"/>
              </a:p>
            </p:txBody>
          </p:sp>
          <p:sp>
            <p:nvSpPr>
              <p:cNvPr id="225360" name="矩形 225359"/>
              <p:cNvSpPr/>
              <p:nvPr/>
            </p:nvSpPr>
            <p:spPr>
              <a:xfrm>
                <a:off x="3667" y="2520"/>
                <a:ext cx="550" cy="423"/>
              </a:xfrm>
              <a:prstGeom prst="rect">
                <a:avLst/>
              </a:prstGeom>
              <a:solidFill>
                <a:srgbClr val="FFE5D0"/>
              </a:solidFill>
              <a:ln w="12700">
                <a:noFill/>
              </a:ln>
            </p:spPr>
            <p:txBody>
              <a:bodyPr/>
              <a:p>
                <a:endParaRPr lang="zh-CN" altLang="en-US"/>
              </a:p>
            </p:txBody>
          </p:sp>
          <p:sp>
            <p:nvSpPr>
              <p:cNvPr id="225361" name="矩形 225360"/>
              <p:cNvSpPr/>
              <p:nvPr/>
            </p:nvSpPr>
            <p:spPr>
              <a:xfrm>
                <a:off x="4257" y="2520"/>
                <a:ext cx="550" cy="423"/>
              </a:xfrm>
              <a:prstGeom prst="rect">
                <a:avLst/>
              </a:prstGeom>
              <a:solidFill>
                <a:srgbClr val="FFE5D0"/>
              </a:solidFill>
              <a:ln w="12700">
                <a:noFill/>
              </a:ln>
            </p:spPr>
            <p:txBody>
              <a:bodyPr/>
              <a:p>
                <a:endParaRPr lang="zh-CN" altLang="en-US"/>
              </a:p>
            </p:txBody>
          </p:sp>
          <p:sp>
            <p:nvSpPr>
              <p:cNvPr id="225362" name="矩形 225361"/>
              <p:cNvSpPr/>
              <p:nvPr/>
            </p:nvSpPr>
            <p:spPr>
              <a:xfrm>
                <a:off x="4848" y="2520"/>
                <a:ext cx="550" cy="423"/>
              </a:xfrm>
              <a:prstGeom prst="rect">
                <a:avLst/>
              </a:prstGeom>
              <a:solidFill>
                <a:srgbClr val="FFE5D0"/>
              </a:solidFill>
              <a:ln w="12700">
                <a:noFill/>
              </a:ln>
            </p:spPr>
            <p:txBody>
              <a:bodyPr/>
              <a:p>
                <a:endParaRPr lang="zh-CN" altLang="en-US"/>
              </a:p>
            </p:txBody>
          </p:sp>
          <p:sp>
            <p:nvSpPr>
              <p:cNvPr id="225363" name="椭圆 225362"/>
              <p:cNvSpPr/>
              <p:nvPr/>
            </p:nvSpPr>
            <p:spPr>
              <a:xfrm>
                <a:off x="3303" y="2966"/>
                <a:ext cx="98" cy="98"/>
              </a:xfrm>
              <a:prstGeom prst="ellipse">
                <a:avLst/>
              </a:prstGeom>
              <a:solidFill>
                <a:srgbClr val="00A9DA"/>
              </a:solidFill>
              <a:ln w="12700">
                <a:noFill/>
              </a:ln>
            </p:spPr>
            <p:txBody>
              <a:bodyPr/>
              <a:p>
                <a:endParaRPr lang="zh-CN" altLang="en-US"/>
              </a:p>
            </p:txBody>
          </p:sp>
          <p:sp>
            <p:nvSpPr>
              <p:cNvPr id="225364" name="椭圆 225363"/>
              <p:cNvSpPr/>
              <p:nvPr/>
            </p:nvSpPr>
            <p:spPr>
              <a:xfrm>
                <a:off x="3893" y="2966"/>
                <a:ext cx="98" cy="98"/>
              </a:xfrm>
              <a:prstGeom prst="ellipse">
                <a:avLst/>
              </a:prstGeom>
              <a:solidFill>
                <a:srgbClr val="00A9DA"/>
              </a:solidFill>
              <a:ln w="12700">
                <a:noFill/>
              </a:ln>
            </p:spPr>
            <p:txBody>
              <a:bodyPr/>
              <a:p>
                <a:endParaRPr lang="zh-CN" altLang="en-US"/>
              </a:p>
            </p:txBody>
          </p:sp>
          <p:sp>
            <p:nvSpPr>
              <p:cNvPr id="225365" name="任意多边形 225364"/>
              <p:cNvSpPr/>
              <p:nvPr/>
            </p:nvSpPr>
            <p:spPr>
              <a:xfrm>
                <a:off x="2711" y="2976"/>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5366" name="任意多边形 225365"/>
              <p:cNvSpPr/>
              <p:nvPr/>
            </p:nvSpPr>
            <p:spPr>
              <a:xfrm>
                <a:off x="5065" y="2976"/>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225367" name="矩形 225366"/>
              <p:cNvSpPr/>
              <p:nvPr/>
            </p:nvSpPr>
            <p:spPr>
              <a:xfrm>
                <a:off x="4480" y="2960"/>
                <a:ext cx="104" cy="104"/>
              </a:xfrm>
              <a:prstGeom prst="rect">
                <a:avLst/>
              </a:prstGeom>
              <a:solidFill>
                <a:srgbClr val="D0A4B1"/>
              </a:solidFill>
              <a:ln w="12700">
                <a:noFill/>
              </a:ln>
            </p:spPr>
            <p:txBody>
              <a:bodyPr/>
              <a:p>
                <a:endParaRPr lang="zh-CN" altLang="en-US"/>
              </a:p>
            </p:txBody>
          </p:sp>
          <p:sp>
            <p:nvSpPr>
              <p:cNvPr id="225368" name="文本框 225367"/>
              <p:cNvSpPr txBox="1"/>
              <p:nvPr/>
            </p:nvSpPr>
            <p:spPr>
              <a:xfrm>
                <a:off x="3648" y="2208"/>
                <a:ext cx="698" cy="288"/>
              </a:xfrm>
              <a:prstGeom prst="rect">
                <a:avLst/>
              </a:prstGeom>
              <a:noFill/>
              <a:ln w="12700">
                <a:noFill/>
              </a:ln>
            </p:spPr>
            <p:txBody>
              <a:bodyPr wrap="none" anchor="t">
                <a:spAutoFit/>
              </a:bodyPr>
              <a:p>
                <a:pPr defTabSz="762000" eaLnBrk="0" hangingPunct="0"/>
                <a:r>
                  <a:rPr lang="zh-CN" altLang="zh-CN" sz="2400" dirty="0">
                    <a:latin typeface="Arial" panose="020B0604020202020204" pitchFamily="34" charset="0"/>
                    <a:ea typeface="楷体_GB2312" pitchFamily="49" charset="-122"/>
                  </a:rPr>
                  <a:t>服务</a:t>
                </a:r>
                <a:r>
                  <a:rPr lang="zh-CN" altLang="en-US" sz="2400" dirty="0">
                    <a:latin typeface="Arial" panose="020B0604020202020204" pitchFamily="34" charset="0"/>
                    <a:ea typeface="楷体_GB2312" pitchFamily="49" charset="-122"/>
                  </a:rPr>
                  <a:t>台</a:t>
                </a:r>
                <a:endParaRPr lang="zh-CN" altLang="en-US" sz="2400" dirty="0">
                  <a:latin typeface="Arial" panose="020B0604020202020204" pitchFamily="34" charset="0"/>
                  <a:ea typeface="楷体_GB2312" pitchFamily="49" charset="-122"/>
                </a:endParaRPr>
              </a:p>
            </p:txBody>
          </p:sp>
        </p:grpSp>
      </p:grpSp>
      <p:sp>
        <p:nvSpPr>
          <p:cNvPr id="225369" name="文本框 225368"/>
          <p:cNvSpPr txBox="1"/>
          <p:nvPr/>
        </p:nvSpPr>
        <p:spPr>
          <a:xfrm>
            <a:off x="1295400" y="4876800"/>
            <a:ext cx="2139950" cy="519113"/>
          </a:xfrm>
          <a:prstGeom prst="rect">
            <a:avLst/>
          </a:prstGeom>
          <a:noFill/>
          <a:ln w="12700">
            <a:noFill/>
          </a:ln>
        </p:spPr>
        <p:txBody>
          <a:bodyPr wrap="none" anchor="t">
            <a:spAutoFit/>
          </a:bodyPr>
          <a:p>
            <a:pPr defTabSz="762000" eaLnBrk="0" hangingPunct="0"/>
            <a:r>
              <a:rPr lang="zh-CN" altLang="en-US" sz="2800">
                <a:solidFill>
                  <a:srgbClr val="660033"/>
                </a:solidFill>
                <a:latin typeface="楷体_GB2312" pitchFamily="49" charset="-122"/>
                <a:ea typeface="楷体_GB2312" pitchFamily="49" charset="-122"/>
              </a:rPr>
              <a:t>(</a:t>
            </a:r>
            <a:r>
              <a:rPr lang="en-US" altLang="zh-CN" sz="2800">
                <a:solidFill>
                  <a:srgbClr val="660033"/>
                </a:solidFill>
                <a:latin typeface="楷体_GB2312" pitchFamily="49" charset="-122"/>
                <a:ea typeface="楷体_GB2312" pitchFamily="49" charset="-122"/>
              </a:rPr>
              <a:t>g</a:t>
            </a:r>
            <a:r>
              <a:rPr lang="en-US" altLang="en-US" sz="2800">
                <a:solidFill>
                  <a:srgbClr val="660033"/>
                </a:solidFill>
                <a:latin typeface="楷体_GB2312" pitchFamily="49" charset="-122"/>
                <a:ea typeface="楷体_GB2312" pitchFamily="49" charset="-122"/>
              </a:rPr>
              <a:t>) </a:t>
            </a:r>
            <a:r>
              <a:rPr lang="en-US" altLang="zh-CN" sz="2800">
                <a:solidFill>
                  <a:srgbClr val="660033"/>
                </a:solidFill>
                <a:latin typeface="楷体_GB2312" pitchFamily="49" charset="-122"/>
                <a:ea typeface="楷体_GB2312" pitchFamily="49" charset="-122"/>
              </a:rPr>
              <a:t>s</a:t>
            </a:r>
            <a:r>
              <a:rPr lang="zh-CN" altLang="zh-CN" sz="2800">
                <a:solidFill>
                  <a:srgbClr val="660033"/>
                </a:solidFill>
                <a:latin typeface="楷体_GB2312" pitchFamily="49" charset="-122"/>
                <a:ea typeface="楷体_GB2312" pitchFamily="49" charset="-122"/>
              </a:rPr>
              <a:t>个</a:t>
            </a:r>
            <a:r>
              <a:rPr lang="zh-CN" altLang="en-US" sz="2800" dirty="0">
                <a:solidFill>
                  <a:srgbClr val="660033"/>
                </a:solidFill>
                <a:latin typeface="楷体_GB2312" pitchFamily="49" charset="-122"/>
                <a:ea typeface="楷体_GB2312" pitchFamily="49" charset="-122"/>
              </a:rPr>
              <a:t>队列</a:t>
            </a:r>
            <a:endParaRPr lang="zh-CN" altLang="en-US" sz="2800" dirty="0">
              <a:solidFill>
                <a:srgbClr val="660033"/>
              </a:solidFill>
              <a:latin typeface="楷体_GB2312" pitchFamily="49" charset="-122"/>
              <a:ea typeface="楷体_GB2312" pitchFamily="49" charset="-122"/>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25283"/>
                                        </p:tgtEl>
                                        <p:attrNameLst>
                                          <p:attrName>style.visibility</p:attrName>
                                        </p:attrNameLst>
                                      </p:cBhvr>
                                      <p:to>
                                        <p:strVal val="visible"/>
                                      </p:to>
                                    </p:set>
                                    <p:anim calcmode="lin" valueType="num">
                                      <p:cBhvr additive="base">
                                        <p:cTn id="7" dur="500" fill="hold"/>
                                        <p:tgtEl>
                                          <p:spTgt spid="225283"/>
                                        </p:tgtEl>
                                        <p:attrNameLst>
                                          <p:attrName>ppt_x</p:attrName>
                                        </p:attrNameLst>
                                      </p:cBhvr>
                                      <p:tavLst>
                                        <p:tav tm="0">
                                          <p:val>
                                            <p:strVal val="1+#ppt_w/2"/>
                                          </p:val>
                                        </p:tav>
                                        <p:tav tm="100000">
                                          <p:val>
                                            <p:strVal val="#ppt_x"/>
                                          </p:val>
                                        </p:tav>
                                      </p:tavLst>
                                    </p:anim>
                                    <p:anim calcmode="lin" valueType="num">
                                      <p:cBhvr additive="base">
                                        <p:cTn id="8" dur="500" fill="hold"/>
                                        <p:tgtEl>
                                          <p:spTgt spid="22528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5326"/>
                                        </p:tgtEl>
                                        <p:attrNameLst>
                                          <p:attrName>style.visibility</p:attrName>
                                        </p:attrNameLst>
                                      </p:cBhvr>
                                      <p:to>
                                        <p:strVal val="visible"/>
                                      </p:to>
                                    </p:set>
                                    <p:anim calcmode="lin" valueType="num">
                                      <p:cBhvr additive="base">
                                        <p:cTn id="13" dur="500" fill="hold"/>
                                        <p:tgtEl>
                                          <p:spTgt spid="225326"/>
                                        </p:tgtEl>
                                        <p:attrNameLst>
                                          <p:attrName>ppt_x</p:attrName>
                                        </p:attrNameLst>
                                      </p:cBhvr>
                                      <p:tavLst>
                                        <p:tav tm="0">
                                          <p:val>
                                            <p:strVal val="#ppt_x"/>
                                          </p:val>
                                        </p:tav>
                                        <p:tav tm="100000">
                                          <p:val>
                                            <p:strVal val="#ppt_x"/>
                                          </p:val>
                                        </p:tav>
                                      </p:tavLst>
                                    </p:anim>
                                    <p:anim calcmode="lin" valueType="num">
                                      <p:cBhvr additive="base">
                                        <p:cTn id="14" dur="500" fill="hold"/>
                                        <p:tgtEl>
                                          <p:spTgt spid="2253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06" name="标题 226305"/>
          <p:cNvSpPr>
            <a:spLocks noGrp="1"/>
          </p:cNvSpPr>
          <p:nvPr>
            <p:ph type="title"/>
          </p:nvPr>
        </p:nvSpPr>
        <p:spPr/>
        <p:txBody>
          <a:bodyPr anchor="b"/>
          <a:p>
            <a:r>
              <a:rPr lang="zh-CN" altLang="en-US" dirty="0"/>
              <a:t> </a:t>
            </a:r>
            <a:endParaRPr lang="zh-CN" altLang="en-US" dirty="0"/>
          </a:p>
        </p:txBody>
      </p:sp>
      <p:sp>
        <p:nvSpPr>
          <p:cNvPr id="226307" name="文本占位符 226306"/>
          <p:cNvSpPr>
            <a:spLocks noGrp="1"/>
          </p:cNvSpPr>
          <p:nvPr>
            <p:ph type="body" idx="1"/>
          </p:nvPr>
        </p:nvSpPr>
        <p:spPr>
          <a:xfrm>
            <a:off x="588010" y="2201545"/>
            <a:ext cx="7772400" cy="3886200"/>
          </a:xfrm>
        </p:spPr>
        <p:txBody>
          <a:bodyPr/>
          <a:p>
            <a:r>
              <a:rPr lang="zh-CN" altLang="en-US" sz="2800" b="1" dirty="0">
                <a:solidFill>
                  <a:srgbClr val="660033"/>
                </a:solidFill>
              </a:rPr>
              <a:t>输入过程</a:t>
            </a:r>
            <a:endParaRPr lang="zh-CN" altLang="en-US" sz="2800" b="1" dirty="0">
              <a:solidFill>
                <a:srgbClr val="660033"/>
              </a:solidFill>
            </a:endParaRPr>
          </a:p>
          <a:p>
            <a:pPr lvl="1"/>
            <a:r>
              <a:rPr lang="zh-CN" altLang="en-US" sz="2400" b="1" dirty="0"/>
              <a:t>顾客总体:有限,无限.</a:t>
            </a:r>
            <a:endParaRPr lang="zh-CN" altLang="en-US" sz="2400" b="1" dirty="0"/>
          </a:p>
          <a:p>
            <a:pPr lvl="1"/>
            <a:r>
              <a:rPr lang="zh-CN" altLang="en-US" sz="2400" b="1" dirty="0"/>
              <a:t>顾客到达方式:单个,成批.</a:t>
            </a:r>
            <a:endParaRPr lang="zh-CN" altLang="en-US" sz="2400" b="1" dirty="0"/>
          </a:p>
          <a:p>
            <a:pPr lvl="1"/>
            <a:r>
              <a:rPr lang="zh-CN" altLang="en-US" sz="2400" b="1" dirty="0">
                <a:solidFill>
                  <a:schemeClr val="hlink"/>
                </a:solidFill>
              </a:rPr>
              <a:t>顾客到达间隔时间</a:t>
            </a:r>
            <a:r>
              <a:rPr lang="zh-CN" altLang="en-US" sz="2400" b="1" dirty="0"/>
              <a:t>: 确定的、 随机的.</a:t>
            </a:r>
            <a:endParaRPr lang="zh-CN" altLang="en-US" sz="2400" b="1" dirty="0"/>
          </a:p>
          <a:p>
            <a:pPr lvl="1"/>
            <a:r>
              <a:rPr lang="zh-CN" altLang="en-US" sz="2400" b="1" dirty="0"/>
              <a:t>顾客到达的独立性: 独立,不独立. </a:t>
            </a:r>
            <a:endParaRPr lang="zh-CN" altLang="en-US" sz="2400" b="1" dirty="0"/>
          </a:p>
          <a:p>
            <a:pPr lvl="1"/>
            <a:r>
              <a:rPr lang="zh-CN" altLang="en-US" sz="2400" b="1" dirty="0"/>
              <a:t>输入过程的平稳性: 与时间无关(平稳的), 与时间有关(非平稳的).</a:t>
            </a:r>
            <a:endParaRPr lang="zh-CN" altLang="en-US" sz="2400" b="1" dirty="0"/>
          </a:p>
        </p:txBody>
      </p:sp>
      <p:sp>
        <p:nvSpPr>
          <p:cNvPr id="226308" name="矩形 226307"/>
          <p:cNvSpPr/>
          <p:nvPr/>
        </p:nvSpPr>
        <p:spPr>
          <a:xfrm>
            <a:off x="1281748" y="944245"/>
            <a:ext cx="7239000" cy="990600"/>
          </a:xfrm>
          <a:prstGeom prst="rect">
            <a:avLst/>
          </a:prstGeom>
          <a:noFill/>
          <a:ln w="12700">
            <a:noFill/>
          </a:ln>
        </p:spPr>
        <p:txBody>
          <a:bodyPr lIns="90488" tIns="44450" rIns="90488" bIns="44450" anchor="ctr"/>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en-US" altLang="zh-CN" sz="4000" b="1" i="1">
                <a:latin typeface="楷体_GB2312" pitchFamily="49" charset="-122"/>
                <a:ea typeface="楷体_GB2312" pitchFamily="49" charset="-122"/>
              </a:rPr>
              <a:t>2.2</a:t>
            </a:r>
            <a:r>
              <a:rPr lang="zh-CN" altLang="en-US" sz="4000" b="1" i="1" dirty="0">
                <a:latin typeface="楷体_GB2312" pitchFamily="49" charset="-122"/>
                <a:ea typeface="楷体_GB2312" pitchFamily="49" charset="-122"/>
              </a:rPr>
              <a:t>、 排队系统的组成和特征</a:t>
            </a:r>
            <a:endParaRPr lang="en-AU" altLang="en-US" sz="4000" b="1" i="1"/>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26307">
                                            <p:txEl>
                                              <p:charRg st="0" end="5"/>
                                            </p:txEl>
                                          </p:spTgt>
                                        </p:tgtEl>
                                        <p:attrNameLst>
                                          <p:attrName>style.visibility</p:attrName>
                                        </p:attrNameLst>
                                      </p:cBhvr>
                                      <p:to>
                                        <p:strVal val="visible"/>
                                      </p:to>
                                    </p:set>
                                    <p:animEffect transition="in" filter="slide(fromLeft)">
                                      <p:cBhvr>
                                        <p:cTn id="7" dur="500"/>
                                        <p:tgtEl>
                                          <p:spTgt spid="226307">
                                            <p:txEl>
                                              <p:charRg st="0"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226307">
                                            <p:txEl>
                                              <p:charRg st="5" end="17"/>
                                            </p:txEl>
                                          </p:spTgt>
                                        </p:tgtEl>
                                        <p:attrNameLst>
                                          <p:attrName>style.visibility</p:attrName>
                                        </p:attrNameLst>
                                      </p:cBhvr>
                                      <p:to>
                                        <p:strVal val="visible"/>
                                      </p:to>
                                    </p:set>
                                    <p:animEffect transition="in" filter="slide(fromLeft)">
                                      <p:cBhvr>
                                        <p:cTn id="12" dur="500"/>
                                        <p:tgtEl>
                                          <p:spTgt spid="226307">
                                            <p:txEl>
                                              <p:charRg st="5" end="1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226307">
                                            <p:txEl>
                                              <p:charRg st="17" end="31"/>
                                            </p:txEl>
                                          </p:spTgt>
                                        </p:tgtEl>
                                        <p:attrNameLst>
                                          <p:attrName>style.visibility</p:attrName>
                                        </p:attrNameLst>
                                      </p:cBhvr>
                                      <p:to>
                                        <p:strVal val="visible"/>
                                      </p:to>
                                    </p:set>
                                    <p:animEffect transition="in" filter="slide(fromLeft)">
                                      <p:cBhvr>
                                        <p:cTn id="17" dur="500"/>
                                        <p:tgtEl>
                                          <p:spTgt spid="226307">
                                            <p:txEl>
                                              <p:charRg st="17" end="3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grpId="0" nodeType="clickEffect">
                                  <p:stCondLst>
                                    <p:cond delay="0"/>
                                  </p:stCondLst>
                                  <p:childTnLst>
                                    <p:set>
                                      <p:cBhvr>
                                        <p:cTn id="21" dur="1" fill="hold">
                                          <p:stCondLst>
                                            <p:cond delay="0"/>
                                          </p:stCondLst>
                                        </p:cTn>
                                        <p:tgtEl>
                                          <p:spTgt spid="226307">
                                            <p:txEl>
                                              <p:charRg st="31" end="51"/>
                                            </p:txEl>
                                          </p:spTgt>
                                        </p:tgtEl>
                                        <p:attrNameLst>
                                          <p:attrName>style.visibility</p:attrName>
                                        </p:attrNameLst>
                                      </p:cBhvr>
                                      <p:to>
                                        <p:strVal val="visible"/>
                                      </p:to>
                                    </p:set>
                                    <p:animEffect transition="in" filter="slide(fromLeft)">
                                      <p:cBhvr>
                                        <p:cTn id="22" dur="500"/>
                                        <p:tgtEl>
                                          <p:spTgt spid="226307">
                                            <p:txEl>
                                              <p:charRg st="31" end="5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226307">
                                            <p:txEl>
                                              <p:charRg st="51" end="70"/>
                                            </p:txEl>
                                          </p:spTgt>
                                        </p:tgtEl>
                                        <p:attrNameLst>
                                          <p:attrName>style.visibility</p:attrName>
                                        </p:attrNameLst>
                                      </p:cBhvr>
                                      <p:to>
                                        <p:strVal val="visible"/>
                                      </p:to>
                                    </p:set>
                                    <p:animEffect transition="in" filter="slide(fromLeft)">
                                      <p:cBhvr>
                                        <p:cTn id="27" dur="500"/>
                                        <p:tgtEl>
                                          <p:spTgt spid="226307">
                                            <p:txEl>
                                              <p:charRg st="51" end="7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grpId="0" nodeType="clickEffect">
                                  <p:stCondLst>
                                    <p:cond delay="0"/>
                                  </p:stCondLst>
                                  <p:childTnLst>
                                    <p:set>
                                      <p:cBhvr>
                                        <p:cTn id="31" dur="1" fill="hold">
                                          <p:stCondLst>
                                            <p:cond delay="0"/>
                                          </p:stCondLst>
                                        </p:cTn>
                                        <p:tgtEl>
                                          <p:spTgt spid="226307">
                                            <p:txEl>
                                              <p:charRg st="70" end="105"/>
                                            </p:txEl>
                                          </p:spTgt>
                                        </p:tgtEl>
                                        <p:attrNameLst>
                                          <p:attrName>style.visibility</p:attrName>
                                        </p:attrNameLst>
                                      </p:cBhvr>
                                      <p:to>
                                        <p:strVal val="visible"/>
                                      </p:to>
                                    </p:set>
                                    <p:animEffect transition="in" filter="slide(fromLeft)">
                                      <p:cBhvr>
                                        <p:cTn id="32" dur="500"/>
                                        <p:tgtEl>
                                          <p:spTgt spid="226307">
                                            <p:txEl>
                                              <p:charRg st="70" end="10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307" grpId="0" bldLvl="2"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7330" name="内容占位符 227329"/>
          <p:cNvSpPr>
            <a:spLocks noGrp="1"/>
          </p:cNvSpPr>
          <p:nvPr>
            <p:ph/>
          </p:nvPr>
        </p:nvSpPr>
        <p:spPr>
          <a:xfrm>
            <a:off x="1258888" y="836613"/>
            <a:ext cx="5832475" cy="904875"/>
          </a:xfrm>
        </p:spPr>
        <p:txBody>
          <a:bodyPr/>
          <a:p>
            <a:pPr lvl="1"/>
            <a:r>
              <a:rPr lang="zh-CN" altLang="en-US" b="1" dirty="0">
                <a:solidFill>
                  <a:schemeClr val="tx2"/>
                </a:solidFill>
              </a:rPr>
              <a:t>顾客到达时间间隔的分布:</a:t>
            </a:r>
            <a:endParaRPr lang="zh-CN" altLang="en-US" dirty="0">
              <a:solidFill>
                <a:schemeClr val="tx2"/>
              </a:solidFill>
            </a:endParaRPr>
          </a:p>
        </p:txBody>
      </p:sp>
      <p:grpSp>
        <p:nvGrpSpPr>
          <p:cNvPr id="227335" name="组合 227334"/>
          <p:cNvGrpSpPr/>
          <p:nvPr/>
        </p:nvGrpSpPr>
        <p:grpSpPr>
          <a:xfrm>
            <a:off x="755650" y="3933825"/>
            <a:ext cx="7735888" cy="587376"/>
            <a:chOff x="383" y="2060"/>
            <a:chExt cx="4873" cy="370"/>
          </a:xfrm>
        </p:grpSpPr>
        <p:graphicFrame>
          <p:nvGraphicFramePr>
            <p:cNvPr id="227336" name="对象 227335"/>
            <p:cNvGraphicFramePr/>
            <p:nvPr/>
          </p:nvGraphicFramePr>
          <p:xfrm>
            <a:off x="2832" y="2060"/>
            <a:ext cx="95" cy="199"/>
          </p:xfrm>
          <a:graphic>
            <a:graphicData uri="http://schemas.openxmlformats.org/presentationml/2006/ole">
              <mc:AlternateContent xmlns:mc="http://schemas.openxmlformats.org/markup-compatibility/2006">
                <mc:Choice xmlns:v="urn:schemas-microsoft-com:vml" Requires="v">
                  <p:oleObj spid="_x0000_s3163" name="" r:id="rId1" imgW="152400" imgH="317500" progId="Equation.3">
                    <p:embed/>
                  </p:oleObj>
                </mc:Choice>
                <mc:Fallback>
                  <p:oleObj name="" r:id="rId1" imgW="152400" imgH="317500" progId="Equation.3">
                    <p:embed/>
                    <p:pic>
                      <p:nvPicPr>
                        <p:cNvPr id="0" name="图片 3162"/>
                        <p:cNvPicPr/>
                        <p:nvPr/>
                      </p:nvPicPr>
                      <p:blipFill>
                        <a:blip r:embed="rId2"/>
                        <a:stretch>
                          <a:fillRect/>
                        </a:stretch>
                      </p:blipFill>
                      <p:spPr>
                        <a:xfrm>
                          <a:off x="2832" y="2060"/>
                          <a:ext cx="95" cy="199"/>
                        </a:xfrm>
                        <a:prstGeom prst="rect">
                          <a:avLst/>
                        </a:prstGeom>
                        <a:noFill/>
                        <a:ln w="38100">
                          <a:noFill/>
                          <a:miter/>
                        </a:ln>
                      </p:spPr>
                    </p:pic>
                  </p:oleObj>
                </mc:Fallback>
              </mc:AlternateContent>
            </a:graphicData>
          </a:graphic>
        </p:graphicFrame>
        <p:sp>
          <p:nvSpPr>
            <p:cNvPr id="227337" name="文本框 227336"/>
            <p:cNvSpPr txBox="1"/>
            <p:nvPr/>
          </p:nvSpPr>
          <p:spPr>
            <a:xfrm>
              <a:off x="660" y="2103"/>
              <a:ext cx="4596" cy="327"/>
            </a:xfrm>
            <a:prstGeom prst="rect">
              <a:avLst/>
            </a:prstGeom>
            <a:noFill/>
            <a:ln w="9525">
              <a:noFill/>
            </a:ln>
          </p:spPr>
          <p:txBody>
            <a:bodyPr wrap="none" anchor="t">
              <a:spAutoFit/>
            </a:bodyPr>
            <a:p>
              <a:r>
                <a:rPr lang="zh-CN" altLang="en-US" sz="2800" dirty="0">
                  <a:latin typeface="楷体_GB2312" pitchFamily="49" charset="-122"/>
                  <a:ea typeface="楷体_GB2312" pitchFamily="49" charset="-122"/>
                </a:rPr>
                <a:t>：第</a:t>
              </a:r>
              <a:r>
                <a:rPr lang="en-US" altLang="zh-CN" sz="2800">
                  <a:latin typeface="楷体_GB2312" pitchFamily="49" charset="-122"/>
                  <a:ea typeface="楷体_GB2312" pitchFamily="49" charset="-122"/>
                </a:rPr>
                <a:t>n</a:t>
              </a:r>
              <a:r>
                <a:rPr lang="zh-CN" altLang="en-US" sz="2800" dirty="0">
                  <a:latin typeface="楷体_GB2312" pitchFamily="49" charset="-122"/>
                  <a:ea typeface="楷体_GB2312" pitchFamily="49" charset="-122"/>
                </a:rPr>
                <a:t>个顾客与第</a:t>
              </a:r>
              <a:r>
                <a:rPr lang="en-US" altLang="zh-CN" sz="2800">
                  <a:latin typeface="楷体_GB2312" pitchFamily="49" charset="-122"/>
                  <a:ea typeface="楷体_GB2312" pitchFamily="49" charset="-122"/>
                </a:rPr>
                <a:t>n-1</a:t>
              </a:r>
              <a:r>
                <a:rPr lang="zh-CN" altLang="en-US" sz="2800" dirty="0">
                  <a:latin typeface="楷体_GB2312" pitchFamily="49" charset="-122"/>
                  <a:ea typeface="楷体_GB2312" pitchFamily="49" charset="-122"/>
                </a:rPr>
                <a:t>个顾客到达的时间间隔；</a:t>
              </a:r>
              <a:endParaRPr lang="zh-CN" altLang="en-US" sz="2400" b="0" dirty="0">
                <a:latin typeface="Times New Roman" panose="02020603050405020304" pitchFamily="18" charset="0"/>
              </a:endParaRPr>
            </a:p>
          </p:txBody>
        </p:sp>
        <p:graphicFrame>
          <p:nvGraphicFramePr>
            <p:cNvPr id="227338" name="对象 227337"/>
            <p:cNvGraphicFramePr/>
            <p:nvPr/>
          </p:nvGraphicFramePr>
          <p:xfrm>
            <a:off x="383" y="2064"/>
            <a:ext cx="359" cy="349"/>
          </p:xfrm>
          <a:graphic>
            <a:graphicData uri="http://schemas.openxmlformats.org/presentationml/2006/ole">
              <mc:AlternateContent xmlns:mc="http://schemas.openxmlformats.org/markup-compatibility/2006">
                <mc:Choice xmlns:v="urn:schemas-microsoft-com:vml" Requires="v">
                  <p:oleObj spid="_x0000_s3159" name="" r:id="rId3" imgW="317500" imgH="330200" progId="Equation.3">
                    <p:embed/>
                  </p:oleObj>
                </mc:Choice>
                <mc:Fallback>
                  <p:oleObj name="" r:id="rId3" imgW="317500" imgH="330200" progId="Equation.3">
                    <p:embed/>
                    <p:pic>
                      <p:nvPicPr>
                        <p:cNvPr id="0" name="图片 3158"/>
                        <p:cNvPicPr/>
                        <p:nvPr/>
                      </p:nvPicPr>
                      <p:blipFill>
                        <a:blip r:embed="rId4">
                          <a:clrChange>
                            <a:clrFrom>
                              <a:srgbClr val="000000"/>
                            </a:clrFrom>
                            <a:clrTo>
                              <a:srgbClr val="000000"/>
                            </a:clrTo>
                          </a:clrChange>
                        </a:blip>
                        <a:stretch>
                          <a:fillRect/>
                        </a:stretch>
                      </p:blipFill>
                      <p:spPr>
                        <a:xfrm>
                          <a:off x="383" y="2064"/>
                          <a:ext cx="359" cy="349"/>
                        </a:xfrm>
                        <a:prstGeom prst="rect">
                          <a:avLst/>
                        </a:prstGeom>
                        <a:noFill/>
                        <a:ln w="38100">
                          <a:noFill/>
                          <a:miter/>
                        </a:ln>
                      </p:spPr>
                    </p:pic>
                  </p:oleObj>
                </mc:Fallback>
              </mc:AlternateContent>
            </a:graphicData>
          </a:graphic>
        </p:graphicFrame>
      </p:grpSp>
      <p:grpSp>
        <p:nvGrpSpPr>
          <p:cNvPr id="227359" name="组合 227358"/>
          <p:cNvGrpSpPr/>
          <p:nvPr/>
        </p:nvGrpSpPr>
        <p:grpSpPr>
          <a:xfrm>
            <a:off x="1368425" y="1839278"/>
            <a:ext cx="5722938" cy="1976437"/>
            <a:chOff x="528" y="816"/>
            <a:chExt cx="3605" cy="1245"/>
          </a:xfrm>
        </p:grpSpPr>
        <p:graphicFrame>
          <p:nvGraphicFramePr>
            <p:cNvPr id="227331" name="对象 227330"/>
            <p:cNvGraphicFramePr/>
            <p:nvPr/>
          </p:nvGraphicFramePr>
          <p:xfrm>
            <a:off x="1008" y="816"/>
            <a:ext cx="260" cy="349"/>
          </p:xfrm>
          <a:graphic>
            <a:graphicData uri="http://schemas.openxmlformats.org/presentationml/2006/ole">
              <mc:AlternateContent xmlns:mc="http://schemas.openxmlformats.org/markup-compatibility/2006">
                <mc:Choice xmlns:v="urn:schemas-microsoft-com:vml" Requires="v">
                  <p:oleObj spid="_x0000_s3162" name="" r:id="rId5" imgW="228600" imgH="330200" progId="Equation.3">
                    <p:embed/>
                  </p:oleObj>
                </mc:Choice>
                <mc:Fallback>
                  <p:oleObj name="" r:id="rId5" imgW="228600" imgH="330200" progId="Equation.3">
                    <p:embed/>
                    <p:pic>
                      <p:nvPicPr>
                        <p:cNvPr id="0" name="图片 3161"/>
                        <p:cNvPicPr/>
                        <p:nvPr/>
                      </p:nvPicPr>
                      <p:blipFill>
                        <a:blip r:embed="rId6">
                          <a:clrChange>
                            <a:clrFrom>
                              <a:srgbClr val="000000"/>
                            </a:clrFrom>
                            <a:clrTo>
                              <a:srgbClr val="000000"/>
                            </a:clrTo>
                          </a:clrChange>
                        </a:blip>
                        <a:stretch>
                          <a:fillRect/>
                        </a:stretch>
                      </p:blipFill>
                      <p:spPr>
                        <a:xfrm>
                          <a:off x="1008" y="816"/>
                          <a:ext cx="260" cy="349"/>
                        </a:xfrm>
                        <a:prstGeom prst="rect">
                          <a:avLst/>
                        </a:prstGeom>
                        <a:noFill/>
                        <a:ln w="38100">
                          <a:noFill/>
                          <a:miter/>
                        </a:ln>
                      </p:spPr>
                    </p:pic>
                  </p:oleObj>
                </mc:Fallback>
              </mc:AlternateContent>
            </a:graphicData>
          </a:graphic>
        </p:graphicFrame>
        <p:sp>
          <p:nvSpPr>
            <p:cNvPr id="227332" name="文本框 227331"/>
            <p:cNvSpPr txBox="1"/>
            <p:nvPr/>
          </p:nvSpPr>
          <p:spPr>
            <a:xfrm>
              <a:off x="1286" y="844"/>
              <a:ext cx="2692" cy="327"/>
            </a:xfrm>
            <a:prstGeom prst="rect">
              <a:avLst/>
            </a:prstGeom>
            <a:noFill/>
            <a:ln w="9525">
              <a:noFill/>
            </a:ln>
          </p:spPr>
          <p:txBody>
            <a:bodyPr wrap="none" anchor="t">
              <a:spAutoFit/>
            </a:bodyPr>
            <a:p>
              <a:r>
                <a:rPr lang="zh-CN" altLang="en-US" sz="2800" dirty="0">
                  <a:latin typeface="楷体_GB2312" pitchFamily="49" charset="-122"/>
                  <a:ea typeface="楷体_GB2312" pitchFamily="49" charset="-122"/>
                </a:rPr>
                <a:t>：第</a:t>
              </a:r>
              <a:r>
                <a:rPr lang="en-US" altLang="zh-CN" sz="2800">
                  <a:latin typeface="楷体_GB2312" pitchFamily="49" charset="-122"/>
                  <a:ea typeface="楷体_GB2312" pitchFamily="49" charset="-122"/>
                </a:rPr>
                <a:t>n</a:t>
              </a:r>
              <a:r>
                <a:rPr lang="zh-CN" altLang="en-US" sz="2800" dirty="0">
                  <a:latin typeface="楷体_GB2312" pitchFamily="49" charset="-122"/>
                  <a:ea typeface="楷体_GB2312" pitchFamily="49" charset="-122"/>
                </a:rPr>
                <a:t>个顾客到达的时刻；</a:t>
              </a:r>
              <a:endParaRPr lang="zh-CN" altLang="en-US" sz="2400" b="0" dirty="0">
                <a:latin typeface="Times New Roman" panose="02020603050405020304" pitchFamily="18" charset="0"/>
              </a:endParaRPr>
            </a:p>
          </p:txBody>
        </p:sp>
        <p:sp>
          <p:nvSpPr>
            <p:cNvPr id="227333" name="文本框 227332"/>
            <p:cNvSpPr txBox="1"/>
            <p:nvPr/>
          </p:nvSpPr>
          <p:spPr>
            <a:xfrm>
              <a:off x="528" y="816"/>
              <a:ext cx="340" cy="327"/>
            </a:xfrm>
            <a:prstGeom prst="rect">
              <a:avLst/>
            </a:prstGeom>
            <a:noFill/>
            <a:ln w="9525">
              <a:noFill/>
            </a:ln>
          </p:spPr>
          <p:txBody>
            <a:bodyPr wrap="none" anchor="t">
              <a:spAutoFit/>
            </a:bodyPr>
            <a:p>
              <a:r>
                <a:rPr lang="zh-CN" altLang="en-US" sz="2800" dirty="0">
                  <a:latin typeface="楷体_GB2312" pitchFamily="49" charset="-122"/>
                  <a:ea typeface="楷体_GB2312" pitchFamily="49" charset="-122"/>
                </a:rPr>
                <a:t>设</a:t>
              </a:r>
              <a:endParaRPr lang="zh-CN" altLang="en-US" sz="2400" b="0" dirty="0">
                <a:latin typeface="Times New Roman" panose="02020603050405020304" pitchFamily="18" charset="0"/>
              </a:endParaRPr>
            </a:p>
          </p:txBody>
        </p:sp>
        <p:graphicFrame>
          <p:nvGraphicFramePr>
            <p:cNvPr id="227334" name="对象 227333"/>
            <p:cNvGraphicFramePr/>
            <p:nvPr/>
          </p:nvGraphicFramePr>
          <p:xfrm>
            <a:off x="1158" y="1232"/>
            <a:ext cx="2788" cy="349"/>
          </p:xfrm>
          <a:graphic>
            <a:graphicData uri="http://schemas.openxmlformats.org/presentationml/2006/ole">
              <mc:AlternateContent xmlns:mc="http://schemas.openxmlformats.org/markup-compatibility/2006">
                <mc:Choice xmlns:v="urn:schemas-microsoft-com:vml" Requires="v">
                  <p:oleObj spid="_x0000_s3164" name="" r:id="rId7" imgW="2449830" imgH="330200" progId="Equation.3">
                    <p:embed/>
                  </p:oleObj>
                </mc:Choice>
                <mc:Fallback>
                  <p:oleObj name="" r:id="rId7" imgW="2449830" imgH="330200" progId="Equation.3">
                    <p:embed/>
                    <p:pic>
                      <p:nvPicPr>
                        <p:cNvPr id="0" name="图片 3163"/>
                        <p:cNvPicPr/>
                        <p:nvPr/>
                      </p:nvPicPr>
                      <p:blipFill>
                        <a:blip r:embed="rId8">
                          <a:clrChange>
                            <a:clrFrom>
                              <a:srgbClr val="000000"/>
                            </a:clrFrom>
                            <a:clrTo>
                              <a:srgbClr val="000000"/>
                            </a:clrTo>
                          </a:clrChange>
                        </a:blip>
                        <a:stretch>
                          <a:fillRect/>
                        </a:stretch>
                      </p:blipFill>
                      <p:spPr>
                        <a:xfrm>
                          <a:off x="1158" y="1232"/>
                          <a:ext cx="2788" cy="349"/>
                        </a:xfrm>
                        <a:prstGeom prst="rect">
                          <a:avLst/>
                        </a:prstGeom>
                        <a:noFill/>
                        <a:ln w="38100">
                          <a:noFill/>
                          <a:miter/>
                        </a:ln>
                      </p:spPr>
                    </p:pic>
                  </p:oleObj>
                </mc:Fallback>
              </mc:AlternateContent>
            </a:graphicData>
          </a:graphic>
        </p:graphicFrame>
        <p:grpSp>
          <p:nvGrpSpPr>
            <p:cNvPr id="227339" name="组合 227338"/>
            <p:cNvGrpSpPr/>
            <p:nvPr/>
          </p:nvGrpSpPr>
          <p:grpSpPr>
            <a:xfrm>
              <a:off x="858" y="1712"/>
              <a:ext cx="3275" cy="349"/>
              <a:chOff x="618" y="1520"/>
              <a:chExt cx="3275" cy="349"/>
            </a:xfrm>
          </p:grpSpPr>
          <p:graphicFrame>
            <p:nvGraphicFramePr>
              <p:cNvPr id="227340" name="对象 227339"/>
              <p:cNvGraphicFramePr/>
              <p:nvPr/>
            </p:nvGraphicFramePr>
            <p:xfrm>
              <a:off x="1062" y="1520"/>
              <a:ext cx="2831" cy="349"/>
            </p:xfrm>
            <a:graphic>
              <a:graphicData uri="http://schemas.openxmlformats.org/presentationml/2006/ole">
                <mc:AlternateContent xmlns:mc="http://schemas.openxmlformats.org/markup-compatibility/2006">
                  <mc:Choice xmlns:v="urn:schemas-microsoft-com:vml" Requires="v">
                    <p:oleObj spid="_x0000_s3157" name="" r:id="rId9" imgW="2487930" imgH="330200" progId="Equation.3">
                      <p:embed/>
                    </p:oleObj>
                  </mc:Choice>
                  <mc:Fallback>
                    <p:oleObj name="" r:id="rId9" imgW="2487930" imgH="330200" progId="Equation.3">
                      <p:embed/>
                      <p:pic>
                        <p:nvPicPr>
                          <p:cNvPr id="0" name="图片 3156"/>
                          <p:cNvPicPr/>
                          <p:nvPr/>
                        </p:nvPicPr>
                        <p:blipFill>
                          <a:blip r:embed="rId10">
                            <a:clrChange>
                              <a:clrFrom>
                                <a:srgbClr val="000000"/>
                              </a:clrFrom>
                              <a:clrTo>
                                <a:srgbClr val="000000"/>
                              </a:clrTo>
                            </a:clrChange>
                          </a:blip>
                          <a:stretch>
                            <a:fillRect/>
                          </a:stretch>
                        </p:blipFill>
                        <p:spPr>
                          <a:xfrm>
                            <a:off x="1062" y="1520"/>
                            <a:ext cx="2831" cy="349"/>
                          </a:xfrm>
                          <a:prstGeom prst="rect">
                            <a:avLst/>
                          </a:prstGeom>
                          <a:noFill/>
                          <a:ln w="38100">
                            <a:noFill/>
                            <a:miter/>
                          </a:ln>
                        </p:spPr>
                      </p:pic>
                    </p:oleObj>
                  </mc:Fallback>
                </mc:AlternateContent>
              </a:graphicData>
            </a:graphic>
          </p:graphicFrame>
          <p:sp>
            <p:nvSpPr>
              <p:cNvPr id="227341" name="文本框 227340"/>
              <p:cNvSpPr txBox="1"/>
              <p:nvPr/>
            </p:nvSpPr>
            <p:spPr>
              <a:xfrm>
                <a:off x="618" y="1531"/>
                <a:ext cx="340" cy="327"/>
              </a:xfrm>
              <a:prstGeom prst="rect">
                <a:avLst/>
              </a:prstGeom>
              <a:noFill/>
              <a:ln w="9525">
                <a:noFill/>
              </a:ln>
            </p:spPr>
            <p:txBody>
              <a:bodyPr wrap="none" anchor="t">
                <a:spAutoFit/>
              </a:bodyPr>
              <a:p>
                <a:r>
                  <a:rPr lang="zh-CN" altLang="en-US" sz="2800" dirty="0">
                    <a:latin typeface="楷体_GB2312" pitchFamily="49" charset="-122"/>
                    <a:ea typeface="楷体_GB2312" pitchFamily="49" charset="-122"/>
                  </a:rPr>
                  <a:t>令</a:t>
                </a:r>
                <a:endParaRPr lang="zh-CN" altLang="en-US" sz="2400" b="0" dirty="0">
                  <a:latin typeface="Times New Roman" panose="02020603050405020304" pitchFamily="18" charset="0"/>
                </a:endParaRPr>
              </a:p>
            </p:txBody>
          </p:sp>
        </p:grpSp>
      </p:grpSp>
      <p:grpSp>
        <p:nvGrpSpPr>
          <p:cNvPr id="227342" name="组合 227341"/>
          <p:cNvGrpSpPr/>
          <p:nvPr/>
        </p:nvGrpSpPr>
        <p:grpSpPr>
          <a:xfrm>
            <a:off x="1143000" y="5181600"/>
            <a:ext cx="6464300" cy="844550"/>
            <a:chOff x="849" y="2736"/>
            <a:chExt cx="4072" cy="532"/>
          </a:xfrm>
        </p:grpSpPr>
        <p:sp>
          <p:nvSpPr>
            <p:cNvPr id="227343" name="直接连接符 227342"/>
            <p:cNvSpPr/>
            <p:nvPr/>
          </p:nvSpPr>
          <p:spPr>
            <a:xfrm>
              <a:off x="1033" y="2832"/>
              <a:ext cx="3888" cy="0"/>
            </a:xfrm>
            <a:prstGeom prst="line">
              <a:avLst/>
            </a:prstGeom>
            <a:ln w="38100" cap="flat" cmpd="sng">
              <a:solidFill>
                <a:schemeClr val="tx2"/>
              </a:solidFill>
              <a:prstDash val="solid"/>
              <a:headEnd type="none" w="med" len="med"/>
              <a:tailEnd type="triangle" w="med" len="med"/>
            </a:ln>
          </p:spPr>
        </p:sp>
        <p:sp>
          <p:nvSpPr>
            <p:cNvPr id="227344" name="直接连接符 227343"/>
            <p:cNvSpPr/>
            <p:nvPr/>
          </p:nvSpPr>
          <p:spPr>
            <a:xfrm flipV="1">
              <a:off x="4009" y="2736"/>
              <a:ext cx="0" cy="96"/>
            </a:xfrm>
            <a:prstGeom prst="line">
              <a:avLst/>
            </a:prstGeom>
            <a:ln w="57150" cap="flat" cmpd="sng">
              <a:solidFill>
                <a:schemeClr val="tx2"/>
              </a:solidFill>
              <a:prstDash val="solid"/>
              <a:headEnd type="none" w="med" len="med"/>
              <a:tailEnd type="none" w="med" len="med"/>
            </a:ln>
          </p:spPr>
        </p:sp>
        <p:sp>
          <p:nvSpPr>
            <p:cNvPr id="227345" name="直接连接符 227344"/>
            <p:cNvSpPr/>
            <p:nvPr/>
          </p:nvSpPr>
          <p:spPr>
            <a:xfrm flipV="1">
              <a:off x="3001" y="2736"/>
              <a:ext cx="0" cy="96"/>
            </a:xfrm>
            <a:prstGeom prst="line">
              <a:avLst/>
            </a:prstGeom>
            <a:ln w="57150" cap="flat" cmpd="sng">
              <a:solidFill>
                <a:schemeClr val="tx2"/>
              </a:solidFill>
              <a:prstDash val="solid"/>
              <a:headEnd type="none" w="med" len="med"/>
              <a:tailEnd type="none" w="med" len="med"/>
            </a:ln>
          </p:spPr>
        </p:sp>
        <p:sp>
          <p:nvSpPr>
            <p:cNvPr id="227346" name="直接连接符 227345"/>
            <p:cNvSpPr/>
            <p:nvPr/>
          </p:nvSpPr>
          <p:spPr>
            <a:xfrm flipV="1">
              <a:off x="3481" y="2736"/>
              <a:ext cx="0" cy="96"/>
            </a:xfrm>
            <a:prstGeom prst="line">
              <a:avLst/>
            </a:prstGeom>
            <a:ln w="57150" cap="flat" cmpd="sng">
              <a:solidFill>
                <a:schemeClr val="tx2"/>
              </a:solidFill>
              <a:prstDash val="solid"/>
              <a:headEnd type="none" w="med" len="med"/>
              <a:tailEnd type="none" w="med" len="med"/>
            </a:ln>
          </p:spPr>
        </p:sp>
        <p:sp>
          <p:nvSpPr>
            <p:cNvPr id="227347" name="直接连接符 227346"/>
            <p:cNvSpPr/>
            <p:nvPr/>
          </p:nvSpPr>
          <p:spPr>
            <a:xfrm flipV="1">
              <a:off x="2041" y="2736"/>
              <a:ext cx="0" cy="96"/>
            </a:xfrm>
            <a:prstGeom prst="line">
              <a:avLst/>
            </a:prstGeom>
            <a:ln w="57150" cap="flat" cmpd="sng">
              <a:solidFill>
                <a:schemeClr val="tx2"/>
              </a:solidFill>
              <a:prstDash val="solid"/>
              <a:headEnd type="none" w="med" len="med"/>
              <a:tailEnd type="none" w="med" len="med"/>
            </a:ln>
          </p:spPr>
        </p:sp>
        <p:sp>
          <p:nvSpPr>
            <p:cNvPr id="227348" name="直接连接符 227347"/>
            <p:cNvSpPr/>
            <p:nvPr/>
          </p:nvSpPr>
          <p:spPr>
            <a:xfrm flipV="1">
              <a:off x="1513" y="2736"/>
              <a:ext cx="0" cy="96"/>
            </a:xfrm>
            <a:prstGeom prst="line">
              <a:avLst/>
            </a:prstGeom>
            <a:ln w="57150" cap="flat" cmpd="sng">
              <a:solidFill>
                <a:schemeClr val="tx2"/>
              </a:solidFill>
              <a:prstDash val="solid"/>
              <a:headEnd type="none" w="med" len="med"/>
              <a:tailEnd type="none" w="med" len="med"/>
            </a:ln>
          </p:spPr>
        </p:sp>
        <p:graphicFrame>
          <p:nvGraphicFramePr>
            <p:cNvPr id="227349" name="对象 227348"/>
            <p:cNvGraphicFramePr/>
            <p:nvPr/>
          </p:nvGraphicFramePr>
          <p:xfrm>
            <a:off x="1342" y="2832"/>
            <a:ext cx="319" cy="409"/>
          </p:xfrm>
          <a:graphic>
            <a:graphicData uri="http://schemas.openxmlformats.org/presentationml/2006/ole">
              <mc:AlternateContent xmlns:mc="http://schemas.openxmlformats.org/markup-compatibility/2006">
                <mc:Choice xmlns:v="urn:schemas-microsoft-com:vml" Requires="v">
                  <p:oleObj spid="_x0000_s3160" name="" r:id="rId11" imgW="152400" imgH="215900" progId="Equation.3">
                    <p:embed/>
                  </p:oleObj>
                </mc:Choice>
                <mc:Fallback>
                  <p:oleObj name="" r:id="rId11" imgW="152400" imgH="215900" progId="Equation.3">
                    <p:embed/>
                    <p:pic>
                      <p:nvPicPr>
                        <p:cNvPr id="0" name="图片 3159"/>
                        <p:cNvPicPr/>
                        <p:nvPr/>
                      </p:nvPicPr>
                      <p:blipFill>
                        <a:blip r:embed="rId12">
                          <a:clrChange>
                            <a:clrFrom>
                              <a:srgbClr val="000000"/>
                            </a:clrFrom>
                            <a:clrTo>
                              <a:srgbClr val="333399"/>
                            </a:clrTo>
                          </a:clrChange>
                        </a:blip>
                        <a:stretch>
                          <a:fillRect/>
                        </a:stretch>
                      </p:blipFill>
                      <p:spPr>
                        <a:xfrm>
                          <a:off x="1342" y="2832"/>
                          <a:ext cx="319" cy="409"/>
                        </a:xfrm>
                        <a:prstGeom prst="rect">
                          <a:avLst/>
                        </a:prstGeom>
                        <a:noFill/>
                        <a:ln w="38100">
                          <a:noFill/>
                          <a:miter/>
                        </a:ln>
                      </p:spPr>
                    </p:pic>
                  </p:oleObj>
                </mc:Fallback>
              </mc:AlternateContent>
            </a:graphicData>
          </a:graphic>
        </p:graphicFrame>
        <p:graphicFrame>
          <p:nvGraphicFramePr>
            <p:cNvPr id="227350" name="对象 227349"/>
            <p:cNvGraphicFramePr/>
            <p:nvPr/>
          </p:nvGraphicFramePr>
          <p:xfrm>
            <a:off x="1872" y="2832"/>
            <a:ext cx="345" cy="384"/>
          </p:xfrm>
          <a:graphic>
            <a:graphicData uri="http://schemas.openxmlformats.org/presentationml/2006/ole">
              <mc:AlternateContent xmlns:mc="http://schemas.openxmlformats.org/markup-compatibility/2006">
                <mc:Choice xmlns:v="urn:schemas-microsoft-com:vml" Requires="v">
                  <p:oleObj spid="_x0000_s3165" name="" r:id="rId13" imgW="165100" imgH="215900" progId="Equation.3">
                    <p:embed/>
                  </p:oleObj>
                </mc:Choice>
                <mc:Fallback>
                  <p:oleObj name="" r:id="rId13" imgW="165100" imgH="215900" progId="Equation.3">
                    <p:embed/>
                    <p:pic>
                      <p:nvPicPr>
                        <p:cNvPr id="0" name="图片 3164"/>
                        <p:cNvPicPr/>
                        <p:nvPr/>
                      </p:nvPicPr>
                      <p:blipFill>
                        <a:blip r:embed="rId14">
                          <a:clrChange>
                            <a:clrFrom>
                              <a:srgbClr val="000000"/>
                            </a:clrFrom>
                            <a:clrTo>
                              <a:srgbClr val="333399"/>
                            </a:clrTo>
                          </a:clrChange>
                        </a:blip>
                        <a:stretch>
                          <a:fillRect/>
                        </a:stretch>
                      </p:blipFill>
                      <p:spPr>
                        <a:xfrm>
                          <a:off x="1872" y="2832"/>
                          <a:ext cx="345" cy="384"/>
                        </a:xfrm>
                        <a:prstGeom prst="rect">
                          <a:avLst/>
                        </a:prstGeom>
                        <a:noFill/>
                        <a:ln w="38100">
                          <a:noFill/>
                          <a:miter/>
                        </a:ln>
                      </p:spPr>
                    </p:pic>
                  </p:oleObj>
                </mc:Fallback>
              </mc:AlternateContent>
            </a:graphicData>
          </a:graphic>
        </p:graphicFrame>
        <p:graphicFrame>
          <p:nvGraphicFramePr>
            <p:cNvPr id="227351" name="对象 227350"/>
            <p:cNvGraphicFramePr/>
            <p:nvPr/>
          </p:nvGraphicFramePr>
          <p:xfrm>
            <a:off x="3312" y="2784"/>
            <a:ext cx="345" cy="436"/>
          </p:xfrm>
          <a:graphic>
            <a:graphicData uri="http://schemas.openxmlformats.org/presentationml/2006/ole">
              <mc:AlternateContent xmlns:mc="http://schemas.openxmlformats.org/markup-compatibility/2006">
                <mc:Choice xmlns:v="urn:schemas-microsoft-com:vml" Requires="v">
                  <p:oleObj spid="_x0000_s3155" name="" r:id="rId15" imgW="165100" imgH="228600" progId="Equation.3">
                    <p:embed/>
                  </p:oleObj>
                </mc:Choice>
                <mc:Fallback>
                  <p:oleObj name="" r:id="rId15" imgW="165100" imgH="228600" progId="Equation.3">
                    <p:embed/>
                    <p:pic>
                      <p:nvPicPr>
                        <p:cNvPr id="0" name="图片 3154"/>
                        <p:cNvPicPr/>
                        <p:nvPr/>
                      </p:nvPicPr>
                      <p:blipFill>
                        <a:blip r:embed="rId16">
                          <a:clrChange>
                            <a:clrFrom>
                              <a:srgbClr val="000000"/>
                            </a:clrFrom>
                            <a:clrTo>
                              <a:srgbClr val="333399"/>
                            </a:clrTo>
                          </a:clrChange>
                        </a:blip>
                        <a:stretch>
                          <a:fillRect/>
                        </a:stretch>
                      </p:blipFill>
                      <p:spPr>
                        <a:xfrm>
                          <a:off x="3312" y="2784"/>
                          <a:ext cx="345" cy="436"/>
                        </a:xfrm>
                        <a:prstGeom prst="rect">
                          <a:avLst/>
                        </a:prstGeom>
                        <a:noFill/>
                        <a:ln w="38100">
                          <a:noFill/>
                          <a:miter/>
                        </a:ln>
                      </p:spPr>
                    </p:pic>
                  </p:oleObj>
                </mc:Fallback>
              </mc:AlternateContent>
            </a:graphicData>
          </a:graphic>
        </p:graphicFrame>
        <p:graphicFrame>
          <p:nvGraphicFramePr>
            <p:cNvPr id="227352" name="对象 227351"/>
            <p:cNvGraphicFramePr/>
            <p:nvPr/>
          </p:nvGraphicFramePr>
          <p:xfrm>
            <a:off x="2736" y="2784"/>
            <a:ext cx="534" cy="436"/>
          </p:xfrm>
          <a:graphic>
            <a:graphicData uri="http://schemas.openxmlformats.org/presentationml/2006/ole">
              <mc:AlternateContent xmlns:mc="http://schemas.openxmlformats.org/markup-compatibility/2006">
                <mc:Choice xmlns:v="urn:schemas-microsoft-com:vml" Requires="v">
                  <p:oleObj spid="_x0000_s3161" name="" r:id="rId17" imgW="254000" imgH="228600" progId="Equation.3">
                    <p:embed/>
                  </p:oleObj>
                </mc:Choice>
                <mc:Fallback>
                  <p:oleObj name="" r:id="rId17" imgW="254000" imgH="228600" progId="Equation.3">
                    <p:embed/>
                    <p:pic>
                      <p:nvPicPr>
                        <p:cNvPr id="0" name="图片 3160"/>
                        <p:cNvPicPr/>
                        <p:nvPr/>
                      </p:nvPicPr>
                      <p:blipFill>
                        <a:blip r:embed="rId18">
                          <a:clrChange>
                            <a:clrFrom>
                              <a:srgbClr val="000000"/>
                            </a:clrFrom>
                            <a:clrTo>
                              <a:srgbClr val="333399"/>
                            </a:clrTo>
                          </a:clrChange>
                        </a:blip>
                        <a:stretch>
                          <a:fillRect/>
                        </a:stretch>
                      </p:blipFill>
                      <p:spPr>
                        <a:xfrm>
                          <a:off x="2736" y="2784"/>
                          <a:ext cx="534" cy="436"/>
                        </a:xfrm>
                        <a:prstGeom prst="rect">
                          <a:avLst/>
                        </a:prstGeom>
                        <a:noFill/>
                        <a:ln w="38100">
                          <a:noFill/>
                          <a:miter/>
                        </a:ln>
                      </p:spPr>
                    </p:pic>
                  </p:oleObj>
                </mc:Fallback>
              </mc:AlternateContent>
            </a:graphicData>
          </a:graphic>
        </p:graphicFrame>
        <p:graphicFrame>
          <p:nvGraphicFramePr>
            <p:cNvPr id="227353" name="对象 227352"/>
            <p:cNvGraphicFramePr/>
            <p:nvPr/>
          </p:nvGraphicFramePr>
          <p:xfrm>
            <a:off x="3817" y="2832"/>
            <a:ext cx="534" cy="436"/>
          </p:xfrm>
          <a:graphic>
            <a:graphicData uri="http://schemas.openxmlformats.org/presentationml/2006/ole">
              <mc:AlternateContent xmlns:mc="http://schemas.openxmlformats.org/markup-compatibility/2006">
                <mc:Choice xmlns:v="urn:schemas-microsoft-com:vml" Requires="v">
                  <p:oleObj spid="_x0000_s3158" name="" r:id="rId19" imgW="254000" imgH="228600" progId="Equation.3">
                    <p:embed/>
                  </p:oleObj>
                </mc:Choice>
                <mc:Fallback>
                  <p:oleObj name="" r:id="rId19" imgW="254000" imgH="228600" progId="Equation.3">
                    <p:embed/>
                    <p:pic>
                      <p:nvPicPr>
                        <p:cNvPr id="0" name="图片 3157"/>
                        <p:cNvPicPr/>
                        <p:nvPr/>
                      </p:nvPicPr>
                      <p:blipFill>
                        <a:blip r:embed="rId20">
                          <a:clrChange>
                            <a:clrFrom>
                              <a:srgbClr val="000000"/>
                            </a:clrFrom>
                            <a:clrTo>
                              <a:srgbClr val="333399"/>
                            </a:clrTo>
                          </a:clrChange>
                        </a:blip>
                        <a:stretch>
                          <a:fillRect/>
                        </a:stretch>
                      </p:blipFill>
                      <p:spPr>
                        <a:xfrm>
                          <a:off x="3817" y="2832"/>
                          <a:ext cx="534" cy="436"/>
                        </a:xfrm>
                        <a:prstGeom prst="rect">
                          <a:avLst/>
                        </a:prstGeom>
                        <a:noFill/>
                        <a:ln w="38100">
                          <a:noFill/>
                          <a:miter/>
                        </a:ln>
                      </p:spPr>
                    </p:pic>
                  </p:oleObj>
                </mc:Fallback>
              </mc:AlternateContent>
            </a:graphicData>
          </a:graphic>
        </p:graphicFrame>
        <p:sp>
          <p:nvSpPr>
            <p:cNvPr id="227354" name="直接连接符 227353"/>
            <p:cNvSpPr/>
            <p:nvPr/>
          </p:nvSpPr>
          <p:spPr>
            <a:xfrm flipV="1">
              <a:off x="1033" y="2736"/>
              <a:ext cx="0" cy="96"/>
            </a:xfrm>
            <a:prstGeom prst="line">
              <a:avLst/>
            </a:prstGeom>
            <a:ln w="57150" cap="flat" cmpd="sng">
              <a:solidFill>
                <a:schemeClr val="tx2"/>
              </a:solidFill>
              <a:prstDash val="solid"/>
              <a:headEnd type="none" w="med" len="med"/>
              <a:tailEnd type="none" w="med" len="med"/>
            </a:ln>
          </p:spPr>
        </p:sp>
        <p:graphicFrame>
          <p:nvGraphicFramePr>
            <p:cNvPr id="227355" name="对象 227354"/>
            <p:cNvGraphicFramePr/>
            <p:nvPr/>
          </p:nvGraphicFramePr>
          <p:xfrm>
            <a:off x="849" y="2818"/>
            <a:ext cx="346" cy="437"/>
          </p:xfrm>
          <a:graphic>
            <a:graphicData uri="http://schemas.openxmlformats.org/presentationml/2006/ole">
              <mc:AlternateContent xmlns:mc="http://schemas.openxmlformats.org/markup-compatibility/2006">
                <mc:Choice xmlns:v="urn:schemas-microsoft-com:vml" Requires="v">
                  <p:oleObj spid="_x0000_s3156" name="" r:id="rId21" imgW="165100" imgH="228600" progId="Equation.3">
                    <p:embed/>
                  </p:oleObj>
                </mc:Choice>
                <mc:Fallback>
                  <p:oleObj name="" r:id="rId21" imgW="165100" imgH="228600" progId="Equation.3">
                    <p:embed/>
                    <p:pic>
                      <p:nvPicPr>
                        <p:cNvPr id="0" name="图片 3155"/>
                        <p:cNvPicPr/>
                        <p:nvPr/>
                      </p:nvPicPr>
                      <p:blipFill>
                        <a:blip r:embed="rId22">
                          <a:clrChange>
                            <a:clrFrom>
                              <a:srgbClr val="000000"/>
                            </a:clrFrom>
                            <a:clrTo>
                              <a:srgbClr val="333399"/>
                            </a:clrTo>
                          </a:clrChange>
                        </a:blip>
                        <a:stretch>
                          <a:fillRect/>
                        </a:stretch>
                      </p:blipFill>
                      <p:spPr>
                        <a:xfrm>
                          <a:off x="849" y="2818"/>
                          <a:ext cx="346" cy="437"/>
                        </a:xfrm>
                        <a:prstGeom prst="rect">
                          <a:avLst/>
                        </a:prstGeom>
                        <a:noFill/>
                        <a:ln w="38100">
                          <a:noFill/>
                          <a:miter/>
                        </a:ln>
                      </p:spPr>
                    </p:pic>
                  </p:oleObj>
                </mc:Fallback>
              </mc:AlternateContent>
            </a:graphicData>
          </a:graphic>
        </p:graphicFrame>
      </p:grpSp>
      <p:grpSp>
        <p:nvGrpSpPr>
          <p:cNvPr id="227356" name="组合 227355"/>
          <p:cNvGrpSpPr/>
          <p:nvPr/>
        </p:nvGrpSpPr>
        <p:grpSpPr>
          <a:xfrm>
            <a:off x="4483100" y="4495800"/>
            <a:ext cx="914400" cy="692150"/>
            <a:chOff x="2953" y="2304"/>
            <a:chExt cx="576" cy="436"/>
          </a:xfrm>
        </p:grpSpPr>
        <p:sp>
          <p:nvSpPr>
            <p:cNvPr id="227357" name="左大括号 227356"/>
            <p:cNvSpPr/>
            <p:nvPr/>
          </p:nvSpPr>
          <p:spPr>
            <a:xfrm rot="5394411">
              <a:off x="3193" y="2400"/>
              <a:ext cx="96" cy="576"/>
            </a:xfrm>
            <a:prstGeom prst="leftBrace">
              <a:avLst>
                <a:gd name="adj1" fmla="val 50000"/>
                <a:gd name="adj2" fmla="val 50000"/>
              </a:avLst>
            </a:prstGeom>
            <a:noFill/>
            <a:ln w="38100" cap="flat" cmpd="sng">
              <a:solidFill>
                <a:srgbClr val="FF99CC"/>
              </a:solidFill>
              <a:prstDash val="solid"/>
              <a:headEnd type="none" w="med" len="med"/>
              <a:tailEnd type="none" w="med" len="med"/>
            </a:ln>
          </p:spPr>
          <p:txBody>
            <a:bodyPr/>
            <a:p>
              <a:endParaRPr lang="zh-CN" altLang="en-US"/>
            </a:p>
          </p:txBody>
        </p:sp>
        <p:graphicFrame>
          <p:nvGraphicFramePr>
            <p:cNvPr id="227358" name="对象 227357"/>
            <p:cNvGraphicFramePr/>
            <p:nvPr/>
          </p:nvGraphicFramePr>
          <p:xfrm>
            <a:off x="3024" y="2304"/>
            <a:ext cx="453" cy="436"/>
          </p:xfrm>
          <a:graphic>
            <a:graphicData uri="http://schemas.openxmlformats.org/presentationml/2006/ole">
              <mc:AlternateContent xmlns:mc="http://schemas.openxmlformats.org/markup-compatibility/2006">
                <mc:Choice xmlns:v="urn:schemas-microsoft-com:vml" Requires="v">
                  <p:oleObj spid="_x0000_s3099" name="" r:id="rId23" imgW="215900" imgH="228600" progId="Equation.3">
                    <p:embed/>
                  </p:oleObj>
                </mc:Choice>
                <mc:Fallback>
                  <p:oleObj name="" r:id="rId23" imgW="215900" imgH="228600" progId="Equation.3">
                    <p:embed/>
                    <p:pic>
                      <p:nvPicPr>
                        <p:cNvPr id="0" name="图片 3098"/>
                        <p:cNvPicPr/>
                        <p:nvPr/>
                      </p:nvPicPr>
                      <p:blipFill>
                        <a:blip r:embed="rId24">
                          <a:clrChange>
                            <a:clrFrom>
                              <a:srgbClr val="000000"/>
                            </a:clrFrom>
                            <a:clrTo>
                              <a:srgbClr val="FF99CC"/>
                            </a:clrTo>
                          </a:clrChange>
                        </a:blip>
                        <a:stretch>
                          <a:fillRect/>
                        </a:stretch>
                      </p:blipFill>
                      <p:spPr>
                        <a:xfrm>
                          <a:off x="3024" y="2304"/>
                          <a:ext cx="453" cy="436"/>
                        </a:xfrm>
                        <a:prstGeom prst="rect">
                          <a:avLst/>
                        </a:prstGeom>
                        <a:noFill/>
                        <a:ln w="38100">
                          <a:noFill/>
                          <a:miter/>
                        </a:ln>
                      </p:spPr>
                    </p:pic>
                  </p:oleObj>
                </mc:Fallback>
              </mc:AlternateContent>
            </a:graphicData>
          </a:graphic>
        </p:graphicFrame>
      </p:gr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27335"/>
                                        </p:tgtEl>
                                        <p:attrNameLst>
                                          <p:attrName>style.visibility</p:attrName>
                                        </p:attrNameLst>
                                      </p:cBhvr>
                                      <p:to>
                                        <p:strVal val="visible"/>
                                      </p:to>
                                    </p:set>
                                    <p:anim calcmode="lin" valueType="num">
                                      <p:cBhvr additive="base">
                                        <p:cTn id="7" dur="500" fill="hold"/>
                                        <p:tgtEl>
                                          <p:spTgt spid="227335"/>
                                        </p:tgtEl>
                                        <p:attrNameLst>
                                          <p:attrName>ppt_x</p:attrName>
                                        </p:attrNameLst>
                                      </p:cBhvr>
                                      <p:tavLst>
                                        <p:tav tm="0">
                                          <p:val>
                                            <p:strVal val="0-#ppt_w/2"/>
                                          </p:val>
                                        </p:tav>
                                        <p:tav tm="100000">
                                          <p:val>
                                            <p:strVal val="#ppt_x"/>
                                          </p:val>
                                        </p:tav>
                                      </p:tavLst>
                                    </p:anim>
                                    <p:anim calcmode="lin" valueType="num">
                                      <p:cBhvr additive="base">
                                        <p:cTn id="8" dur="500" fill="hold"/>
                                        <p:tgtEl>
                                          <p:spTgt spid="227335"/>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5"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27342"/>
                                        </p:tgtEl>
                                        <p:attrNameLst>
                                          <p:attrName>style.visibility</p:attrName>
                                        </p:attrNameLst>
                                      </p:cBhvr>
                                      <p:to>
                                        <p:strVal val="visible"/>
                                      </p:to>
                                    </p:set>
                                    <p:anim calcmode="lin" valueType="num">
                                      <p:cBhvr additive="base">
                                        <p:cTn id="13" dur="500" fill="hold"/>
                                        <p:tgtEl>
                                          <p:spTgt spid="227342"/>
                                        </p:tgtEl>
                                        <p:attrNameLst>
                                          <p:attrName>ppt_x</p:attrName>
                                        </p:attrNameLst>
                                      </p:cBhvr>
                                      <p:tavLst>
                                        <p:tav tm="0">
                                          <p:val>
                                            <p:strVal val="0-#ppt_w/2"/>
                                          </p:val>
                                        </p:tav>
                                        <p:tav tm="100000">
                                          <p:val>
                                            <p:strVal val="#ppt_x"/>
                                          </p:val>
                                        </p:tav>
                                      </p:tavLst>
                                    </p:anim>
                                    <p:anim calcmode="lin" valueType="num">
                                      <p:cBhvr additive="base">
                                        <p:cTn id="14" dur="500" fill="hold"/>
                                        <p:tgtEl>
                                          <p:spTgt spid="227342"/>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5"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227356"/>
                                        </p:tgtEl>
                                        <p:attrNameLst>
                                          <p:attrName>style.visibility</p:attrName>
                                        </p:attrNameLst>
                                      </p:cBhvr>
                                      <p:to>
                                        <p:strVal val="visible"/>
                                      </p:to>
                                    </p:set>
                                    <p:animEffect transition="in" filter="box(out)">
                                      <p:cBhvr>
                                        <p:cTn id="19" dur="500"/>
                                        <p:tgtEl>
                                          <p:spTgt spid="227356"/>
                                        </p:tgtEl>
                                      </p:cBhvr>
                                    </p:animEffect>
                                  </p:childTnLst>
                                  <p:subTnLst>
                                    <p:audio>
                                      <p:cMediaNode>
                                        <p:cTn display="0" masterRel="sameClick">
                                          <p:stCondLst>
                                            <p:cond evt="begin" delay="0">
                                              <p:tn val="17"/>
                                            </p:cond>
                                          </p:stCondLst>
                                          <p:endCondLst>
                                            <p:cond evt="onStopAudio" delay="0">
                                              <p:tgtEl>
                                                <p:sldTgt/>
                                              </p:tgtEl>
                                            </p:cond>
                                          </p:endCondLst>
                                        </p:cTn>
                                        <p:tgtEl>
                                          <p:sndTgt r:embed="rId26"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4" name="矩形 228353"/>
          <p:cNvSpPr/>
          <p:nvPr/>
        </p:nvSpPr>
        <p:spPr>
          <a:xfrm>
            <a:off x="827088" y="765175"/>
            <a:ext cx="7848600" cy="719138"/>
          </a:xfrm>
          <a:prstGeom prst="rect">
            <a:avLst/>
          </a:prstGeom>
          <a:noFill/>
          <a:ln w="9525">
            <a:noFill/>
          </a:ln>
        </p:spPr>
        <p:txBody>
          <a:bodyPr lIns="92075" tIns="46038" rIns="92075" bIns="46038"/>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1"/>
            <a:r>
              <a:rPr lang="zh-CN" altLang="en-US" b="1" dirty="0">
                <a:solidFill>
                  <a:schemeClr val="tx2"/>
                </a:solidFill>
              </a:rPr>
              <a:t>顾客到达时间间隔的分布:</a:t>
            </a:r>
            <a:endParaRPr lang="zh-CN" altLang="en-US" b="1" dirty="0">
              <a:solidFill>
                <a:schemeClr val="tx2"/>
              </a:solidFill>
            </a:endParaRPr>
          </a:p>
        </p:txBody>
      </p:sp>
      <p:grpSp>
        <p:nvGrpSpPr>
          <p:cNvPr id="228355" name="组合 228354"/>
          <p:cNvGrpSpPr/>
          <p:nvPr/>
        </p:nvGrpSpPr>
        <p:grpSpPr>
          <a:xfrm>
            <a:off x="827088" y="1916113"/>
            <a:ext cx="7118350" cy="946150"/>
            <a:chOff x="672" y="1008"/>
            <a:chExt cx="4484" cy="596"/>
          </a:xfrm>
        </p:grpSpPr>
        <p:sp>
          <p:nvSpPr>
            <p:cNvPr id="228356" name="文本框 228355"/>
            <p:cNvSpPr txBox="1"/>
            <p:nvPr/>
          </p:nvSpPr>
          <p:spPr>
            <a:xfrm>
              <a:off x="672" y="1008"/>
              <a:ext cx="4484" cy="596"/>
            </a:xfrm>
            <a:prstGeom prst="rect">
              <a:avLst/>
            </a:prstGeom>
            <a:noFill/>
            <a:ln w="9525">
              <a:noFill/>
            </a:ln>
          </p:spPr>
          <p:txBody>
            <a:bodyPr wrap="none" anchor="t">
              <a:spAutoFit/>
            </a:bodyPr>
            <a:p>
              <a:r>
                <a:rPr lang="zh-CN" altLang="en-US" sz="2800" dirty="0">
                  <a:latin typeface="楷体_GB2312" pitchFamily="49" charset="-122"/>
                  <a:ea typeface="楷体_GB2312" pitchFamily="49" charset="-122"/>
                </a:rPr>
                <a:t>假定     是独立同分布，分布函数为    ，</a:t>
              </a:r>
              <a:endParaRPr lang="zh-CN" altLang="en-US" sz="2800" dirty="0">
                <a:latin typeface="楷体_GB2312" pitchFamily="49" charset="-122"/>
                <a:ea typeface="楷体_GB2312" pitchFamily="49" charset="-122"/>
              </a:endParaRPr>
            </a:p>
            <a:p>
              <a:r>
                <a:rPr lang="zh-CN" altLang="en-US" sz="2800" dirty="0">
                  <a:latin typeface="楷体_GB2312" pitchFamily="49" charset="-122"/>
                  <a:ea typeface="楷体_GB2312" pitchFamily="49" charset="-122"/>
                </a:rPr>
                <a:t>排队论中常用的有两种：</a:t>
              </a:r>
              <a:endParaRPr lang="zh-CN" altLang="en-US" sz="2400" b="0" dirty="0">
                <a:latin typeface="Times New Roman" panose="02020603050405020304" pitchFamily="18" charset="0"/>
              </a:endParaRPr>
            </a:p>
          </p:txBody>
        </p:sp>
        <p:graphicFrame>
          <p:nvGraphicFramePr>
            <p:cNvPr id="228357" name="对象 228356"/>
            <p:cNvGraphicFramePr/>
            <p:nvPr/>
          </p:nvGraphicFramePr>
          <p:xfrm>
            <a:off x="1200" y="1008"/>
            <a:ext cx="502" cy="344"/>
          </p:xfrm>
          <a:graphic>
            <a:graphicData uri="http://schemas.openxmlformats.org/presentationml/2006/ole">
              <mc:AlternateContent xmlns:mc="http://schemas.openxmlformats.org/markup-compatibility/2006">
                <mc:Choice xmlns:v="urn:schemas-microsoft-com:vml" Requires="v">
                  <p:oleObj spid="_x0000_s3098" name="" r:id="rId1" imgW="520700" imgH="330200" progId="Equation.3">
                    <p:embed/>
                  </p:oleObj>
                </mc:Choice>
                <mc:Fallback>
                  <p:oleObj name="" r:id="rId1" imgW="520700" imgH="330200" progId="Equation.3">
                    <p:embed/>
                    <p:pic>
                      <p:nvPicPr>
                        <p:cNvPr id="0" name="图片 3097"/>
                        <p:cNvPicPr/>
                        <p:nvPr/>
                      </p:nvPicPr>
                      <p:blipFill>
                        <a:blip r:embed="rId2">
                          <a:clrChange>
                            <a:clrFrom>
                              <a:srgbClr val="000000"/>
                            </a:clrFrom>
                            <a:clrTo>
                              <a:srgbClr val="000000"/>
                            </a:clrTo>
                          </a:clrChange>
                        </a:blip>
                        <a:stretch>
                          <a:fillRect/>
                        </a:stretch>
                      </p:blipFill>
                      <p:spPr>
                        <a:xfrm>
                          <a:off x="1200" y="1008"/>
                          <a:ext cx="502" cy="344"/>
                        </a:xfrm>
                        <a:prstGeom prst="rect">
                          <a:avLst/>
                        </a:prstGeom>
                        <a:noFill/>
                        <a:ln w="38100">
                          <a:noFill/>
                          <a:miter/>
                        </a:ln>
                      </p:spPr>
                    </p:pic>
                  </p:oleObj>
                </mc:Fallback>
              </mc:AlternateContent>
            </a:graphicData>
          </a:graphic>
        </p:graphicFrame>
        <p:graphicFrame>
          <p:nvGraphicFramePr>
            <p:cNvPr id="228358" name="对象 228357"/>
            <p:cNvGraphicFramePr/>
            <p:nvPr/>
          </p:nvGraphicFramePr>
          <p:xfrm>
            <a:off x="4464" y="1056"/>
            <a:ext cx="471" cy="338"/>
          </p:xfrm>
          <a:graphic>
            <a:graphicData uri="http://schemas.openxmlformats.org/presentationml/2006/ole">
              <mc:AlternateContent xmlns:mc="http://schemas.openxmlformats.org/markup-compatibility/2006">
                <mc:Choice xmlns:v="urn:schemas-microsoft-com:vml" Requires="v">
                  <p:oleObj spid="_x0000_s3101" name="" r:id="rId3" imgW="304800" imgH="203200" progId="Equation.3">
                    <p:embed/>
                  </p:oleObj>
                </mc:Choice>
                <mc:Fallback>
                  <p:oleObj name="" r:id="rId3" imgW="304800" imgH="203200" progId="Equation.3">
                    <p:embed/>
                    <p:pic>
                      <p:nvPicPr>
                        <p:cNvPr id="0" name="图片 3100"/>
                        <p:cNvPicPr/>
                        <p:nvPr/>
                      </p:nvPicPr>
                      <p:blipFill>
                        <a:blip r:embed="rId4">
                          <a:clrChange>
                            <a:clrFrom>
                              <a:srgbClr val="000000"/>
                            </a:clrFrom>
                            <a:clrTo>
                              <a:srgbClr val="000000"/>
                            </a:clrTo>
                          </a:clrChange>
                        </a:blip>
                        <a:stretch>
                          <a:fillRect/>
                        </a:stretch>
                      </p:blipFill>
                      <p:spPr>
                        <a:xfrm>
                          <a:off x="4464" y="1056"/>
                          <a:ext cx="471" cy="338"/>
                        </a:xfrm>
                        <a:prstGeom prst="rect">
                          <a:avLst/>
                        </a:prstGeom>
                        <a:noFill/>
                        <a:ln w="38100">
                          <a:noFill/>
                          <a:miter/>
                        </a:ln>
                      </p:spPr>
                    </p:pic>
                  </p:oleObj>
                </mc:Fallback>
              </mc:AlternateContent>
            </a:graphicData>
          </a:graphic>
        </p:graphicFrame>
      </p:grpSp>
      <p:grpSp>
        <p:nvGrpSpPr>
          <p:cNvPr id="228359" name="组合 228358"/>
          <p:cNvGrpSpPr/>
          <p:nvPr/>
        </p:nvGrpSpPr>
        <p:grpSpPr>
          <a:xfrm>
            <a:off x="685800" y="3657600"/>
            <a:ext cx="7159625" cy="1373188"/>
            <a:chOff x="432" y="2304"/>
            <a:chExt cx="4510" cy="865"/>
          </a:xfrm>
        </p:grpSpPr>
        <p:graphicFrame>
          <p:nvGraphicFramePr>
            <p:cNvPr id="228360" name="对象 228359"/>
            <p:cNvGraphicFramePr/>
            <p:nvPr/>
          </p:nvGraphicFramePr>
          <p:xfrm>
            <a:off x="3216" y="2544"/>
            <a:ext cx="530" cy="383"/>
          </p:xfrm>
          <a:graphic>
            <a:graphicData uri="http://schemas.openxmlformats.org/presentationml/2006/ole">
              <mc:AlternateContent xmlns:mc="http://schemas.openxmlformats.org/markup-compatibility/2006">
                <mc:Choice xmlns:v="urn:schemas-microsoft-com:vml" Requires="v">
                  <p:oleObj spid="_x0000_s3100" name="" r:id="rId5" imgW="342900" imgH="228600" progId="Equation.3">
                    <p:embed/>
                  </p:oleObj>
                </mc:Choice>
                <mc:Fallback>
                  <p:oleObj name="" r:id="rId5" imgW="342900" imgH="228600" progId="Equation.3">
                    <p:embed/>
                    <p:pic>
                      <p:nvPicPr>
                        <p:cNvPr id="0" name="图片 3099"/>
                        <p:cNvPicPr/>
                        <p:nvPr/>
                      </p:nvPicPr>
                      <p:blipFill>
                        <a:blip r:embed="rId6">
                          <a:clrChange>
                            <a:clrFrom>
                              <a:srgbClr val="000000"/>
                            </a:clrFrom>
                            <a:clrTo>
                              <a:srgbClr val="000000"/>
                            </a:clrTo>
                          </a:clrChange>
                        </a:blip>
                        <a:stretch>
                          <a:fillRect/>
                        </a:stretch>
                      </p:blipFill>
                      <p:spPr>
                        <a:xfrm>
                          <a:off x="3216" y="2544"/>
                          <a:ext cx="530" cy="383"/>
                        </a:xfrm>
                        <a:prstGeom prst="rect">
                          <a:avLst/>
                        </a:prstGeom>
                        <a:noFill/>
                        <a:ln w="38100">
                          <a:noFill/>
                          <a:miter/>
                        </a:ln>
                      </p:spPr>
                    </p:pic>
                  </p:oleObj>
                </mc:Fallback>
              </mc:AlternateContent>
            </a:graphicData>
          </a:graphic>
        </p:graphicFrame>
        <p:sp>
          <p:nvSpPr>
            <p:cNvPr id="228361" name="文本框 228360"/>
            <p:cNvSpPr txBox="1"/>
            <p:nvPr/>
          </p:nvSpPr>
          <p:spPr>
            <a:xfrm>
              <a:off x="432" y="2304"/>
              <a:ext cx="4510" cy="865"/>
            </a:xfrm>
            <a:prstGeom prst="rect">
              <a:avLst/>
            </a:prstGeom>
            <a:noFill/>
            <a:ln w="9525">
              <a:noFill/>
            </a:ln>
          </p:spPr>
          <p:txBody>
            <a:bodyPr wrap="none" anchor="t">
              <a:spAutoFit/>
            </a:bodyPr>
            <a:p>
              <a:r>
                <a:rPr lang="zh-CN" altLang="en-US" sz="2800" dirty="0">
                  <a:latin typeface="楷体_GB2312" pitchFamily="49" charset="-122"/>
                  <a:ea typeface="楷体_GB2312" pitchFamily="49" charset="-122"/>
                </a:rPr>
                <a:t>（2）最简流（即</a:t>
              </a:r>
              <a:r>
                <a:rPr lang="en-US" altLang="zh-CN" sz="2800">
                  <a:latin typeface="楷体_GB2312" pitchFamily="49" charset="-122"/>
                  <a:ea typeface="楷体_GB2312" pitchFamily="49" charset="-122"/>
                </a:rPr>
                <a:t>Poisson</a:t>
              </a:r>
              <a:r>
                <a:rPr lang="zh-CN" altLang="en-US" sz="2800" dirty="0">
                  <a:latin typeface="楷体_GB2312" pitchFamily="49" charset="-122"/>
                  <a:ea typeface="楷体_GB2312" pitchFamily="49" charset="-122"/>
                </a:rPr>
                <a:t>流）（</a:t>
              </a:r>
              <a:r>
                <a:rPr lang="en-US" altLang="zh-CN" sz="2800">
                  <a:latin typeface="楷体_GB2312" pitchFamily="49" charset="-122"/>
                  <a:ea typeface="楷体_GB2312" pitchFamily="49" charset="-122"/>
                </a:rPr>
                <a:t>M）：</a:t>
              </a:r>
              <a:endParaRPr lang="en-US" altLang="zh-CN" sz="2800">
                <a:latin typeface="楷体_GB2312" pitchFamily="49" charset="-122"/>
                <a:ea typeface="楷体_GB2312" pitchFamily="49" charset="-122"/>
              </a:endParaRPr>
            </a:p>
            <a:p>
              <a:r>
                <a:rPr lang="en-US" altLang="zh-CN" sz="2800">
                  <a:latin typeface="楷体_GB2312" pitchFamily="49" charset="-122"/>
                  <a:ea typeface="楷体_GB2312" pitchFamily="49" charset="-122"/>
                </a:rPr>
                <a:t>        </a:t>
              </a:r>
              <a:r>
                <a:rPr lang="zh-CN" altLang="en-US" sz="2800" dirty="0">
                  <a:latin typeface="楷体_GB2312" pitchFamily="49" charset="-122"/>
                  <a:ea typeface="楷体_GB2312" pitchFamily="49" charset="-122"/>
                </a:rPr>
                <a:t>顾客到达时间间隔     为独立的，</a:t>
              </a:r>
              <a:endParaRPr lang="zh-CN" altLang="en-US" sz="2800" dirty="0">
                <a:latin typeface="楷体_GB2312" pitchFamily="49" charset="-122"/>
                <a:ea typeface="楷体_GB2312" pitchFamily="49" charset="-122"/>
              </a:endParaRPr>
            </a:p>
            <a:p>
              <a:r>
                <a:rPr lang="zh-CN" altLang="en-US" sz="2800" dirty="0">
                  <a:latin typeface="楷体_GB2312" pitchFamily="49" charset="-122"/>
                  <a:ea typeface="楷体_GB2312" pitchFamily="49" charset="-122"/>
                </a:rPr>
                <a:t>    服从负指数分布，其密度函数为</a:t>
              </a:r>
              <a:endParaRPr lang="zh-CN" altLang="en-US" sz="2800" dirty="0">
                <a:latin typeface="楷体_GB2312" pitchFamily="49" charset="-122"/>
                <a:ea typeface="楷体_GB2312" pitchFamily="49" charset="-122"/>
              </a:endParaRPr>
            </a:p>
          </p:txBody>
        </p:sp>
      </p:grpSp>
      <p:sp>
        <p:nvSpPr>
          <p:cNvPr id="228362" name="文本框 228361"/>
          <p:cNvSpPr txBox="1"/>
          <p:nvPr/>
        </p:nvSpPr>
        <p:spPr>
          <a:xfrm>
            <a:off x="711200" y="2997200"/>
            <a:ext cx="8362950" cy="519113"/>
          </a:xfrm>
          <a:prstGeom prst="rect">
            <a:avLst/>
          </a:prstGeom>
          <a:noFill/>
          <a:ln w="9525">
            <a:noFill/>
          </a:ln>
        </p:spPr>
        <p:txBody>
          <a:bodyPr wrap="none" anchor="t">
            <a:spAutoFit/>
          </a:bodyPr>
          <a:p>
            <a:r>
              <a:rPr lang="zh-CN" altLang="en-US" sz="2800" dirty="0">
                <a:latin typeface="楷体_GB2312" pitchFamily="49" charset="-122"/>
                <a:ea typeface="楷体_GB2312" pitchFamily="49" charset="-122"/>
              </a:rPr>
              <a:t>（1）定长分布（</a:t>
            </a:r>
            <a:r>
              <a:rPr lang="en-US" altLang="zh-CN" sz="2800">
                <a:latin typeface="楷体_GB2312" pitchFamily="49" charset="-122"/>
                <a:ea typeface="楷体_GB2312" pitchFamily="49" charset="-122"/>
              </a:rPr>
              <a:t>D）：</a:t>
            </a:r>
            <a:r>
              <a:rPr lang="zh-CN" altLang="en-US" sz="2800" dirty="0">
                <a:latin typeface="楷体_GB2312" pitchFamily="49" charset="-122"/>
                <a:ea typeface="楷体_GB2312" pitchFamily="49" charset="-122"/>
              </a:rPr>
              <a:t>顾客到达时间间隔为确定的。</a:t>
            </a:r>
            <a:endParaRPr lang="zh-CN" altLang="en-US" sz="2800" dirty="0">
              <a:latin typeface="楷体_GB2312" pitchFamily="49" charset="-122"/>
              <a:ea typeface="楷体_GB2312" pitchFamily="49" charset="-122"/>
            </a:endParaRPr>
          </a:p>
        </p:txBody>
      </p:sp>
      <p:graphicFrame>
        <p:nvGraphicFramePr>
          <p:cNvPr id="228363" name="对象 228362"/>
          <p:cNvGraphicFramePr/>
          <p:nvPr/>
        </p:nvGraphicFramePr>
        <p:xfrm>
          <a:off x="2743200" y="5105400"/>
          <a:ext cx="3505200" cy="1276350"/>
        </p:xfrm>
        <a:graphic>
          <a:graphicData uri="http://schemas.openxmlformats.org/presentationml/2006/ole">
            <mc:AlternateContent xmlns:mc="http://schemas.openxmlformats.org/markup-compatibility/2006">
              <mc:Choice xmlns:v="urn:schemas-microsoft-com:vml" Requires="v">
                <p:oleObj spid="_x0000_s3102" name="" r:id="rId7" imgW="1320165" imgH="482600" progId="Equation.3">
                  <p:embed/>
                </p:oleObj>
              </mc:Choice>
              <mc:Fallback>
                <p:oleObj name="" r:id="rId7" imgW="1320165" imgH="482600" progId="Equation.3">
                  <p:embed/>
                  <p:pic>
                    <p:nvPicPr>
                      <p:cNvPr id="0" name="图片 3101"/>
                      <p:cNvPicPr/>
                      <p:nvPr/>
                    </p:nvPicPr>
                    <p:blipFill>
                      <a:blip r:embed="rId8">
                        <a:clrChange>
                          <a:clrFrom>
                            <a:srgbClr val="000000"/>
                          </a:clrFrom>
                          <a:clrTo>
                            <a:srgbClr val="000000"/>
                          </a:clrTo>
                        </a:clrChange>
                      </a:blip>
                      <a:stretch>
                        <a:fillRect/>
                      </a:stretch>
                    </p:blipFill>
                    <p:spPr>
                      <a:xfrm>
                        <a:off x="2743200" y="5105400"/>
                        <a:ext cx="3505200" cy="1276350"/>
                      </a:xfrm>
                      <a:prstGeom prst="rect">
                        <a:avLst/>
                      </a:prstGeom>
                      <a:noFill/>
                      <a:ln w="38100">
                        <a:noFill/>
                        <a:miter/>
                      </a:ln>
                    </p:spPr>
                  </p:pic>
                </p:oleObj>
              </mc:Fallback>
            </mc:AlternateContent>
          </a:graphicData>
        </a:graphic>
      </p:graphicFrame>
      <p:sp>
        <p:nvSpPr>
          <p:cNvPr id="228364" name="圆角矩形标注 228363"/>
          <p:cNvSpPr/>
          <p:nvPr/>
        </p:nvSpPr>
        <p:spPr>
          <a:xfrm>
            <a:off x="5486400" y="1447800"/>
            <a:ext cx="3352800" cy="1447800"/>
          </a:xfrm>
          <a:prstGeom prst="wedgeRoundRectCallout">
            <a:avLst>
              <a:gd name="adj1" fmla="val -42616"/>
              <a:gd name="adj2" fmla="val 109759"/>
              <a:gd name="adj3" fmla="val 16667"/>
            </a:avLst>
          </a:prstGeom>
          <a:solidFill>
            <a:srgbClr val="FFCCCC"/>
          </a:solidFill>
          <a:ln w="9525" cap="flat" cmpd="sng">
            <a:solidFill>
              <a:schemeClr val="tx1"/>
            </a:solidFill>
            <a:prstDash val="solid"/>
            <a:miter/>
            <a:headEnd type="none" w="med" len="med"/>
            <a:tailEnd type="none" w="med" len="med"/>
          </a:ln>
        </p:spPr>
        <p:txBody>
          <a:bodyPr wrap="none" anchor="ctr"/>
          <a:p>
            <a:pPr algn="ctr"/>
            <a:r>
              <a:rPr lang="zh-CN" altLang="en-US" sz="2800" dirty="0">
                <a:solidFill>
                  <a:schemeClr val="bg2"/>
                </a:solidFill>
                <a:latin typeface="Times New Roman" panose="02020603050405020304" pitchFamily="18" charset="0"/>
                <a:ea typeface="隶书" panose="02010509060101010101" pitchFamily="49" charset="-122"/>
              </a:rPr>
              <a:t>因为负指数分布</a:t>
            </a:r>
            <a:endParaRPr lang="zh-CN" altLang="en-US" sz="2800" dirty="0">
              <a:solidFill>
                <a:schemeClr val="bg2"/>
              </a:solidFill>
              <a:latin typeface="Times New Roman" panose="02020603050405020304" pitchFamily="18" charset="0"/>
              <a:ea typeface="隶书" panose="02010509060101010101" pitchFamily="49" charset="-122"/>
            </a:endParaRPr>
          </a:p>
          <a:p>
            <a:pPr algn="ctr"/>
            <a:r>
              <a:rPr lang="zh-CN" altLang="en-US" sz="2800" dirty="0">
                <a:solidFill>
                  <a:schemeClr val="bg2"/>
                </a:solidFill>
                <a:latin typeface="Times New Roman" panose="02020603050405020304" pitchFamily="18" charset="0"/>
                <a:ea typeface="隶书" panose="02010509060101010101" pitchFamily="49" charset="-122"/>
              </a:rPr>
              <a:t>具有无后效性</a:t>
            </a:r>
            <a:endParaRPr lang="zh-CN" altLang="en-US" sz="2800" dirty="0">
              <a:solidFill>
                <a:schemeClr val="bg2"/>
              </a:solidFill>
              <a:latin typeface="Times New Roman" panose="02020603050405020304" pitchFamily="18" charset="0"/>
              <a:ea typeface="隶书" panose="02010509060101010101" pitchFamily="49" charset="-122"/>
            </a:endParaRPr>
          </a:p>
          <a:p>
            <a:pPr algn="ctr"/>
            <a:r>
              <a:rPr lang="zh-CN" altLang="en-US" sz="2800" dirty="0">
                <a:solidFill>
                  <a:schemeClr val="bg2"/>
                </a:solidFill>
                <a:latin typeface="Times New Roman" panose="02020603050405020304" pitchFamily="18" charset="0"/>
                <a:ea typeface="隶书" panose="02010509060101010101" pitchFamily="49" charset="-122"/>
              </a:rPr>
              <a:t>（即</a:t>
            </a:r>
            <a:r>
              <a:rPr lang="en-US" altLang="zh-CN" sz="2800">
                <a:solidFill>
                  <a:schemeClr val="bg2"/>
                </a:solidFill>
                <a:latin typeface="Times New Roman" panose="02020603050405020304" pitchFamily="18" charset="0"/>
                <a:ea typeface="隶书" panose="02010509060101010101" pitchFamily="49" charset="-122"/>
              </a:rPr>
              <a:t>Markov</a:t>
            </a:r>
            <a:r>
              <a:rPr lang="zh-CN" altLang="en-US" sz="2800" dirty="0">
                <a:solidFill>
                  <a:schemeClr val="bg2"/>
                </a:solidFill>
                <a:latin typeface="Times New Roman" panose="02020603050405020304" pitchFamily="18" charset="0"/>
                <a:ea typeface="隶书" panose="02010509060101010101" pitchFamily="49" charset="-122"/>
              </a:rPr>
              <a:t>性）</a:t>
            </a:r>
            <a:endParaRPr lang="zh-CN" altLang="en-US" sz="2800" dirty="0">
              <a:solidFill>
                <a:schemeClr val="bg2"/>
              </a:solidFill>
              <a:latin typeface="Times New Roman" panose="02020603050405020304" pitchFamily="18" charset="0"/>
              <a:ea typeface="隶书" panose="02010509060101010101" pitchFamily="49" charset="-122"/>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28355"/>
                                        </p:tgtEl>
                                        <p:attrNameLst>
                                          <p:attrName>style.visibility</p:attrName>
                                        </p:attrNameLst>
                                      </p:cBhvr>
                                      <p:to>
                                        <p:strVal val="visible"/>
                                      </p:to>
                                    </p:set>
                                    <p:animEffect transition="in" filter="box(out)">
                                      <p:cBhvr>
                                        <p:cTn id="7" dur="500"/>
                                        <p:tgtEl>
                                          <p:spTgt spid="228355"/>
                                        </p:tgtEl>
                                      </p:cBhvr>
                                    </p:animEffect>
                                  </p:childTnLst>
                                  <p:subTnLst>
                                    <p:audio>
                                      <p:cMediaNode>
                                        <p:cTn display="0" masterRel="sameClick">
                                          <p:stCondLst>
                                            <p:cond evt="begin" delay="0">
                                              <p:tn val="5"/>
                                            </p:cond>
                                          </p:stCondLst>
                                          <p:endCondLst>
                                            <p:cond evt="onStopAudio" delay="0">
                                              <p:tgtEl>
                                                <p:sldTgt/>
                                              </p:tgtEl>
                                            </p:cond>
                                          </p:endCondLst>
                                        </p:cTn>
                                        <p:tgtEl>
                                          <p:sndTgt r:embed="rId9"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228362">
                                            <p:txEl>
                                              <p:charRg st="0" end="25"/>
                                            </p:txEl>
                                          </p:spTgt>
                                        </p:tgtEl>
                                        <p:attrNameLst>
                                          <p:attrName>style.visibility</p:attrName>
                                        </p:attrNameLst>
                                      </p:cBhvr>
                                      <p:to>
                                        <p:strVal val="visible"/>
                                      </p:to>
                                    </p:set>
                                    <p:anim calcmode="lin" valueType="num">
                                      <p:cBhvr additive="base">
                                        <p:cTn id="12" dur="500" fill="hold"/>
                                        <p:tgtEl>
                                          <p:spTgt spid="228362">
                                            <p:txEl>
                                              <p:charRg st="0" end="25"/>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228362">
                                            <p:txEl>
                                              <p:charRg st="0" end="2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10" name="WHOOSH.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28359"/>
                                        </p:tgtEl>
                                        <p:attrNameLst>
                                          <p:attrName>style.visibility</p:attrName>
                                        </p:attrNameLst>
                                      </p:cBhvr>
                                      <p:to>
                                        <p:strVal val="visible"/>
                                      </p:to>
                                    </p:set>
                                    <p:anim calcmode="lin" valueType="num">
                                      <p:cBhvr additive="base">
                                        <p:cTn id="18" dur="500" fill="hold"/>
                                        <p:tgtEl>
                                          <p:spTgt spid="228359"/>
                                        </p:tgtEl>
                                        <p:attrNameLst>
                                          <p:attrName>ppt_x</p:attrName>
                                        </p:attrNameLst>
                                      </p:cBhvr>
                                      <p:tavLst>
                                        <p:tav tm="0">
                                          <p:val>
                                            <p:strVal val="0-#ppt_w/2"/>
                                          </p:val>
                                        </p:tav>
                                        <p:tav tm="100000">
                                          <p:val>
                                            <p:strVal val="#ppt_x"/>
                                          </p:val>
                                        </p:tav>
                                      </p:tavLst>
                                    </p:anim>
                                    <p:anim calcmode="lin" valueType="num">
                                      <p:cBhvr additive="base">
                                        <p:cTn id="19" dur="500" fill="hold"/>
                                        <p:tgtEl>
                                          <p:spTgt spid="228359"/>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10" name="WHOOSH.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 fill="hold">
                                          <p:stCondLst>
                                            <p:cond delay="0"/>
                                          </p:stCondLst>
                                        </p:cTn>
                                        <p:tgtEl>
                                          <p:spTgt spid="228363"/>
                                        </p:tgtEl>
                                        <p:attrNameLst>
                                          <p:attrName>style.visibility</p:attrName>
                                        </p:attrNameLst>
                                      </p:cBhvr>
                                      <p:to>
                                        <p:strVal val="visible"/>
                                      </p:to>
                                    </p:set>
                                    <p:animEffect transition="in" filter="box(out)">
                                      <p:cBhvr>
                                        <p:cTn id="24" dur="500"/>
                                        <p:tgtEl>
                                          <p:spTgt spid="228363"/>
                                        </p:tgtEl>
                                      </p:cBhvr>
                                    </p:animEffect>
                                  </p:childTnLst>
                                  <p:subTnLst>
                                    <p:audio>
                                      <p:cMediaNode>
                                        <p:cTn display="0" masterRel="sameClick">
                                          <p:stCondLst>
                                            <p:cond evt="begin" delay="0">
                                              <p:tn val="22"/>
                                            </p:cond>
                                          </p:stCondLst>
                                          <p:endCondLst>
                                            <p:cond evt="onStopAudio" delay="0">
                                              <p:tgtEl>
                                                <p:sldTgt/>
                                              </p:tgtEl>
                                            </p:cond>
                                          </p:endCondLst>
                                        </p:cTn>
                                        <p:tgtEl>
                                          <p:sndTgt r:embed="rId9" name="CAMERA.WAV"/>
                                        </p:tgtEl>
                                      </p:cMediaNode>
                                    </p:audio>
                                  </p:sub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228364"/>
                                        </p:tgtEl>
                                        <p:attrNameLst>
                                          <p:attrName>style.visibility</p:attrName>
                                        </p:attrNameLst>
                                      </p:cBhvr>
                                      <p:to>
                                        <p:strVal val="visible"/>
                                      </p:to>
                                    </p:set>
                                    <p:anim calcmode="lin" valueType="num">
                                      <p:cBhvr additive="base">
                                        <p:cTn id="29" dur="500" fill="hold"/>
                                        <p:tgtEl>
                                          <p:spTgt spid="228364"/>
                                        </p:tgtEl>
                                        <p:attrNameLst>
                                          <p:attrName>ppt_x</p:attrName>
                                        </p:attrNameLst>
                                      </p:cBhvr>
                                      <p:tavLst>
                                        <p:tav tm="0">
                                          <p:val>
                                            <p:strVal val="1+#ppt_w/2"/>
                                          </p:val>
                                        </p:tav>
                                        <p:tav tm="100000">
                                          <p:val>
                                            <p:strVal val="#ppt_x"/>
                                          </p:val>
                                        </p:tav>
                                      </p:tavLst>
                                    </p:anim>
                                    <p:anim calcmode="lin" valueType="num">
                                      <p:cBhvr additive="base">
                                        <p:cTn id="30" dur="500" fill="hold"/>
                                        <p:tgtEl>
                                          <p:spTgt spid="22836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7"/>
                                            </p:cond>
                                          </p:stCondLst>
                                          <p:endCondLst>
                                            <p:cond evt="onStopAudio" delay="0">
                                              <p:tgtEl>
                                                <p:sldTgt/>
                                              </p:tgtEl>
                                            </p:cond>
                                          </p:endCondLst>
                                        </p:cTn>
                                        <p:tgtEl>
                                          <p:sndTgt r:embed="rId11" name="CARBRAK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62" grpId="0" build="p"/>
      <p:bldP spid="22836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9378" name="标题 229377"/>
          <p:cNvSpPr>
            <a:spLocks noGrp="1"/>
          </p:cNvSpPr>
          <p:nvPr>
            <p:ph type="title"/>
          </p:nvPr>
        </p:nvSpPr>
        <p:spPr/>
        <p:txBody>
          <a:bodyPr anchor="b"/>
          <a:p>
            <a:r>
              <a:rPr lang="zh-CN" altLang="en-US" dirty="0"/>
              <a:t> </a:t>
            </a:r>
            <a:endParaRPr lang="zh-CN" altLang="en-US" dirty="0"/>
          </a:p>
        </p:txBody>
      </p:sp>
      <p:sp>
        <p:nvSpPr>
          <p:cNvPr id="229379" name="文本占位符 229378"/>
          <p:cNvSpPr>
            <a:spLocks noGrp="1"/>
          </p:cNvSpPr>
          <p:nvPr>
            <p:ph type="body" idx="1"/>
          </p:nvPr>
        </p:nvSpPr>
        <p:spPr>
          <a:xfrm>
            <a:off x="1258888" y="981075"/>
            <a:ext cx="7272337" cy="5410200"/>
          </a:xfrm>
        </p:spPr>
        <p:txBody>
          <a:bodyPr/>
          <a:p>
            <a:r>
              <a:rPr lang="zh-CN" altLang="en-US" b="1" dirty="0">
                <a:solidFill>
                  <a:srgbClr val="660033"/>
                </a:solidFill>
              </a:rPr>
              <a:t>排队及排队规则</a:t>
            </a:r>
            <a:endParaRPr lang="zh-CN" altLang="en-US" b="1" dirty="0">
              <a:solidFill>
                <a:srgbClr val="660033"/>
              </a:solidFill>
            </a:endParaRPr>
          </a:p>
          <a:p>
            <a:endParaRPr lang="zh-CN" altLang="en-US" dirty="0">
              <a:solidFill>
                <a:srgbClr val="660033"/>
              </a:solidFill>
            </a:endParaRPr>
          </a:p>
          <a:p>
            <a:pPr lvl="1"/>
            <a:r>
              <a:rPr lang="zh-CN" altLang="en-US" b="1" dirty="0"/>
              <a:t>即时制(损失制)</a:t>
            </a:r>
            <a:endParaRPr lang="zh-CN" altLang="en-US" b="1" dirty="0"/>
          </a:p>
          <a:p>
            <a:pPr lvl="1"/>
            <a:r>
              <a:rPr lang="zh-CN" altLang="en-US" b="1" dirty="0"/>
              <a:t>等待制</a:t>
            </a:r>
            <a:endParaRPr lang="zh-CN" altLang="en-US" b="1" dirty="0"/>
          </a:p>
          <a:p>
            <a:pPr lvl="2"/>
            <a:r>
              <a:rPr lang="zh-CN" altLang="en-US" b="1" dirty="0"/>
              <a:t>先到先服务: </a:t>
            </a:r>
            <a:r>
              <a:rPr lang="en-US" altLang="zh-CN" b="1"/>
              <a:t>FCFS</a:t>
            </a:r>
            <a:endParaRPr lang="en-US" altLang="zh-CN" b="1"/>
          </a:p>
          <a:p>
            <a:pPr lvl="2"/>
            <a:r>
              <a:rPr lang="zh-CN" altLang="en-US" b="1" dirty="0"/>
              <a:t>后到先服务: </a:t>
            </a:r>
            <a:r>
              <a:rPr lang="en-US" altLang="zh-CN" b="1"/>
              <a:t>LCFS</a:t>
            </a:r>
            <a:endParaRPr lang="en-US" altLang="zh-CN" b="1"/>
          </a:p>
          <a:p>
            <a:pPr lvl="2"/>
            <a:r>
              <a:rPr lang="zh-CN" altLang="en-US" b="1" dirty="0"/>
              <a:t>随机服务</a:t>
            </a:r>
            <a:endParaRPr lang="zh-CN" altLang="en-US" b="1" dirty="0"/>
          </a:p>
          <a:p>
            <a:pPr lvl="2"/>
            <a:r>
              <a:rPr lang="zh-CN" altLang="en-US" b="1" dirty="0"/>
              <a:t>优先权服务：</a:t>
            </a:r>
            <a:r>
              <a:rPr lang="en-US" altLang="zh-CN" b="1"/>
              <a:t>PS</a:t>
            </a:r>
            <a:endParaRPr lang="en-US" altLang="zh-CN" b="1"/>
          </a:p>
          <a:p>
            <a:pPr lvl="1"/>
            <a:r>
              <a:rPr lang="zh-CN" altLang="en-US" b="1" dirty="0"/>
              <a:t>队容量: 有限, 无限; 有形, 无形.</a:t>
            </a:r>
            <a:endParaRPr lang="zh-CN" altLang="en-US" b="1" dirty="0"/>
          </a:p>
          <a:p>
            <a:pPr lvl="1"/>
            <a:r>
              <a:rPr lang="zh-CN" altLang="en-US" b="1" dirty="0"/>
              <a:t>队列数目: 单列, 多列.</a:t>
            </a:r>
            <a:endParaRPr lang="zh-CN" altLang="zh-CN" b="1"/>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229379">
                                            <p:txEl>
                                              <p:charRg st="0" end="8"/>
                                            </p:txEl>
                                          </p:spTgt>
                                        </p:tgtEl>
                                        <p:attrNameLst>
                                          <p:attrName>style.visibility</p:attrName>
                                        </p:attrNameLst>
                                      </p:cBhvr>
                                      <p:to>
                                        <p:strVal val="visible"/>
                                      </p:to>
                                    </p:set>
                                    <p:anim calcmode="lin" valueType="num">
                                      <p:cBhvr>
                                        <p:cTn id="7" dur="500" fill="hold"/>
                                        <p:tgtEl>
                                          <p:spTgt spid="229379">
                                            <p:txEl>
                                              <p:charRg st="0" end="8"/>
                                            </p:txEl>
                                          </p:spTgt>
                                        </p:tgtEl>
                                        <p:attrNameLst>
                                          <p:attrName>ppt_x</p:attrName>
                                        </p:attrNameLst>
                                      </p:cBhvr>
                                      <p:tavLst>
                                        <p:tav tm="0">
                                          <p:val>
                                            <p:strVal val="#ppt_x-#ppt_w/2"/>
                                          </p:val>
                                        </p:tav>
                                        <p:tav tm="100000">
                                          <p:val>
                                            <p:strVal val="#ppt_x"/>
                                          </p:val>
                                        </p:tav>
                                      </p:tavLst>
                                    </p:anim>
                                    <p:anim calcmode="lin" valueType="num">
                                      <p:cBhvr>
                                        <p:cTn id="8" dur="500" fill="hold"/>
                                        <p:tgtEl>
                                          <p:spTgt spid="229379">
                                            <p:txEl>
                                              <p:charRg st="0" end="8"/>
                                            </p:txEl>
                                          </p:spTgt>
                                        </p:tgtEl>
                                        <p:attrNameLst>
                                          <p:attrName>ppt_y</p:attrName>
                                        </p:attrNameLst>
                                      </p:cBhvr>
                                      <p:tavLst>
                                        <p:tav tm="0">
                                          <p:val>
                                            <p:strVal val="#ppt_y"/>
                                          </p:val>
                                        </p:tav>
                                        <p:tav tm="100000">
                                          <p:val>
                                            <p:strVal val="#ppt_y"/>
                                          </p:val>
                                        </p:tav>
                                      </p:tavLst>
                                    </p:anim>
                                    <p:anim calcmode="lin" valueType="num">
                                      <p:cBhvr>
                                        <p:cTn id="9" dur="500" fill="hold"/>
                                        <p:tgtEl>
                                          <p:spTgt spid="229379">
                                            <p:txEl>
                                              <p:charRg st="0" end="8"/>
                                            </p:txEl>
                                          </p:spTgt>
                                        </p:tgtEl>
                                        <p:attrNameLst>
                                          <p:attrName>ppt_w</p:attrName>
                                        </p:attrNameLst>
                                      </p:cBhvr>
                                      <p:tavLst>
                                        <p:tav tm="0">
                                          <p:val>
                                            <p:fltVal val="0.000000"/>
                                          </p:val>
                                        </p:tav>
                                        <p:tav tm="100000">
                                          <p:val>
                                            <p:strVal val="#ppt_w"/>
                                          </p:val>
                                        </p:tav>
                                      </p:tavLst>
                                    </p:anim>
                                    <p:anim calcmode="lin" valueType="num">
                                      <p:cBhvr>
                                        <p:cTn id="10" dur="500" fill="hold"/>
                                        <p:tgtEl>
                                          <p:spTgt spid="229379">
                                            <p:txEl>
                                              <p:charRg st="0" end="8"/>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229379">
                                            <p:txEl>
                                              <p:charRg st="9" end="18"/>
                                            </p:txEl>
                                          </p:spTgt>
                                        </p:tgtEl>
                                        <p:attrNameLst>
                                          <p:attrName>style.visibility</p:attrName>
                                        </p:attrNameLst>
                                      </p:cBhvr>
                                      <p:to>
                                        <p:strVal val="visible"/>
                                      </p:to>
                                    </p:set>
                                    <p:anim calcmode="lin" valueType="num">
                                      <p:cBhvr>
                                        <p:cTn id="15" dur="500" fill="hold"/>
                                        <p:tgtEl>
                                          <p:spTgt spid="229379">
                                            <p:txEl>
                                              <p:charRg st="9" end="18"/>
                                            </p:txEl>
                                          </p:spTgt>
                                        </p:tgtEl>
                                        <p:attrNameLst>
                                          <p:attrName>ppt_x</p:attrName>
                                        </p:attrNameLst>
                                      </p:cBhvr>
                                      <p:tavLst>
                                        <p:tav tm="0">
                                          <p:val>
                                            <p:strVal val="#ppt_x-#ppt_w/2"/>
                                          </p:val>
                                        </p:tav>
                                        <p:tav tm="100000">
                                          <p:val>
                                            <p:strVal val="#ppt_x"/>
                                          </p:val>
                                        </p:tav>
                                      </p:tavLst>
                                    </p:anim>
                                    <p:anim calcmode="lin" valueType="num">
                                      <p:cBhvr>
                                        <p:cTn id="16" dur="500" fill="hold"/>
                                        <p:tgtEl>
                                          <p:spTgt spid="229379">
                                            <p:txEl>
                                              <p:charRg st="9" end="18"/>
                                            </p:txEl>
                                          </p:spTgt>
                                        </p:tgtEl>
                                        <p:attrNameLst>
                                          <p:attrName>ppt_y</p:attrName>
                                        </p:attrNameLst>
                                      </p:cBhvr>
                                      <p:tavLst>
                                        <p:tav tm="0">
                                          <p:val>
                                            <p:strVal val="#ppt_y"/>
                                          </p:val>
                                        </p:tav>
                                        <p:tav tm="100000">
                                          <p:val>
                                            <p:strVal val="#ppt_y"/>
                                          </p:val>
                                        </p:tav>
                                      </p:tavLst>
                                    </p:anim>
                                    <p:anim calcmode="lin" valueType="num">
                                      <p:cBhvr>
                                        <p:cTn id="17" dur="500" fill="hold"/>
                                        <p:tgtEl>
                                          <p:spTgt spid="229379">
                                            <p:txEl>
                                              <p:charRg st="9" end="18"/>
                                            </p:txEl>
                                          </p:spTgt>
                                        </p:tgtEl>
                                        <p:attrNameLst>
                                          <p:attrName>ppt_w</p:attrName>
                                        </p:attrNameLst>
                                      </p:cBhvr>
                                      <p:tavLst>
                                        <p:tav tm="0">
                                          <p:val>
                                            <p:fltVal val="0.000000"/>
                                          </p:val>
                                        </p:tav>
                                        <p:tav tm="100000">
                                          <p:val>
                                            <p:strVal val="#ppt_w"/>
                                          </p:val>
                                        </p:tav>
                                      </p:tavLst>
                                    </p:anim>
                                    <p:anim calcmode="lin" valueType="num">
                                      <p:cBhvr>
                                        <p:cTn id="18" dur="500" fill="hold"/>
                                        <p:tgtEl>
                                          <p:spTgt spid="229379">
                                            <p:txEl>
                                              <p:charRg st="9" end="18"/>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229379">
                                            <p:txEl>
                                              <p:charRg st="18" end="22"/>
                                            </p:txEl>
                                          </p:spTgt>
                                        </p:tgtEl>
                                        <p:attrNameLst>
                                          <p:attrName>style.visibility</p:attrName>
                                        </p:attrNameLst>
                                      </p:cBhvr>
                                      <p:to>
                                        <p:strVal val="visible"/>
                                      </p:to>
                                    </p:set>
                                    <p:anim calcmode="lin" valueType="num">
                                      <p:cBhvr>
                                        <p:cTn id="23" dur="500" fill="hold"/>
                                        <p:tgtEl>
                                          <p:spTgt spid="229379">
                                            <p:txEl>
                                              <p:charRg st="18" end="22"/>
                                            </p:txEl>
                                          </p:spTgt>
                                        </p:tgtEl>
                                        <p:attrNameLst>
                                          <p:attrName>ppt_x</p:attrName>
                                        </p:attrNameLst>
                                      </p:cBhvr>
                                      <p:tavLst>
                                        <p:tav tm="0">
                                          <p:val>
                                            <p:strVal val="#ppt_x-#ppt_w/2"/>
                                          </p:val>
                                        </p:tav>
                                        <p:tav tm="100000">
                                          <p:val>
                                            <p:strVal val="#ppt_x"/>
                                          </p:val>
                                        </p:tav>
                                      </p:tavLst>
                                    </p:anim>
                                    <p:anim calcmode="lin" valueType="num">
                                      <p:cBhvr>
                                        <p:cTn id="24" dur="500" fill="hold"/>
                                        <p:tgtEl>
                                          <p:spTgt spid="229379">
                                            <p:txEl>
                                              <p:charRg st="18" end="22"/>
                                            </p:txEl>
                                          </p:spTgt>
                                        </p:tgtEl>
                                        <p:attrNameLst>
                                          <p:attrName>ppt_y</p:attrName>
                                        </p:attrNameLst>
                                      </p:cBhvr>
                                      <p:tavLst>
                                        <p:tav tm="0">
                                          <p:val>
                                            <p:strVal val="#ppt_y"/>
                                          </p:val>
                                        </p:tav>
                                        <p:tav tm="100000">
                                          <p:val>
                                            <p:strVal val="#ppt_y"/>
                                          </p:val>
                                        </p:tav>
                                      </p:tavLst>
                                    </p:anim>
                                    <p:anim calcmode="lin" valueType="num">
                                      <p:cBhvr>
                                        <p:cTn id="25" dur="500" fill="hold"/>
                                        <p:tgtEl>
                                          <p:spTgt spid="229379">
                                            <p:txEl>
                                              <p:charRg st="18" end="22"/>
                                            </p:txEl>
                                          </p:spTgt>
                                        </p:tgtEl>
                                        <p:attrNameLst>
                                          <p:attrName>ppt_w</p:attrName>
                                        </p:attrNameLst>
                                      </p:cBhvr>
                                      <p:tavLst>
                                        <p:tav tm="0">
                                          <p:val>
                                            <p:fltVal val="0.000000"/>
                                          </p:val>
                                        </p:tav>
                                        <p:tav tm="100000">
                                          <p:val>
                                            <p:strVal val="#ppt_w"/>
                                          </p:val>
                                        </p:tav>
                                      </p:tavLst>
                                    </p:anim>
                                    <p:anim calcmode="lin" valueType="num">
                                      <p:cBhvr>
                                        <p:cTn id="26" dur="500" fill="hold"/>
                                        <p:tgtEl>
                                          <p:spTgt spid="229379">
                                            <p:txEl>
                                              <p:charRg st="18" end="22"/>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229379">
                                            <p:txEl>
                                              <p:charRg st="22" end="34"/>
                                            </p:txEl>
                                          </p:spTgt>
                                        </p:tgtEl>
                                        <p:attrNameLst>
                                          <p:attrName>style.visibility</p:attrName>
                                        </p:attrNameLst>
                                      </p:cBhvr>
                                      <p:to>
                                        <p:strVal val="visible"/>
                                      </p:to>
                                    </p:set>
                                    <p:anim calcmode="lin" valueType="num">
                                      <p:cBhvr>
                                        <p:cTn id="31" dur="500" fill="hold"/>
                                        <p:tgtEl>
                                          <p:spTgt spid="229379">
                                            <p:txEl>
                                              <p:charRg st="22" end="34"/>
                                            </p:txEl>
                                          </p:spTgt>
                                        </p:tgtEl>
                                        <p:attrNameLst>
                                          <p:attrName>ppt_x</p:attrName>
                                        </p:attrNameLst>
                                      </p:cBhvr>
                                      <p:tavLst>
                                        <p:tav tm="0">
                                          <p:val>
                                            <p:strVal val="#ppt_x-#ppt_w/2"/>
                                          </p:val>
                                        </p:tav>
                                        <p:tav tm="100000">
                                          <p:val>
                                            <p:strVal val="#ppt_x"/>
                                          </p:val>
                                        </p:tav>
                                      </p:tavLst>
                                    </p:anim>
                                    <p:anim calcmode="lin" valueType="num">
                                      <p:cBhvr>
                                        <p:cTn id="32" dur="500" fill="hold"/>
                                        <p:tgtEl>
                                          <p:spTgt spid="229379">
                                            <p:txEl>
                                              <p:charRg st="22" end="34"/>
                                            </p:txEl>
                                          </p:spTgt>
                                        </p:tgtEl>
                                        <p:attrNameLst>
                                          <p:attrName>ppt_y</p:attrName>
                                        </p:attrNameLst>
                                      </p:cBhvr>
                                      <p:tavLst>
                                        <p:tav tm="0">
                                          <p:val>
                                            <p:strVal val="#ppt_y"/>
                                          </p:val>
                                        </p:tav>
                                        <p:tav tm="100000">
                                          <p:val>
                                            <p:strVal val="#ppt_y"/>
                                          </p:val>
                                        </p:tav>
                                      </p:tavLst>
                                    </p:anim>
                                    <p:anim calcmode="lin" valueType="num">
                                      <p:cBhvr>
                                        <p:cTn id="33" dur="500" fill="hold"/>
                                        <p:tgtEl>
                                          <p:spTgt spid="229379">
                                            <p:txEl>
                                              <p:charRg st="22" end="34"/>
                                            </p:txEl>
                                          </p:spTgt>
                                        </p:tgtEl>
                                        <p:attrNameLst>
                                          <p:attrName>ppt_w</p:attrName>
                                        </p:attrNameLst>
                                      </p:cBhvr>
                                      <p:tavLst>
                                        <p:tav tm="0">
                                          <p:val>
                                            <p:fltVal val="0.000000"/>
                                          </p:val>
                                        </p:tav>
                                        <p:tav tm="100000">
                                          <p:val>
                                            <p:strVal val="#ppt_w"/>
                                          </p:val>
                                        </p:tav>
                                      </p:tavLst>
                                    </p:anim>
                                    <p:anim calcmode="lin" valueType="num">
                                      <p:cBhvr>
                                        <p:cTn id="34" dur="500" fill="hold"/>
                                        <p:tgtEl>
                                          <p:spTgt spid="229379">
                                            <p:txEl>
                                              <p:charRg st="22" end="34"/>
                                            </p:txEl>
                                          </p:spTgt>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229379">
                                            <p:txEl>
                                              <p:charRg st="34" end="46"/>
                                            </p:txEl>
                                          </p:spTgt>
                                        </p:tgtEl>
                                        <p:attrNameLst>
                                          <p:attrName>style.visibility</p:attrName>
                                        </p:attrNameLst>
                                      </p:cBhvr>
                                      <p:to>
                                        <p:strVal val="visible"/>
                                      </p:to>
                                    </p:set>
                                    <p:anim calcmode="lin" valueType="num">
                                      <p:cBhvr>
                                        <p:cTn id="39" dur="500" fill="hold"/>
                                        <p:tgtEl>
                                          <p:spTgt spid="229379">
                                            <p:txEl>
                                              <p:charRg st="34" end="46"/>
                                            </p:txEl>
                                          </p:spTgt>
                                        </p:tgtEl>
                                        <p:attrNameLst>
                                          <p:attrName>ppt_x</p:attrName>
                                        </p:attrNameLst>
                                      </p:cBhvr>
                                      <p:tavLst>
                                        <p:tav tm="0">
                                          <p:val>
                                            <p:strVal val="#ppt_x-#ppt_w/2"/>
                                          </p:val>
                                        </p:tav>
                                        <p:tav tm="100000">
                                          <p:val>
                                            <p:strVal val="#ppt_x"/>
                                          </p:val>
                                        </p:tav>
                                      </p:tavLst>
                                    </p:anim>
                                    <p:anim calcmode="lin" valueType="num">
                                      <p:cBhvr>
                                        <p:cTn id="40" dur="500" fill="hold"/>
                                        <p:tgtEl>
                                          <p:spTgt spid="229379">
                                            <p:txEl>
                                              <p:charRg st="34" end="46"/>
                                            </p:txEl>
                                          </p:spTgt>
                                        </p:tgtEl>
                                        <p:attrNameLst>
                                          <p:attrName>ppt_y</p:attrName>
                                        </p:attrNameLst>
                                      </p:cBhvr>
                                      <p:tavLst>
                                        <p:tav tm="0">
                                          <p:val>
                                            <p:strVal val="#ppt_y"/>
                                          </p:val>
                                        </p:tav>
                                        <p:tav tm="100000">
                                          <p:val>
                                            <p:strVal val="#ppt_y"/>
                                          </p:val>
                                        </p:tav>
                                      </p:tavLst>
                                    </p:anim>
                                    <p:anim calcmode="lin" valueType="num">
                                      <p:cBhvr>
                                        <p:cTn id="41" dur="500" fill="hold"/>
                                        <p:tgtEl>
                                          <p:spTgt spid="229379">
                                            <p:txEl>
                                              <p:charRg st="34" end="46"/>
                                            </p:txEl>
                                          </p:spTgt>
                                        </p:tgtEl>
                                        <p:attrNameLst>
                                          <p:attrName>ppt_w</p:attrName>
                                        </p:attrNameLst>
                                      </p:cBhvr>
                                      <p:tavLst>
                                        <p:tav tm="0">
                                          <p:val>
                                            <p:fltVal val="0.000000"/>
                                          </p:val>
                                        </p:tav>
                                        <p:tav tm="100000">
                                          <p:val>
                                            <p:strVal val="#ppt_w"/>
                                          </p:val>
                                        </p:tav>
                                      </p:tavLst>
                                    </p:anim>
                                    <p:anim calcmode="lin" valueType="num">
                                      <p:cBhvr>
                                        <p:cTn id="42" dur="500" fill="hold"/>
                                        <p:tgtEl>
                                          <p:spTgt spid="229379">
                                            <p:txEl>
                                              <p:charRg st="34" end="46"/>
                                            </p:txEl>
                                          </p:spTgt>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8" fill="hold" grpId="0" nodeType="clickEffect">
                                  <p:stCondLst>
                                    <p:cond delay="0"/>
                                  </p:stCondLst>
                                  <p:childTnLst>
                                    <p:set>
                                      <p:cBhvr>
                                        <p:cTn id="46" dur="1" fill="hold">
                                          <p:stCondLst>
                                            <p:cond delay="0"/>
                                          </p:stCondLst>
                                        </p:cTn>
                                        <p:tgtEl>
                                          <p:spTgt spid="229379">
                                            <p:txEl>
                                              <p:charRg st="46" end="51"/>
                                            </p:txEl>
                                          </p:spTgt>
                                        </p:tgtEl>
                                        <p:attrNameLst>
                                          <p:attrName>style.visibility</p:attrName>
                                        </p:attrNameLst>
                                      </p:cBhvr>
                                      <p:to>
                                        <p:strVal val="visible"/>
                                      </p:to>
                                    </p:set>
                                    <p:anim calcmode="lin" valueType="num">
                                      <p:cBhvr>
                                        <p:cTn id="47" dur="500" fill="hold"/>
                                        <p:tgtEl>
                                          <p:spTgt spid="229379">
                                            <p:txEl>
                                              <p:charRg st="46" end="51"/>
                                            </p:txEl>
                                          </p:spTgt>
                                        </p:tgtEl>
                                        <p:attrNameLst>
                                          <p:attrName>ppt_x</p:attrName>
                                        </p:attrNameLst>
                                      </p:cBhvr>
                                      <p:tavLst>
                                        <p:tav tm="0">
                                          <p:val>
                                            <p:strVal val="#ppt_x-#ppt_w/2"/>
                                          </p:val>
                                        </p:tav>
                                        <p:tav tm="100000">
                                          <p:val>
                                            <p:strVal val="#ppt_x"/>
                                          </p:val>
                                        </p:tav>
                                      </p:tavLst>
                                    </p:anim>
                                    <p:anim calcmode="lin" valueType="num">
                                      <p:cBhvr>
                                        <p:cTn id="48" dur="500" fill="hold"/>
                                        <p:tgtEl>
                                          <p:spTgt spid="229379">
                                            <p:txEl>
                                              <p:charRg st="46" end="51"/>
                                            </p:txEl>
                                          </p:spTgt>
                                        </p:tgtEl>
                                        <p:attrNameLst>
                                          <p:attrName>ppt_y</p:attrName>
                                        </p:attrNameLst>
                                      </p:cBhvr>
                                      <p:tavLst>
                                        <p:tav tm="0">
                                          <p:val>
                                            <p:strVal val="#ppt_y"/>
                                          </p:val>
                                        </p:tav>
                                        <p:tav tm="100000">
                                          <p:val>
                                            <p:strVal val="#ppt_y"/>
                                          </p:val>
                                        </p:tav>
                                      </p:tavLst>
                                    </p:anim>
                                    <p:anim calcmode="lin" valueType="num">
                                      <p:cBhvr>
                                        <p:cTn id="49" dur="500" fill="hold"/>
                                        <p:tgtEl>
                                          <p:spTgt spid="229379">
                                            <p:txEl>
                                              <p:charRg st="46" end="51"/>
                                            </p:txEl>
                                          </p:spTgt>
                                        </p:tgtEl>
                                        <p:attrNameLst>
                                          <p:attrName>ppt_w</p:attrName>
                                        </p:attrNameLst>
                                      </p:cBhvr>
                                      <p:tavLst>
                                        <p:tav tm="0">
                                          <p:val>
                                            <p:fltVal val="0.000000"/>
                                          </p:val>
                                        </p:tav>
                                        <p:tav tm="100000">
                                          <p:val>
                                            <p:strVal val="#ppt_w"/>
                                          </p:val>
                                        </p:tav>
                                      </p:tavLst>
                                    </p:anim>
                                    <p:anim calcmode="lin" valueType="num">
                                      <p:cBhvr>
                                        <p:cTn id="50" dur="500" fill="hold"/>
                                        <p:tgtEl>
                                          <p:spTgt spid="229379">
                                            <p:txEl>
                                              <p:charRg st="46" end="51"/>
                                            </p:txEl>
                                          </p:spTgt>
                                        </p:tgtEl>
                                        <p:attrNameLst>
                                          <p:attrName>ppt_h</p:attrName>
                                        </p:attrNameLst>
                                      </p:cBhvr>
                                      <p:tavLst>
                                        <p:tav tm="0">
                                          <p:val>
                                            <p:strVal val="#ppt_h"/>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17" presetClass="entr" presetSubtype="8" fill="hold" grpId="0" nodeType="clickEffect">
                                  <p:stCondLst>
                                    <p:cond delay="0"/>
                                  </p:stCondLst>
                                  <p:childTnLst>
                                    <p:set>
                                      <p:cBhvr>
                                        <p:cTn id="54" dur="1" fill="hold">
                                          <p:stCondLst>
                                            <p:cond delay="0"/>
                                          </p:stCondLst>
                                        </p:cTn>
                                        <p:tgtEl>
                                          <p:spTgt spid="229379">
                                            <p:txEl>
                                              <p:charRg st="51" end="60"/>
                                            </p:txEl>
                                          </p:spTgt>
                                        </p:tgtEl>
                                        <p:attrNameLst>
                                          <p:attrName>style.visibility</p:attrName>
                                        </p:attrNameLst>
                                      </p:cBhvr>
                                      <p:to>
                                        <p:strVal val="visible"/>
                                      </p:to>
                                    </p:set>
                                    <p:anim calcmode="lin" valueType="num">
                                      <p:cBhvr>
                                        <p:cTn id="55" dur="500" fill="hold"/>
                                        <p:tgtEl>
                                          <p:spTgt spid="229379">
                                            <p:txEl>
                                              <p:charRg st="51" end="60"/>
                                            </p:txEl>
                                          </p:spTgt>
                                        </p:tgtEl>
                                        <p:attrNameLst>
                                          <p:attrName>ppt_x</p:attrName>
                                        </p:attrNameLst>
                                      </p:cBhvr>
                                      <p:tavLst>
                                        <p:tav tm="0">
                                          <p:val>
                                            <p:strVal val="#ppt_x-#ppt_w/2"/>
                                          </p:val>
                                        </p:tav>
                                        <p:tav tm="100000">
                                          <p:val>
                                            <p:strVal val="#ppt_x"/>
                                          </p:val>
                                        </p:tav>
                                      </p:tavLst>
                                    </p:anim>
                                    <p:anim calcmode="lin" valueType="num">
                                      <p:cBhvr>
                                        <p:cTn id="56" dur="500" fill="hold"/>
                                        <p:tgtEl>
                                          <p:spTgt spid="229379">
                                            <p:txEl>
                                              <p:charRg st="51" end="60"/>
                                            </p:txEl>
                                          </p:spTgt>
                                        </p:tgtEl>
                                        <p:attrNameLst>
                                          <p:attrName>ppt_y</p:attrName>
                                        </p:attrNameLst>
                                      </p:cBhvr>
                                      <p:tavLst>
                                        <p:tav tm="0">
                                          <p:val>
                                            <p:strVal val="#ppt_y"/>
                                          </p:val>
                                        </p:tav>
                                        <p:tav tm="100000">
                                          <p:val>
                                            <p:strVal val="#ppt_y"/>
                                          </p:val>
                                        </p:tav>
                                      </p:tavLst>
                                    </p:anim>
                                    <p:anim calcmode="lin" valueType="num">
                                      <p:cBhvr>
                                        <p:cTn id="57" dur="500" fill="hold"/>
                                        <p:tgtEl>
                                          <p:spTgt spid="229379">
                                            <p:txEl>
                                              <p:charRg st="51" end="60"/>
                                            </p:txEl>
                                          </p:spTgt>
                                        </p:tgtEl>
                                        <p:attrNameLst>
                                          <p:attrName>ppt_w</p:attrName>
                                        </p:attrNameLst>
                                      </p:cBhvr>
                                      <p:tavLst>
                                        <p:tav tm="0">
                                          <p:val>
                                            <p:fltVal val="0.000000"/>
                                          </p:val>
                                        </p:tav>
                                        <p:tav tm="100000">
                                          <p:val>
                                            <p:strVal val="#ppt_w"/>
                                          </p:val>
                                        </p:tav>
                                      </p:tavLst>
                                    </p:anim>
                                    <p:anim calcmode="lin" valueType="num">
                                      <p:cBhvr>
                                        <p:cTn id="58" dur="500" fill="hold"/>
                                        <p:tgtEl>
                                          <p:spTgt spid="229379">
                                            <p:txEl>
                                              <p:charRg st="51" end="60"/>
                                            </p:txEl>
                                          </p:spTgt>
                                        </p:tgtEl>
                                        <p:attrNameLst>
                                          <p:attrName>ppt_h</p:attrName>
                                        </p:attrNameLst>
                                      </p:cBhvr>
                                      <p:tavLst>
                                        <p:tav tm="0">
                                          <p:val>
                                            <p:strVal val="#ppt_h"/>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17" presetClass="entr" presetSubtype="8" fill="hold" grpId="0" nodeType="clickEffect">
                                  <p:stCondLst>
                                    <p:cond delay="0"/>
                                  </p:stCondLst>
                                  <p:childTnLst>
                                    <p:set>
                                      <p:cBhvr>
                                        <p:cTn id="62" dur="1" fill="hold">
                                          <p:stCondLst>
                                            <p:cond delay="0"/>
                                          </p:stCondLst>
                                        </p:cTn>
                                        <p:tgtEl>
                                          <p:spTgt spid="229379">
                                            <p:txEl>
                                              <p:charRg st="60" end="81"/>
                                            </p:txEl>
                                          </p:spTgt>
                                        </p:tgtEl>
                                        <p:attrNameLst>
                                          <p:attrName>style.visibility</p:attrName>
                                        </p:attrNameLst>
                                      </p:cBhvr>
                                      <p:to>
                                        <p:strVal val="visible"/>
                                      </p:to>
                                    </p:set>
                                    <p:anim calcmode="lin" valueType="num">
                                      <p:cBhvr>
                                        <p:cTn id="63" dur="500" fill="hold"/>
                                        <p:tgtEl>
                                          <p:spTgt spid="229379">
                                            <p:txEl>
                                              <p:charRg st="60" end="81"/>
                                            </p:txEl>
                                          </p:spTgt>
                                        </p:tgtEl>
                                        <p:attrNameLst>
                                          <p:attrName>ppt_x</p:attrName>
                                        </p:attrNameLst>
                                      </p:cBhvr>
                                      <p:tavLst>
                                        <p:tav tm="0">
                                          <p:val>
                                            <p:strVal val="#ppt_x-#ppt_w/2"/>
                                          </p:val>
                                        </p:tav>
                                        <p:tav tm="100000">
                                          <p:val>
                                            <p:strVal val="#ppt_x"/>
                                          </p:val>
                                        </p:tav>
                                      </p:tavLst>
                                    </p:anim>
                                    <p:anim calcmode="lin" valueType="num">
                                      <p:cBhvr>
                                        <p:cTn id="64" dur="500" fill="hold"/>
                                        <p:tgtEl>
                                          <p:spTgt spid="229379">
                                            <p:txEl>
                                              <p:charRg st="60" end="81"/>
                                            </p:txEl>
                                          </p:spTgt>
                                        </p:tgtEl>
                                        <p:attrNameLst>
                                          <p:attrName>ppt_y</p:attrName>
                                        </p:attrNameLst>
                                      </p:cBhvr>
                                      <p:tavLst>
                                        <p:tav tm="0">
                                          <p:val>
                                            <p:strVal val="#ppt_y"/>
                                          </p:val>
                                        </p:tav>
                                        <p:tav tm="100000">
                                          <p:val>
                                            <p:strVal val="#ppt_y"/>
                                          </p:val>
                                        </p:tav>
                                      </p:tavLst>
                                    </p:anim>
                                    <p:anim calcmode="lin" valueType="num">
                                      <p:cBhvr>
                                        <p:cTn id="65" dur="500" fill="hold"/>
                                        <p:tgtEl>
                                          <p:spTgt spid="229379">
                                            <p:txEl>
                                              <p:charRg st="60" end="81"/>
                                            </p:txEl>
                                          </p:spTgt>
                                        </p:tgtEl>
                                        <p:attrNameLst>
                                          <p:attrName>ppt_w</p:attrName>
                                        </p:attrNameLst>
                                      </p:cBhvr>
                                      <p:tavLst>
                                        <p:tav tm="0">
                                          <p:val>
                                            <p:fltVal val="0.000000"/>
                                          </p:val>
                                        </p:tav>
                                        <p:tav tm="100000">
                                          <p:val>
                                            <p:strVal val="#ppt_w"/>
                                          </p:val>
                                        </p:tav>
                                      </p:tavLst>
                                    </p:anim>
                                    <p:anim calcmode="lin" valueType="num">
                                      <p:cBhvr>
                                        <p:cTn id="66" dur="500" fill="hold"/>
                                        <p:tgtEl>
                                          <p:spTgt spid="229379">
                                            <p:txEl>
                                              <p:charRg st="60" end="81"/>
                                            </p:txEl>
                                          </p:spTgt>
                                        </p:tgtEl>
                                        <p:attrNameLst>
                                          <p:attrName>ppt_h</p:attrName>
                                        </p:attrNameLst>
                                      </p:cBhvr>
                                      <p:tavLst>
                                        <p:tav tm="0">
                                          <p:val>
                                            <p:strVal val="#ppt_h"/>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17" presetClass="entr" presetSubtype="8" fill="hold" grpId="0" nodeType="clickEffect">
                                  <p:stCondLst>
                                    <p:cond delay="0"/>
                                  </p:stCondLst>
                                  <p:childTnLst>
                                    <p:set>
                                      <p:cBhvr>
                                        <p:cTn id="70" dur="1" fill="hold">
                                          <p:stCondLst>
                                            <p:cond delay="0"/>
                                          </p:stCondLst>
                                        </p:cTn>
                                        <p:tgtEl>
                                          <p:spTgt spid="229379">
                                            <p:txEl>
                                              <p:charRg st="81" end="95"/>
                                            </p:txEl>
                                          </p:spTgt>
                                        </p:tgtEl>
                                        <p:attrNameLst>
                                          <p:attrName>style.visibility</p:attrName>
                                        </p:attrNameLst>
                                      </p:cBhvr>
                                      <p:to>
                                        <p:strVal val="visible"/>
                                      </p:to>
                                    </p:set>
                                    <p:anim calcmode="lin" valueType="num">
                                      <p:cBhvr>
                                        <p:cTn id="71" dur="500" fill="hold"/>
                                        <p:tgtEl>
                                          <p:spTgt spid="229379">
                                            <p:txEl>
                                              <p:charRg st="81" end="95"/>
                                            </p:txEl>
                                          </p:spTgt>
                                        </p:tgtEl>
                                        <p:attrNameLst>
                                          <p:attrName>ppt_x</p:attrName>
                                        </p:attrNameLst>
                                      </p:cBhvr>
                                      <p:tavLst>
                                        <p:tav tm="0">
                                          <p:val>
                                            <p:strVal val="#ppt_x-#ppt_w/2"/>
                                          </p:val>
                                        </p:tav>
                                        <p:tav tm="100000">
                                          <p:val>
                                            <p:strVal val="#ppt_x"/>
                                          </p:val>
                                        </p:tav>
                                      </p:tavLst>
                                    </p:anim>
                                    <p:anim calcmode="lin" valueType="num">
                                      <p:cBhvr>
                                        <p:cTn id="72" dur="500" fill="hold"/>
                                        <p:tgtEl>
                                          <p:spTgt spid="229379">
                                            <p:txEl>
                                              <p:charRg st="81" end="95"/>
                                            </p:txEl>
                                          </p:spTgt>
                                        </p:tgtEl>
                                        <p:attrNameLst>
                                          <p:attrName>ppt_y</p:attrName>
                                        </p:attrNameLst>
                                      </p:cBhvr>
                                      <p:tavLst>
                                        <p:tav tm="0">
                                          <p:val>
                                            <p:strVal val="#ppt_y"/>
                                          </p:val>
                                        </p:tav>
                                        <p:tav tm="100000">
                                          <p:val>
                                            <p:strVal val="#ppt_y"/>
                                          </p:val>
                                        </p:tav>
                                      </p:tavLst>
                                    </p:anim>
                                    <p:anim calcmode="lin" valueType="num">
                                      <p:cBhvr>
                                        <p:cTn id="73" dur="500" fill="hold"/>
                                        <p:tgtEl>
                                          <p:spTgt spid="229379">
                                            <p:txEl>
                                              <p:charRg st="81" end="95"/>
                                            </p:txEl>
                                          </p:spTgt>
                                        </p:tgtEl>
                                        <p:attrNameLst>
                                          <p:attrName>ppt_w</p:attrName>
                                        </p:attrNameLst>
                                      </p:cBhvr>
                                      <p:tavLst>
                                        <p:tav tm="0">
                                          <p:val>
                                            <p:fltVal val="0.000000"/>
                                          </p:val>
                                        </p:tav>
                                        <p:tav tm="100000">
                                          <p:val>
                                            <p:strVal val="#ppt_w"/>
                                          </p:val>
                                        </p:tav>
                                      </p:tavLst>
                                    </p:anim>
                                    <p:anim calcmode="lin" valueType="num">
                                      <p:cBhvr>
                                        <p:cTn id="74" dur="500" fill="hold"/>
                                        <p:tgtEl>
                                          <p:spTgt spid="229379">
                                            <p:txEl>
                                              <p:charRg st="81" end="95"/>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9" grpId="0" bldLvl="3"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0402" name="标题 230401"/>
          <p:cNvSpPr>
            <a:spLocks noGrp="1"/>
          </p:cNvSpPr>
          <p:nvPr>
            <p:ph type="title"/>
          </p:nvPr>
        </p:nvSpPr>
        <p:spPr/>
        <p:txBody>
          <a:bodyPr anchor="b"/>
          <a:p>
            <a:r>
              <a:rPr lang="zh-CN" altLang="en-US" dirty="0"/>
              <a:t> </a:t>
            </a:r>
            <a:endParaRPr lang="zh-CN" altLang="en-US" dirty="0"/>
          </a:p>
        </p:txBody>
      </p:sp>
      <p:sp>
        <p:nvSpPr>
          <p:cNvPr id="230403" name="文本占位符 230402"/>
          <p:cNvSpPr>
            <a:spLocks noGrp="1"/>
          </p:cNvSpPr>
          <p:nvPr>
            <p:ph type="body" idx="1"/>
          </p:nvPr>
        </p:nvSpPr>
        <p:spPr>
          <a:xfrm>
            <a:off x="1042988" y="981075"/>
            <a:ext cx="7772400" cy="4267200"/>
          </a:xfrm>
        </p:spPr>
        <p:txBody>
          <a:bodyPr/>
          <a:p>
            <a:r>
              <a:rPr lang="zh-CN" altLang="en-US" b="1" dirty="0">
                <a:solidFill>
                  <a:schemeClr val="tx2"/>
                </a:solidFill>
              </a:rPr>
              <a:t> </a:t>
            </a:r>
            <a:r>
              <a:rPr lang="zh-CN" altLang="en-US" b="1" dirty="0">
                <a:solidFill>
                  <a:srgbClr val="660033"/>
                </a:solidFill>
              </a:rPr>
              <a:t>服务机构</a:t>
            </a:r>
            <a:endParaRPr lang="zh-CN" altLang="en-US" b="1" dirty="0">
              <a:solidFill>
                <a:srgbClr val="660033"/>
              </a:solidFill>
            </a:endParaRPr>
          </a:p>
          <a:p>
            <a:endParaRPr lang="zh-CN" altLang="en-US" dirty="0">
              <a:solidFill>
                <a:schemeClr val="accent2"/>
              </a:solidFill>
            </a:endParaRPr>
          </a:p>
          <a:p>
            <a:pPr lvl="1"/>
            <a:r>
              <a:rPr lang="zh-CN" altLang="en-US" b="1" dirty="0"/>
              <a:t>服务员数量: 无, 单个, 多个.</a:t>
            </a:r>
            <a:endParaRPr lang="zh-CN" altLang="en-US" b="1" dirty="0"/>
          </a:p>
          <a:p>
            <a:pPr lvl="1"/>
            <a:r>
              <a:rPr lang="zh-CN" altLang="en-US" b="1" dirty="0"/>
              <a:t>队列与服务台的组合</a:t>
            </a:r>
            <a:endParaRPr lang="zh-CN" altLang="en-US" b="1" dirty="0"/>
          </a:p>
          <a:p>
            <a:pPr lvl="1"/>
            <a:r>
              <a:rPr lang="zh-CN" altLang="en-US" b="1" dirty="0"/>
              <a:t>服务方式: 单个顾客, 成批顾客.</a:t>
            </a:r>
            <a:endParaRPr lang="zh-CN" altLang="en-US" b="1" dirty="0"/>
          </a:p>
          <a:p>
            <a:pPr lvl="1"/>
            <a:r>
              <a:rPr lang="zh-CN" altLang="en-US" b="1" dirty="0">
                <a:solidFill>
                  <a:schemeClr val="hlink"/>
                </a:solidFill>
              </a:rPr>
              <a:t>服务时间:</a:t>
            </a:r>
            <a:r>
              <a:rPr lang="zh-CN" altLang="en-US" b="1" dirty="0"/>
              <a:t> 确定的, 随机的. 服务时间和到达间隔时间至少一个是随机的.</a:t>
            </a:r>
            <a:endParaRPr lang="zh-CN" altLang="en-US" b="1" dirty="0"/>
          </a:p>
          <a:p>
            <a:pPr lvl="1"/>
            <a:r>
              <a:rPr lang="zh-CN" altLang="en-US" b="1" dirty="0"/>
              <a:t>服务时间分布是平稳的.</a:t>
            </a:r>
            <a:endParaRPr lang="zh-CN" altLang="en-US" b="1" dirty="0"/>
          </a:p>
        </p:txBody>
      </p:sp>
    </p:spTree>
  </p:cSld>
  <p:clrMapOvr>
    <a:masterClrMapping/>
  </p:clrMapOvr>
  <p:transition spd="slow">
    <p:strips dir="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1426" name="内容占位符 231425"/>
          <p:cNvSpPr>
            <a:spLocks noGrp="1"/>
          </p:cNvSpPr>
          <p:nvPr>
            <p:ph/>
          </p:nvPr>
        </p:nvSpPr>
        <p:spPr>
          <a:xfrm>
            <a:off x="1547813" y="836613"/>
            <a:ext cx="5472112" cy="822325"/>
          </a:xfrm>
        </p:spPr>
        <p:txBody>
          <a:bodyPr/>
          <a:p>
            <a:pPr lvl="1"/>
            <a:r>
              <a:rPr lang="zh-CN" altLang="en-US" b="1" dirty="0">
                <a:solidFill>
                  <a:srgbClr val="FF99CC"/>
                </a:solidFill>
              </a:rPr>
              <a:t>服务时间分布:</a:t>
            </a:r>
            <a:endParaRPr lang="zh-CN" altLang="en-US" b="1" dirty="0">
              <a:solidFill>
                <a:srgbClr val="FF99CC"/>
              </a:solidFill>
            </a:endParaRPr>
          </a:p>
        </p:txBody>
      </p:sp>
      <p:sp>
        <p:nvSpPr>
          <p:cNvPr id="231427" name="文本框 231426"/>
          <p:cNvSpPr txBox="1"/>
          <p:nvPr/>
        </p:nvSpPr>
        <p:spPr>
          <a:xfrm>
            <a:off x="971550" y="1700213"/>
            <a:ext cx="7380288" cy="946150"/>
          </a:xfrm>
          <a:prstGeom prst="rect">
            <a:avLst/>
          </a:prstGeom>
          <a:noFill/>
          <a:ln w="9525">
            <a:noFill/>
          </a:ln>
        </p:spPr>
        <p:txBody>
          <a:bodyPr>
            <a:spAutoFit/>
          </a:bodyPr>
          <a:p>
            <a:r>
              <a:rPr lang="zh-CN" altLang="en-US" sz="2400" b="0" dirty="0">
                <a:latin typeface="Times New Roman" panose="02020603050405020304" pitchFamily="18" charset="0"/>
              </a:rPr>
              <a:t>         </a:t>
            </a:r>
            <a:r>
              <a:rPr lang="zh-CN" altLang="en-US" sz="2800" dirty="0">
                <a:latin typeface="楷体_GB2312" pitchFamily="49" charset="-122"/>
                <a:ea typeface="楷体_GB2312" pitchFamily="49" charset="-122"/>
              </a:rPr>
              <a:t>设某服务台的服务时间为</a:t>
            </a:r>
            <a:r>
              <a:rPr lang="en-US" altLang="zh-CN" sz="2800">
                <a:latin typeface="楷体_GB2312" pitchFamily="49" charset="-122"/>
                <a:ea typeface="楷体_GB2312" pitchFamily="49" charset="-122"/>
              </a:rPr>
              <a:t>V，</a:t>
            </a:r>
            <a:r>
              <a:rPr lang="zh-CN" altLang="en-US" sz="2800" dirty="0">
                <a:latin typeface="楷体_GB2312" pitchFamily="49" charset="-122"/>
                <a:ea typeface="楷体_GB2312" pitchFamily="49" charset="-122"/>
              </a:rPr>
              <a:t>其密度函数为</a:t>
            </a:r>
            <a:r>
              <a:rPr lang="en-US" altLang="zh-CN" sz="2800">
                <a:latin typeface="楷体_GB2312" pitchFamily="49" charset="-122"/>
                <a:ea typeface="楷体_GB2312" pitchFamily="49" charset="-122"/>
              </a:rPr>
              <a:t>b（t），</a:t>
            </a:r>
            <a:r>
              <a:rPr lang="zh-CN" altLang="en-US" sz="2800" dirty="0">
                <a:latin typeface="楷体_GB2312" pitchFamily="49" charset="-122"/>
                <a:ea typeface="楷体_GB2312" pitchFamily="49" charset="-122"/>
              </a:rPr>
              <a:t>常见的分布有：</a:t>
            </a:r>
            <a:endParaRPr lang="zh-CN" altLang="en-US" sz="2800" dirty="0">
              <a:latin typeface="楷体_GB2312" pitchFamily="49" charset="-122"/>
              <a:ea typeface="楷体_GB2312" pitchFamily="49" charset="-122"/>
            </a:endParaRPr>
          </a:p>
        </p:txBody>
      </p:sp>
      <p:grpSp>
        <p:nvGrpSpPr>
          <p:cNvPr id="231428" name="组合 231427"/>
          <p:cNvGrpSpPr/>
          <p:nvPr/>
        </p:nvGrpSpPr>
        <p:grpSpPr>
          <a:xfrm>
            <a:off x="533400" y="2590800"/>
            <a:ext cx="8305800" cy="3532188"/>
            <a:chOff x="336" y="1680"/>
            <a:chExt cx="5232" cy="2225"/>
          </a:xfrm>
        </p:grpSpPr>
        <p:sp>
          <p:nvSpPr>
            <p:cNvPr id="231429" name="文本框 231428"/>
            <p:cNvSpPr txBox="1"/>
            <p:nvPr/>
          </p:nvSpPr>
          <p:spPr>
            <a:xfrm>
              <a:off x="336" y="1680"/>
              <a:ext cx="5232" cy="2210"/>
            </a:xfrm>
            <a:prstGeom prst="rect">
              <a:avLst/>
            </a:prstGeom>
            <a:noFill/>
            <a:ln w="9525">
              <a:noFill/>
            </a:ln>
          </p:spPr>
          <p:txBody>
            <a:bodyPr>
              <a:spAutoFit/>
            </a:bodyPr>
            <a:p>
              <a:r>
                <a:rPr lang="zh-CN" altLang="en-US" sz="2800" dirty="0">
                  <a:latin typeface="楷体_GB2312" pitchFamily="49" charset="-122"/>
                  <a:ea typeface="楷体_GB2312" pitchFamily="49" charset="-122"/>
                </a:rPr>
                <a:t>（1）定长分布（</a:t>
              </a:r>
              <a:r>
                <a:rPr lang="en-US" altLang="zh-CN" sz="2800">
                  <a:latin typeface="楷体_GB2312" pitchFamily="49" charset="-122"/>
                  <a:ea typeface="楷体_GB2312" pitchFamily="49" charset="-122"/>
                </a:rPr>
                <a:t>D）：</a:t>
              </a:r>
              <a:r>
                <a:rPr lang="zh-CN" altLang="en-US" sz="2800" dirty="0">
                  <a:latin typeface="楷体_GB2312" pitchFamily="49" charset="-122"/>
                  <a:ea typeface="楷体_GB2312" pitchFamily="49" charset="-122"/>
                </a:rPr>
                <a:t>每个顾客接受服务的时间</a:t>
              </a:r>
              <a:endParaRPr lang="zh-CN" altLang="en-US" sz="2800" dirty="0">
                <a:latin typeface="楷体_GB2312" pitchFamily="49" charset="-122"/>
                <a:ea typeface="楷体_GB2312" pitchFamily="49" charset="-122"/>
              </a:endParaRPr>
            </a:p>
            <a:p>
              <a:r>
                <a:rPr lang="zh-CN" altLang="en-US" sz="2800" dirty="0">
                  <a:latin typeface="楷体_GB2312" pitchFamily="49" charset="-122"/>
                  <a:ea typeface="楷体_GB2312" pitchFamily="49" charset="-122"/>
                </a:rPr>
                <a:t>     是一个确定的常数。</a:t>
              </a:r>
              <a:endParaRPr lang="zh-CN" altLang="en-US" sz="2800" dirty="0">
                <a:latin typeface="楷体_GB2312" pitchFamily="49" charset="-122"/>
                <a:ea typeface="楷体_GB2312" pitchFamily="49" charset="-122"/>
              </a:endParaRPr>
            </a:p>
            <a:p>
              <a:r>
                <a:rPr lang="zh-CN" altLang="en-US" sz="2800" dirty="0">
                  <a:latin typeface="楷体_GB2312" pitchFamily="49" charset="-122"/>
                  <a:ea typeface="楷体_GB2312" pitchFamily="49" charset="-122"/>
                </a:rPr>
                <a:t>（2）负指数分布（</a:t>
              </a:r>
              <a:r>
                <a:rPr lang="en-US" altLang="zh-CN" sz="2800">
                  <a:latin typeface="楷体_GB2312" pitchFamily="49" charset="-122"/>
                  <a:ea typeface="楷体_GB2312" pitchFamily="49" charset="-122"/>
                </a:rPr>
                <a:t>M）：</a:t>
              </a:r>
              <a:r>
                <a:rPr lang="zh-CN" altLang="en-US" sz="2800" dirty="0">
                  <a:latin typeface="楷体_GB2312" pitchFamily="49" charset="-122"/>
                  <a:ea typeface="楷体_GB2312" pitchFamily="49" charset="-122"/>
                </a:rPr>
                <a:t>每个顾客接受服务时间</a:t>
              </a:r>
              <a:endParaRPr lang="zh-CN" altLang="en-US" sz="2800" dirty="0">
                <a:latin typeface="楷体_GB2312" pitchFamily="49" charset="-122"/>
                <a:ea typeface="楷体_GB2312" pitchFamily="49" charset="-122"/>
              </a:endParaRPr>
            </a:p>
            <a:p>
              <a:r>
                <a:rPr lang="zh-CN" altLang="en-US" sz="2800" dirty="0">
                  <a:latin typeface="楷体_GB2312" pitchFamily="49" charset="-122"/>
                  <a:ea typeface="楷体_GB2312" pitchFamily="49" charset="-122"/>
                </a:rPr>
                <a:t>     相互独立，具有相互的负指数分布：</a:t>
              </a:r>
              <a:endParaRPr lang="zh-CN" altLang="en-US" sz="2800" dirty="0">
                <a:latin typeface="楷体_GB2312" pitchFamily="49" charset="-122"/>
                <a:ea typeface="楷体_GB2312" pitchFamily="49" charset="-122"/>
              </a:endParaRPr>
            </a:p>
            <a:p>
              <a:endParaRPr lang="zh-CN" altLang="en-US" sz="2800" dirty="0">
                <a:latin typeface="楷体_GB2312" pitchFamily="49" charset="-122"/>
                <a:ea typeface="楷体_GB2312" pitchFamily="49" charset="-122"/>
              </a:endParaRPr>
            </a:p>
            <a:p>
              <a:endParaRPr lang="zh-CN" altLang="en-US" sz="2800" dirty="0">
                <a:latin typeface="楷体_GB2312" pitchFamily="49" charset="-122"/>
                <a:ea typeface="楷体_GB2312" pitchFamily="49" charset="-122"/>
              </a:endParaRPr>
            </a:p>
            <a:p>
              <a:r>
                <a:rPr lang="zh-CN" altLang="en-US" sz="2800" dirty="0">
                  <a:latin typeface="楷体_GB2312" pitchFamily="49" charset="-122"/>
                  <a:ea typeface="楷体_GB2312" pitchFamily="49" charset="-122"/>
                </a:rPr>
                <a:t>      </a:t>
              </a:r>
              <a:endParaRPr lang="zh-CN" altLang="en-US" sz="2800" dirty="0">
                <a:latin typeface="楷体_GB2312" pitchFamily="49" charset="-122"/>
                <a:ea typeface="楷体_GB2312" pitchFamily="49" charset="-122"/>
              </a:endParaRPr>
            </a:p>
            <a:p>
              <a:r>
                <a:rPr lang="zh-CN" altLang="en-US" sz="2800" dirty="0">
                  <a:latin typeface="楷体_GB2312" pitchFamily="49" charset="-122"/>
                  <a:ea typeface="楷体_GB2312" pitchFamily="49" charset="-122"/>
                </a:rPr>
                <a:t>     其中      ，为一常数。</a:t>
              </a:r>
              <a:endParaRPr lang="zh-CN" altLang="en-US" sz="2800" dirty="0">
                <a:latin typeface="楷体_GB2312" pitchFamily="49" charset="-122"/>
                <a:ea typeface="楷体_GB2312" pitchFamily="49" charset="-122"/>
              </a:endParaRPr>
            </a:p>
          </p:txBody>
        </p:sp>
        <p:graphicFrame>
          <p:nvGraphicFramePr>
            <p:cNvPr id="231430" name="对象 231429"/>
            <p:cNvGraphicFramePr/>
            <p:nvPr/>
          </p:nvGraphicFramePr>
          <p:xfrm>
            <a:off x="1584" y="2784"/>
            <a:ext cx="2304" cy="823"/>
          </p:xfrm>
          <a:graphic>
            <a:graphicData uri="http://schemas.openxmlformats.org/presentationml/2006/ole">
              <mc:AlternateContent xmlns:mc="http://schemas.openxmlformats.org/markup-compatibility/2006">
                <mc:Choice xmlns:v="urn:schemas-microsoft-com:vml" Requires="v">
                  <p:oleObj spid="_x0000_s3107" name="" r:id="rId1" imgW="1332865" imgH="482600" progId="Equation.3">
                    <p:embed/>
                  </p:oleObj>
                </mc:Choice>
                <mc:Fallback>
                  <p:oleObj name="" r:id="rId1" imgW="1332865" imgH="482600" progId="Equation.3">
                    <p:embed/>
                    <p:pic>
                      <p:nvPicPr>
                        <p:cNvPr id="0" name="图片 3106"/>
                        <p:cNvPicPr/>
                        <p:nvPr/>
                      </p:nvPicPr>
                      <p:blipFill>
                        <a:blip r:embed="rId2">
                          <a:clrChange>
                            <a:clrFrom>
                              <a:srgbClr val="000000"/>
                            </a:clrFrom>
                            <a:clrTo>
                              <a:srgbClr val="000000"/>
                            </a:clrTo>
                          </a:clrChange>
                        </a:blip>
                        <a:stretch>
                          <a:fillRect/>
                        </a:stretch>
                      </p:blipFill>
                      <p:spPr>
                        <a:xfrm>
                          <a:off x="1584" y="2784"/>
                          <a:ext cx="2304" cy="823"/>
                        </a:xfrm>
                        <a:prstGeom prst="rect">
                          <a:avLst/>
                        </a:prstGeom>
                        <a:noFill/>
                        <a:ln w="38100">
                          <a:noFill/>
                          <a:miter/>
                        </a:ln>
                      </p:spPr>
                    </p:pic>
                  </p:oleObj>
                </mc:Fallback>
              </mc:AlternateContent>
            </a:graphicData>
          </a:graphic>
        </p:graphicFrame>
        <p:graphicFrame>
          <p:nvGraphicFramePr>
            <p:cNvPr id="231431" name="对象 231430"/>
            <p:cNvGraphicFramePr/>
            <p:nvPr/>
          </p:nvGraphicFramePr>
          <p:xfrm>
            <a:off x="1440" y="3575"/>
            <a:ext cx="624" cy="330"/>
          </p:xfrm>
          <a:graphic>
            <a:graphicData uri="http://schemas.openxmlformats.org/presentationml/2006/ole">
              <mc:AlternateContent xmlns:mc="http://schemas.openxmlformats.org/markup-compatibility/2006">
                <mc:Choice xmlns:v="urn:schemas-microsoft-com:vml" Requires="v">
                  <p:oleObj spid="_x0000_s3103" name="" r:id="rId3" imgW="380365" imgH="203200" progId="Equation.3">
                    <p:embed/>
                  </p:oleObj>
                </mc:Choice>
                <mc:Fallback>
                  <p:oleObj name="" r:id="rId3" imgW="380365" imgH="203200" progId="Equation.3">
                    <p:embed/>
                    <p:pic>
                      <p:nvPicPr>
                        <p:cNvPr id="0" name="图片 3102"/>
                        <p:cNvPicPr/>
                        <p:nvPr/>
                      </p:nvPicPr>
                      <p:blipFill>
                        <a:blip r:embed="rId4">
                          <a:clrChange>
                            <a:clrFrom>
                              <a:srgbClr val="000000"/>
                            </a:clrFrom>
                            <a:clrTo>
                              <a:srgbClr val="000000"/>
                            </a:clrTo>
                          </a:clrChange>
                        </a:blip>
                        <a:stretch>
                          <a:fillRect/>
                        </a:stretch>
                      </p:blipFill>
                      <p:spPr>
                        <a:xfrm>
                          <a:off x="1440" y="3575"/>
                          <a:ext cx="624" cy="330"/>
                        </a:xfrm>
                        <a:prstGeom prst="rect">
                          <a:avLst/>
                        </a:prstGeom>
                        <a:noFill/>
                        <a:ln w="38100">
                          <a:noFill/>
                          <a:miter/>
                        </a:ln>
                      </p:spPr>
                    </p:pic>
                  </p:oleObj>
                </mc:Fallback>
              </mc:AlternateContent>
            </a:graphicData>
          </a:graphic>
        </p:graphicFrame>
      </p:grpSp>
      <p:sp>
        <p:nvSpPr>
          <p:cNvPr id="231432" name="矩形 231431"/>
          <p:cNvSpPr/>
          <p:nvPr/>
        </p:nvSpPr>
        <p:spPr>
          <a:xfrm>
            <a:off x="1295400" y="2667000"/>
            <a:ext cx="7086600" cy="1066800"/>
          </a:xfrm>
          <a:prstGeom prst="rect">
            <a:avLst/>
          </a:prstGeom>
          <a:solidFill>
            <a:srgbClr val="FFCCCC"/>
          </a:solidFill>
          <a:ln w="9525">
            <a:noFill/>
          </a:ln>
          <a:effectLst>
            <a:outerShdw dist="107763" dir="2699999" algn="ctr" rotWithShape="0">
              <a:srgbClr val="006600"/>
            </a:outerShdw>
          </a:effectLst>
        </p:spPr>
        <p:txBody>
          <a:bodyPr>
            <a:spAutoFit/>
          </a:bodyPr>
          <a:p>
            <a:pPr eaLnBrk="0" hangingPunct="0"/>
            <a:r>
              <a:rPr lang="en-US" altLang="zh-CN" sz="3200">
                <a:solidFill>
                  <a:schemeClr val="bg2"/>
                </a:solidFill>
                <a:latin typeface="楷体_GB2312" pitchFamily="49" charset="-122"/>
                <a:ea typeface="楷体_GB2312" pitchFamily="49" charset="-122"/>
              </a:rPr>
              <a:t>μ-- </a:t>
            </a:r>
            <a:r>
              <a:rPr lang="zh-CN" altLang="en-US" sz="3200" dirty="0">
                <a:solidFill>
                  <a:schemeClr val="bg2"/>
                </a:solidFill>
                <a:latin typeface="楷体_GB2312" pitchFamily="49" charset="-122"/>
                <a:ea typeface="楷体_GB2312" pitchFamily="49" charset="-122"/>
              </a:rPr>
              <a:t>单位时间平均服务完成的顾客数</a:t>
            </a:r>
            <a:endParaRPr lang="zh-CN" altLang="en-US" sz="3200" dirty="0">
              <a:solidFill>
                <a:schemeClr val="bg2"/>
              </a:solidFill>
              <a:latin typeface="楷体_GB2312" pitchFamily="49" charset="-122"/>
              <a:ea typeface="楷体_GB2312" pitchFamily="49" charset="-122"/>
            </a:endParaRPr>
          </a:p>
          <a:p>
            <a:pPr lvl="1" eaLnBrk="0" hangingPunct="0"/>
            <a:r>
              <a:rPr lang="zh-CN" altLang="zh-CN" sz="3200" b="1" dirty="0">
                <a:solidFill>
                  <a:schemeClr val="bg2"/>
                </a:solidFill>
                <a:latin typeface="楷体_GB2312" pitchFamily="49" charset="-122"/>
                <a:ea typeface="楷体_GB2312" pitchFamily="49" charset="-122"/>
              </a:rPr>
              <a:t>1/</a:t>
            </a:r>
            <a:r>
              <a:rPr lang="en-US" altLang="zh-CN" sz="3200" b="1">
                <a:solidFill>
                  <a:schemeClr val="bg2"/>
                </a:solidFill>
                <a:latin typeface="楷体_GB2312" pitchFamily="49" charset="-122"/>
                <a:ea typeface="楷体_GB2312" pitchFamily="49" charset="-122"/>
              </a:rPr>
              <a:t>μ -- </a:t>
            </a:r>
            <a:r>
              <a:rPr lang="zh-CN" altLang="en-US" sz="3200" b="1" dirty="0">
                <a:solidFill>
                  <a:schemeClr val="bg2"/>
                </a:solidFill>
                <a:latin typeface="楷体_GB2312" pitchFamily="49" charset="-122"/>
                <a:ea typeface="楷体_GB2312" pitchFamily="49" charset="-122"/>
              </a:rPr>
              <a:t>每个顾客的平均服务时间</a:t>
            </a:r>
            <a:endParaRPr lang="zh-CN" altLang="en-US" sz="3200" b="1" dirty="0">
              <a:latin typeface="楷体_GB2312" pitchFamily="49" charset="-122"/>
              <a:ea typeface="楷体_GB2312" pitchFamily="49" charset="-122"/>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31432"/>
                                        </p:tgtEl>
                                        <p:attrNameLst>
                                          <p:attrName>style.visibility</p:attrName>
                                        </p:attrNameLst>
                                      </p:cBhvr>
                                      <p:to>
                                        <p:strVal val="visible"/>
                                      </p:to>
                                    </p:set>
                                    <p:animEffect transition="in" filter="box(out)">
                                      <p:cBhvr>
                                        <p:cTn id="7" dur="500"/>
                                        <p:tgtEl>
                                          <p:spTgt spid="231432"/>
                                        </p:tgtEl>
                                      </p:cBhvr>
                                    </p:animEffect>
                                  </p:childTnLst>
                                  <p:subTnLst>
                                    <p:audio>
                                      <p:cMediaNode>
                                        <p:cTn display="0" masterRel="sameClick">
                                          <p:stCondLst>
                                            <p:cond evt="begin" delay="0">
                                              <p:tn val="5"/>
                                            </p:cond>
                                          </p:stCondLst>
                                          <p:endCondLst>
                                            <p:cond evt="onStopAudio" delay="0">
                                              <p:tgtEl>
                                                <p:sldTgt/>
                                              </p:tgtEl>
                                            </p:cond>
                                          </p:endCondLst>
                                        </p:cTn>
                                        <p:tgtEl>
                                          <p:sndTgt r:embed="rId5"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32"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2450" name="内容占位符 232449"/>
          <p:cNvSpPr>
            <a:spLocks noGrp="1"/>
          </p:cNvSpPr>
          <p:nvPr>
            <p:ph/>
          </p:nvPr>
        </p:nvSpPr>
        <p:spPr>
          <a:xfrm>
            <a:off x="1187450" y="908050"/>
            <a:ext cx="7804150" cy="822325"/>
          </a:xfrm>
        </p:spPr>
        <p:txBody>
          <a:bodyPr lIns="92075" tIns="46038" rIns="92075" bIns="46038"/>
          <a:p>
            <a:pPr lvl="1"/>
            <a:r>
              <a:rPr lang="zh-CN" altLang="en-US" b="1" dirty="0">
                <a:solidFill>
                  <a:srgbClr val="FF99CC"/>
                </a:solidFill>
              </a:rPr>
              <a:t>服务时间分布:</a:t>
            </a:r>
            <a:endParaRPr lang="zh-CN" altLang="en-US" b="1" dirty="0">
              <a:solidFill>
                <a:srgbClr val="FF99CC"/>
              </a:solidFill>
            </a:endParaRPr>
          </a:p>
        </p:txBody>
      </p:sp>
      <p:sp>
        <p:nvSpPr>
          <p:cNvPr id="232451" name="文本框 232450"/>
          <p:cNvSpPr txBox="1"/>
          <p:nvPr/>
        </p:nvSpPr>
        <p:spPr>
          <a:xfrm>
            <a:off x="323850" y="2492375"/>
            <a:ext cx="8610600" cy="946150"/>
          </a:xfrm>
          <a:prstGeom prst="rect">
            <a:avLst/>
          </a:prstGeom>
          <a:noFill/>
          <a:ln w="9525">
            <a:noFill/>
          </a:ln>
        </p:spPr>
        <p:txBody>
          <a:bodyPr>
            <a:spAutoFit/>
          </a:bodyPr>
          <a:p>
            <a:r>
              <a:rPr lang="zh-CN" altLang="en-US" sz="2800" dirty="0">
                <a:latin typeface="楷体_GB2312" pitchFamily="49" charset="-122"/>
                <a:ea typeface="楷体_GB2312" pitchFamily="49" charset="-122"/>
              </a:rPr>
              <a:t>（3）</a:t>
            </a:r>
            <a:r>
              <a:rPr lang="en-US" altLang="zh-CN" sz="2800">
                <a:latin typeface="楷体_GB2312" pitchFamily="49" charset="-122"/>
                <a:ea typeface="楷体_GB2312" pitchFamily="49" charset="-122"/>
              </a:rPr>
              <a:t>k</a:t>
            </a:r>
            <a:r>
              <a:rPr lang="zh-CN" altLang="en-US" sz="2800" dirty="0">
                <a:latin typeface="楷体_GB2312" pitchFamily="49" charset="-122"/>
                <a:ea typeface="楷体_GB2312" pitchFamily="49" charset="-122"/>
              </a:rPr>
              <a:t>阶爱尔朗（</a:t>
            </a:r>
            <a:r>
              <a:rPr lang="en-US" altLang="zh-CN" sz="2800" err="1">
                <a:latin typeface="楷体_GB2312" pitchFamily="49" charset="-122"/>
                <a:ea typeface="楷体_GB2312" pitchFamily="49" charset="-122"/>
              </a:rPr>
              <a:t>Erlang</a:t>
            </a:r>
            <a:r>
              <a:rPr lang="en-US" altLang="zh-CN" sz="2800">
                <a:latin typeface="楷体_GB2312" pitchFamily="49" charset="-122"/>
                <a:ea typeface="楷体_GB2312" pitchFamily="49" charset="-122"/>
              </a:rPr>
              <a:t>）</a:t>
            </a:r>
            <a:r>
              <a:rPr lang="zh-CN" altLang="en-US" sz="2800" dirty="0">
                <a:latin typeface="楷体_GB2312" pitchFamily="49" charset="-122"/>
                <a:ea typeface="楷体_GB2312" pitchFamily="49" charset="-122"/>
              </a:rPr>
              <a:t>分布：每个顾客接受服务  </a:t>
            </a:r>
            <a:endParaRPr lang="zh-CN" altLang="en-US" sz="2800" dirty="0">
              <a:latin typeface="楷体_GB2312" pitchFamily="49" charset="-122"/>
              <a:ea typeface="楷体_GB2312" pitchFamily="49" charset="-122"/>
            </a:endParaRPr>
          </a:p>
          <a:p>
            <a:r>
              <a:rPr lang="zh-CN" altLang="en-US" sz="2800" dirty="0">
                <a:latin typeface="楷体_GB2312" pitchFamily="49" charset="-122"/>
                <a:ea typeface="楷体_GB2312" pitchFamily="49" charset="-122"/>
              </a:rPr>
              <a:t>     时间服从</a:t>
            </a:r>
            <a:r>
              <a:rPr lang="en-US" altLang="zh-CN" sz="2800">
                <a:latin typeface="楷体_GB2312" pitchFamily="49" charset="-122"/>
                <a:ea typeface="楷体_GB2312" pitchFamily="49" charset="-122"/>
              </a:rPr>
              <a:t>k</a:t>
            </a:r>
            <a:r>
              <a:rPr lang="zh-CN" altLang="en-US" sz="2800" dirty="0">
                <a:latin typeface="楷体_GB2312" pitchFamily="49" charset="-122"/>
                <a:ea typeface="楷体_GB2312" pitchFamily="49" charset="-122"/>
              </a:rPr>
              <a:t>阶爱尔朗分布，其密度函数为：</a:t>
            </a:r>
            <a:endParaRPr lang="zh-CN" altLang="en-US" sz="2800" dirty="0">
              <a:latin typeface="楷体_GB2312" pitchFamily="49" charset="-122"/>
              <a:ea typeface="楷体_GB2312" pitchFamily="49" charset="-122"/>
            </a:endParaRPr>
          </a:p>
        </p:txBody>
      </p:sp>
      <p:graphicFrame>
        <p:nvGraphicFramePr>
          <p:cNvPr id="232452" name="对象 232451"/>
          <p:cNvGraphicFramePr/>
          <p:nvPr/>
        </p:nvGraphicFramePr>
        <p:xfrm>
          <a:off x="2268538" y="3860800"/>
          <a:ext cx="4572000" cy="1219200"/>
        </p:xfrm>
        <a:graphic>
          <a:graphicData uri="http://schemas.openxmlformats.org/presentationml/2006/ole">
            <mc:AlternateContent xmlns:mc="http://schemas.openxmlformats.org/markup-compatibility/2006">
              <mc:Choice xmlns:v="urn:schemas-microsoft-com:vml" Requires="v">
                <p:oleObj spid="_x0000_s3104" name="" r:id="rId1" imgW="1358265" imgH="444500" progId="Equation.3">
                  <p:embed/>
                </p:oleObj>
              </mc:Choice>
              <mc:Fallback>
                <p:oleObj name="" r:id="rId1" imgW="1358265" imgH="444500" progId="Equation.3">
                  <p:embed/>
                  <p:pic>
                    <p:nvPicPr>
                      <p:cNvPr id="0" name="图片 3103"/>
                      <p:cNvPicPr/>
                      <p:nvPr/>
                    </p:nvPicPr>
                    <p:blipFill>
                      <a:blip r:embed="rId2">
                        <a:clrChange>
                          <a:clrFrom>
                            <a:srgbClr val="000000"/>
                          </a:clrFrom>
                          <a:clrTo>
                            <a:srgbClr val="000000"/>
                          </a:clrTo>
                        </a:clrChange>
                      </a:blip>
                      <a:stretch>
                        <a:fillRect/>
                      </a:stretch>
                    </p:blipFill>
                    <p:spPr>
                      <a:xfrm>
                        <a:off x="2268538" y="3860800"/>
                        <a:ext cx="4572000" cy="1219200"/>
                      </a:xfrm>
                      <a:prstGeom prst="rect">
                        <a:avLst/>
                      </a:prstGeom>
                      <a:noFill/>
                      <a:ln w="38100">
                        <a:noFill/>
                        <a:miter/>
                      </a:ln>
                    </p:spPr>
                  </p:pic>
                </p:oleObj>
              </mc:Fallback>
            </mc:AlternateContent>
          </a:graphicData>
        </a:graphic>
      </p:graphicFrame>
    </p:spTree>
  </p:cSld>
  <p:clrMapOvr>
    <a:masterClrMapping/>
  </p:clrMapOvr>
  <p:transition spd="slow">
    <p:strips dir="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3474" name="标题 233473"/>
          <p:cNvSpPr>
            <a:spLocks noGrp="1"/>
          </p:cNvSpPr>
          <p:nvPr>
            <p:ph type="title"/>
          </p:nvPr>
        </p:nvSpPr>
        <p:spPr/>
        <p:txBody>
          <a:bodyPr anchor="b"/>
          <a:p>
            <a:r>
              <a:rPr lang="zh-CN" altLang="en-US" dirty="0"/>
              <a:t> </a:t>
            </a:r>
            <a:endParaRPr lang="zh-CN" altLang="en-US" dirty="0"/>
          </a:p>
        </p:txBody>
      </p:sp>
      <p:sp>
        <p:nvSpPr>
          <p:cNvPr id="233475" name="文本占位符 233474"/>
          <p:cNvSpPr>
            <a:spLocks noGrp="1"/>
          </p:cNvSpPr>
          <p:nvPr>
            <p:ph type="body" idx="1"/>
          </p:nvPr>
        </p:nvSpPr>
        <p:spPr>
          <a:xfrm>
            <a:off x="539750" y="1916113"/>
            <a:ext cx="8064500" cy="4105275"/>
          </a:xfrm>
        </p:spPr>
        <p:txBody>
          <a:bodyPr/>
          <a:p>
            <a:pPr lvl="1"/>
            <a:r>
              <a:rPr lang="zh-CN" altLang="en-US" b="1" dirty="0"/>
              <a:t>符号表示: </a:t>
            </a:r>
            <a:r>
              <a:rPr lang="en-US" altLang="zh-CN" b="1"/>
              <a:t>X/Y/Z</a:t>
            </a:r>
            <a:endParaRPr lang="en-US" altLang="zh-CN" b="1"/>
          </a:p>
          <a:p>
            <a:pPr lvl="2"/>
            <a:r>
              <a:rPr lang="en-US" altLang="zh-CN" b="1"/>
              <a:t>X -- </a:t>
            </a:r>
            <a:r>
              <a:rPr lang="zh-CN" altLang="en-US" b="1"/>
              <a:t>顾</a:t>
            </a:r>
            <a:r>
              <a:rPr lang="zh-CN" altLang="en-US" b="1" dirty="0"/>
              <a:t>客到达间隔时间分布</a:t>
            </a:r>
            <a:endParaRPr lang="zh-CN" altLang="en-US" b="1" dirty="0"/>
          </a:p>
          <a:p>
            <a:pPr lvl="2"/>
            <a:r>
              <a:rPr lang="en-US" altLang="zh-CN" b="1"/>
              <a:t>Y -- </a:t>
            </a:r>
            <a:r>
              <a:rPr lang="zh-CN" altLang="en-US" b="1" dirty="0"/>
              <a:t>服务时间分布</a:t>
            </a:r>
            <a:endParaRPr lang="zh-CN" altLang="en-US" b="1" dirty="0"/>
          </a:p>
          <a:p>
            <a:pPr lvl="2"/>
            <a:r>
              <a:rPr lang="en-US" altLang="zh-CN" b="1"/>
              <a:t>Z -- </a:t>
            </a:r>
            <a:r>
              <a:rPr lang="zh-CN" altLang="en-US" b="1" dirty="0"/>
              <a:t>服务台个数</a:t>
            </a:r>
            <a:endParaRPr lang="zh-CN" altLang="en-US" b="1" dirty="0"/>
          </a:p>
          <a:p>
            <a:pPr lvl="2"/>
            <a:r>
              <a:rPr lang="en-US" altLang="zh-CN" b="1"/>
              <a:t>X, Y </a:t>
            </a:r>
            <a:r>
              <a:rPr lang="zh-CN" altLang="en-US" b="1" dirty="0"/>
              <a:t>可以是:</a:t>
            </a:r>
            <a:endParaRPr lang="zh-CN" altLang="en-US" b="1" dirty="0"/>
          </a:p>
          <a:p>
            <a:pPr lvl="3"/>
            <a:r>
              <a:rPr lang="en-US" altLang="zh-CN" sz="2400" b="1">
                <a:solidFill>
                  <a:schemeClr val="hlink"/>
                </a:solidFill>
                <a:latin typeface="宋体" panose="02010600030101010101" pitchFamily="2" charset="-122"/>
              </a:rPr>
              <a:t>M -- </a:t>
            </a:r>
            <a:r>
              <a:rPr lang="zh-CN" altLang="en-US" sz="2400" b="1" dirty="0">
                <a:solidFill>
                  <a:schemeClr val="hlink"/>
                </a:solidFill>
                <a:latin typeface="宋体" panose="02010600030101010101" pitchFamily="2" charset="-122"/>
              </a:rPr>
              <a:t>负指数分布</a:t>
            </a:r>
            <a:endParaRPr lang="zh-CN" altLang="en-US" sz="2400" b="1" dirty="0">
              <a:solidFill>
                <a:schemeClr val="hlink"/>
              </a:solidFill>
              <a:latin typeface="宋体" panose="02010600030101010101" pitchFamily="2" charset="-122"/>
            </a:endParaRPr>
          </a:p>
          <a:p>
            <a:pPr lvl="3"/>
            <a:r>
              <a:rPr lang="en-US" altLang="zh-CN" sz="2400" b="1">
                <a:solidFill>
                  <a:schemeClr val="hlink"/>
                </a:solidFill>
                <a:latin typeface="宋体" panose="02010600030101010101" pitchFamily="2" charset="-122"/>
              </a:rPr>
              <a:t>D -- </a:t>
            </a:r>
            <a:r>
              <a:rPr lang="zh-CN" altLang="en-US" sz="2400" b="1" dirty="0">
                <a:solidFill>
                  <a:schemeClr val="hlink"/>
                </a:solidFill>
                <a:latin typeface="宋体" panose="02010600030101010101" pitchFamily="2" charset="-122"/>
              </a:rPr>
              <a:t>确定性的</a:t>
            </a:r>
            <a:endParaRPr lang="zh-CN" altLang="en-US" sz="2400" b="1" dirty="0">
              <a:solidFill>
                <a:schemeClr val="hlink"/>
              </a:solidFill>
              <a:latin typeface="宋体" panose="02010600030101010101" pitchFamily="2" charset="-122"/>
            </a:endParaRPr>
          </a:p>
          <a:p>
            <a:pPr lvl="3"/>
            <a:r>
              <a:rPr lang="en-US" altLang="zh-CN" sz="2400" b="1" err="1">
                <a:solidFill>
                  <a:schemeClr val="hlink"/>
                </a:solidFill>
                <a:latin typeface="宋体" panose="02010600030101010101" pitchFamily="2" charset="-122"/>
              </a:rPr>
              <a:t>E</a:t>
            </a:r>
            <a:r>
              <a:rPr lang="en-US" altLang="zh-CN" sz="2400" b="1" baseline="-25000" err="1">
                <a:solidFill>
                  <a:schemeClr val="hlink"/>
                </a:solidFill>
                <a:latin typeface="宋体" panose="02010600030101010101" pitchFamily="2" charset="-122"/>
              </a:rPr>
              <a:t>k</a:t>
            </a:r>
            <a:r>
              <a:rPr lang="en-US" altLang="zh-CN" sz="2400" b="1">
                <a:solidFill>
                  <a:schemeClr val="hlink"/>
                </a:solidFill>
                <a:latin typeface="宋体" panose="02010600030101010101" pitchFamily="2" charset="-122"/>
              </a:rPr>
              <a:t> -- k</a:t>
            </a:r>
            <a:r>
              <a:rPr lang="zh-CN" altLang="en-US" sz="2400" b="1">
                <a:solidFill>
                  <a:schemeClr val="hlink"/>
                </a:solidFill>
                <a:latin typeface="宋体" panose="02010600030101010101" pitchFamily="2" charset="-122"/>
              </a:rPr>
              <a:t>阶</a:t>
            </a:r>
            <a:r>
              <a:rPr lang="en-US" altLang="zh-CN" sz="2400" b="1" err="1">
                <a:solidFill>
                  <a:schemeClr val="hlink"/>
                </a:solidFill>
                <a:latin typeface="宋体" panose="02010600030101010101" pitchFamily="2" charset="-122"/>
              </a:rPr>
              <a:t>Erlang</a:t>
            </a:r>
            <a:r>
              <a:rPr lang="zh-CN" altLang="en-US" sz="2400" b="1" dirty="0">
                <a:solidFill>
                  <a:schemeClr val="hlink"/>
                </a:solidFill>
                <a:latin typeface="宋体" panose="02010600030101010101" pitchFamily="2" charset="-122"/>
              </a:rPr>
              <a:t>分布</a:t>
            </a:r>
            <a:endParaRPr lang="zh-CN" altLang="en-US" sz="2400" b="1" dirty="0">
              <a:solidFill>
                <a:schemeClr val="hlink"/>
              </a:solidFill>
              <a:latin typeface="宋体" panose="02010600030101010101" pitchFamily="2" charset="-122"/>
            </a:endParaRPr>
          </a:p>
          <a:p>
            <a:pPr lvl="3"/>
            <a:r>
              <a:rPr lang="en-US" altLang="zh-CN" sz="2400" b="1">
                <a:solidFill>
                  <a:schemeClr val="hlink"/>
                </a:solidFill>
                <a:latin typeface="宋体" panose="02010600030101010101" pitchFamily="2" charset="-122"/>
              </a:rPr>
              <a:t>GI -- </a:t>
            </a:r>
            <a:r>
              <a:rPr lang="zh-CN" altLang="en-US" sz="2400" b="1" dirty="0">
                <a:solidFill>
                  <a:schemeClr val="hlink"/>
                </a:solidFill>
                <a:latin typeface="宋体" panose="02010600030101010101" pitchFamily="2" charset="-122"/>
              </a:rPr>
              <a:t>一般相互独立的到达时间间隔分布</a:t>
            </a:r>
            <a:endParaRPr lang="zh-CN" altLang="en-US" sz="2400" b="1" dirty="0">
              <a:solidFill>
                <a:schemeClr val="hlink"/>
              </a:solidFill>
              <a:latin typeface="宋体" panose="02010600030101010101" pitchFamily="2" charset="-122"/>
            </a:endParaRPr>
          </a:p>
          <a:p>
            <a:pPr lvl="3"/>
            <a:r>
              <a:rPr lang="en-US" altLang="zh-CN" sz="2400" b="1">
                <a:solidFill>
                  <a:schemeClr val="hlink"/>
                </a:solidFill>
                <a:latin typeface="宋体" panose="02010600030101010101" pitchFamily="2" charset="-122"/>
              </a:rPr>
              <a:t>G -- </a:t>
            </a:r>
            <a:r>
              <a:rPr lang="zh-CN" altLang="en-US" sz="2400" b="1" dirty="0">
                <a:solidFill>
                  <a:schemeClr val="hlink"/>
                </a:solidFill>
                <a:latin typeface="宋体" panose="02010600030101010101" pitchFamily="2" charset="-122"/>
              </a:rPr>
              <a:t>一般(</a:t>
            </a:r>
            <a:r>
              <a:rPr lang="en-US" altLang="zh-CN" sz="2400" b="1">
                <a:solidFill>
                  <a:schemeClr val="hlink"/>
                </a:solidFill>
                <a:latin typeface="宋体" panose="02010600030101010101" pitchFamily="2" charset="-122"/>
              </a:rPr>
              <a:t>General)</a:t>
            </a:r>
            <a:r>
              <a:rPr lang="zh-CN" altLang="en-US" sz="2400" b="1" dirty="0">
                <a:solidFill>
                  <a:schemeClr val="hlink"/>
                </a:solidFill>
                <a:latin typeface="宋体" panose="02010600030101010101" pitchFamily="2" charset="-122"/>
              </a:rPr>
              <a:t>时间分布</a:t>
            </a:r>
            <a:endParaRPr lang="zh-CN" altLang="en-US" sz="2400" b="1" dirty="0">
              <a:solidFill>
                <a:schemeClr val="hlink"/>
              </a:solidFill>
              <a:latin typeface="宋体" panose="02010600030101010101" pitchFamily="2" charset="-122"/>
            </a:endParaRPr>
          </a:p>
        </p:txBody>
      </p:sp>
      <p:sp>
        <p:nvSpPr>
          <p:cNvPr id="233476" name="矩形 233475"/>
          <p:cNvSpPr/>
          <p:nvPr/>
        </p:nvSpPr>
        <p:spPr>
          <a:xfrm>
            <a:off x="1331913" y="692150"/>
            <a:ext cx="7239000" cy="990600"/>
          </a:xfrm>
          <a:prstGeom prst="rect">
            <a:avLst/>
          </a:prstGeom>
          <a:noFill/>
          <a:ln w="12700">
            <a:noFill/>
          </a:ln>
        </p:spPr>
        <p:txBody>
          <a:bodyPr lIns="90488" tIns="44450" rIns="90488" bIns="44450" anchor="ctr"/>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zh-CN" altLang="en-US" sz="3200" b="1" dirty="0">
                <a:solidFill>
                  <a:srgbClr val="660033"/>
                </a:solidFill>
              </a:rPr>
              <a:t>排队系统的分类</a:t>
            </a:r>
            <a:endParaRPr lang="en-AU" altLang="en-US" sz="3200" b="1">
              <a:solidFill>
                <a:srgbClr val="660033"/>
              </a:solidFill>
            </a:endParaRPr>
          </a:p>
        </p:txBody>
      </p:sp>
    </p:spTree>
  </p:cSld>
  <p:clrMapOvr>
    <a:masterClrMapping/>
  </p:clrMapOvr>
  <p:transition spd="slow">
    <p:strips dir="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4498" name="标题 234497"/>
          <p:cNvSpPr>
            <a:spLocks noGrp="1"/>
          </p:cNvSpPr>
          <p:nvPr>
            <p:ph type="title"/>
          </p:nvPr>
        </p:nvSpPr>
        <p:spPr/>
        <p:txBody>
          <a:bodyPr anchor="b"/>
          <a:p>
            <a:r>
              <a:rPr lang="zh-CN" altLang="en-US" dirty="0"/>
              <a:t> </a:t>
            </a:r>
            <a:endParaRPr lang="zh-CN" altLang="en-US" dirty="0"/>
          </a:p>
        </p:txBody>
      </p:sp>
      <p:sp>
        <p:nvSpPr>
          <p:cNvPr id="234499" name="文本占位符 234498"/>
          <p:cNvSpPr>
            <a:spLocks noGrp="1"/>
          </p:cNvSpPr>
          <p:nvPr>
            <p:ph type="body" idx="1"/>
          </p:nvPr>
        </p:nvSpPr>
        <p:spPr>
          <a:xfrm>
            <a:off x="611188" y="1916113"/>
            <a:ext cx="7772400" cy="3048000"/>
          </a:xfrm>
        </p:spPr>
        <p:txBody>
          <a:bodyPr/>
          <a:p>
            <a:pPr lvl="1"/>
            <a:r>
              <a:rPr lang="zh-CN" altLang="en-US" b="1" dirty="0"/>
              <a:t>扩展符号表示: </a:t>
            </a:r>
            <a:r>
              <a:rPr lang="en-US" altLang="zh-CN" b="1"/>
              <a:t>X/Y/Z/A/B/C</a:t>
            </a:r>
            <a:endParaRPr lang="en-US" altLang="zh-CN" b="1"/>
          </a:p>
          <a:p>
            <a:pPr lvl="2"/>
            <a:r>
              <a:rPr lang="en-US" altLang="zh-CN" b="1"/>
              <a:t>A -- </a:t>
            </a:r>
            <a:r>
              <a:rPr lang="zh-CN" altLang="en-US" b="1" dirty="0"/>
              <a:t>系统容量</a:t>
            </a:r>
            <a:endParaRPr lang="zh-CN" altLang="en-US" b="1" dirty="0"/>
          </a:p>
          <a:p>
            <a:pPr lvl="2"/>
            <a:r>
              <a:rPr lang="en-US" altLang="zh-CN" b="1"/>
              <a:t>B -- </a:t>
            </a:r>
            <a:r>
              <a:rPr lang="zh-CN" altLang="en-US" b="1" dirty="0"/>
              <a:t>顾客源中顾客的数量</a:t>
            </a:r>
            <a:endParaRPr lang="zh-CN" altLang="en-US" b="1" dirty="0"/>
          </a:p>
          <a:p>
            <a:pPr lvl="2"/>
            <a:r>
              <a:rPr lang="en-US" altLang="zh-CN" b="1"/>
              <a:t>C -- </a:t>
            </a:r>
            <a:r>
              <a:rPr lang="zh-CN" altLang="en-US" b="1" dirty="0"/>
              <a:t>服务规则: </a:t>
            </a:r>
            <a:r>
              <a:rPr lang="en-US" altLang="zh-CN" b="1"/>
              <a:t>FCFS, LCFS, </a:t>
            </a:r>
            <a:r>
              <a:rPr lang="zh-CN" altLang="en-US" b="1" dirty="0"/>
              <a:t>等等</a:t>
            </a:r>
            <a:r>
              <a:rPr lang="zh-CN" altLang="en-US" dirty="0"/>
              <a:t>.</a:t>
            </a:r>
            <a:endParaRPr lang="zh-CN" altLang="en-US" dirty="0"/>
          </a:p>
          <a:p>
            <a:endParaRPr lang="zh-CN" altLang="en-US" dirty="0"/>
          </a:p>
        </p:txBody>
      </p:sp>
      <p:sp>
        <p:nvSpPr>
          <p:cNvPr id="234500" name="矩形 234499"/>
          <p:cNvSpPr/>
          <p:nvPr/>
        </p:nvSpPr>
        <p:spPr>
          <a:xfrm>
            <a:off x="684213" y="3933825"/>
            <a:ext cx="7772400" cy="1143000"/>
          </a:xfrm>
          <a:prstGeom prst="rect">
            <a:avLst/>
          </a:prstGeom>
          <a:noFill/>
          <a:ln w="9525">
            <a:noFill/>
          </a:ln>
        </p:spPr>
        <p:txBody>
          <a:bodyPr lIns="92075" tIns="46038" rIns="92075" bIns="46038"/>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1"/>
            <a:r>
              <a:rPr lang="zh-CN" altLang="en-US" b="1" dirty="0"/>
              <a:t>若省略后三项，即是指下面的情形：  </a:t>
            </a:r>
            <a:endParaRPr lang="zh-CN" altLang="en-US" b="1" dirty="0"/>
          </a:p>
          <a:p>
            <a:pPr lvl="1">
              <a:buNone/>
            </a:pPr>
            <a:r>
              <a:rPr lang="zh-CN" altLang="en-US" b="1" dirty="0"/>
              <a:t>            </a:t>
            </a:r>
            <a:r>
              <a:rPr lang="en-US" altLang="zh-CN" b="1"/>
              <a:t>X/Y/Z/     /     /FCFS</a:t>
            </a:r>
            <a:endParaRPr lang="zh-CN" altLang="en-US" b="1"/>
          </a:p>
          <a:p>
            <a:pPr lvl="0"/>
            <a:endParaRPr lang="zh-CN" altLang="en-US" b="0"/>
          </a:p>
        </p:txBody>
      </p:sp>
      <p:grpSp>
        <p:nvGrpSpPr>
          <p:cNvPr id="234504" name="组合 234503"/>
          <p:cNvGrpSpPr/>
          <p:nvPr/>
        </p:nvGrpSpPr>
        <p:grpSpPr>
          <a:xfrm>
            <a:off x="3779838" y="4581525"/>
            <a:ext cx="1254125" cy="442913"/>
            <a:chOff x="2381" y="2523"/>
            <a:chExt cx="790" cy="279"/>
          </a:xfrm>
        </p:grpSpPr>
        <p:graphicFrame>
          <p:nvGraphicFramePr>
            <p:cNvPr id="234501" name="对象 234500"/>
            <p:cNvGraphicFramePr/>
            <p:nvPr/>
          </p:nvGraphicFramePr>
          <p:xfrm>
            <a:off x="2381" y="2523"/>
            <a:ext cx="336" cy="279"/>
          </p:xfrm>
          <a:graphic>
            <a:graphicData uri="http://schemas.openxmlformats.org/presentationml/2006/ole">
              <mc:AlternateContent xmlns:mc="http://schemas.openxmlformats.org/markup-compatibility/2006">
                <mc:Choice xmlns:v="urn:schemas-microsoft-com:vml" Requires="v">
                  <p:oleObj spid="_x0000_s3105" name="" r:id="rId1" imgW="151765" imgH="127000" progId="Equation.3">
                    <p:embed/>
                  </p:oleObj>
                </mc:Choice>
                <mc:Fallback>
                  <p:oleObj name="" r:id="rId1" imgW="151765" imgH="127000" progId="Equation.3">
                    <p:embed/>
                    <p:pic>
                      <p:nvPicPr>
                        <p:cNvPr id="0" name="图片 3104"/>
                        <p:cNvPicPr/>
                        <p:nvPr/>
                      </p:nvPicPr>
                      <p:blipFill>
                        <a:blip r:embed="rId2">
                          <a:clrChange>
                            <a:clrFrom>
                              <a:srgbClr val="000000"/>
                            </a:clrFrom>
                            <a:clrTo>
                              <a:srgbClr val="000000"/>
                            </a:clrTo>
                          </a:clrChange>
                        </a:blip>
                        <a:stretch>
                          <a:fillRect/>
                        </a:stretch>
                      </p:blipFill>
                      <p:spPr>
                        <a:xfrm>
                          <a:off x="2381" y="2523"/>
                          <a:ext cx="336" cy="279"/>
                        </a:xfrm>
                        <a:prstGeom prst="rect">
                          <a:avLst/>
                        </a:prstGeom>
                        <a:noFill/>
                        <a:ln w="38100">
                          <a:noFill/>
                          <a:miter/>
                        </a:ln>
                      </p:spPr>
                    </p:pic>
                  </p:oleObj>
                </mc:Fallback>
              </mc:AlternateContent>
            </a:graphicData>
          </a:graphic>
        </p:graphicFrame>
        <p:graphicFrame>
          <p:nvGraphicFramePr>
            <p:cNvPr id="234502" name="对象 234501"/>
            <p:cNvGraphicFramePr/>
            <p:nvPr/>
          </p:nvGraphicFramePr>
          <p:xfrm>
            <a:off x="2835" y="2523"/>
            <a:ext cx="336" cy="279"/>
          </p:xfrm>
          <a:graphic>
            <a:graphicData uri="http://schemas.openxmlformats.org/presentationml/2006/ole">
              <mc:AlternateContent xmlns:mc="http://schemas.openxmlformats.org/markup-compatibility/2006">
                <mc:Choice xmlns:v="urn:schemas-microsoft-com:vml" Requires="v">
                  <p:oleObj spid="_x0000_s3106" name="" r:id="rId3" imgW="151765" imgH="127000" progId="Equation.3">
                    <p:embed/>
                  </p:oleObj>
                </mc:Choice>
                <mc:Fallback>
                  <p:oleObj name="" r:id="rId3" imgW="151765" imgH="127000" progId="Equation.3">
                    <p:embed/>
                    <p:pic>
                      <p:nvPicPr>
                        <p:cNvPr id="0" name="图片 3105"/>
                        <p:cNvPicPr/>
                        <p:nvPr/>
                      </p:nvPicPr>
                      <p:blipFill>
                        <a:blip r:embed="rId2">
                          <a:clrChange>
                            <a:clrFrom>
                              <a:srgbClr val="000000"/>
                            </a:clrFrom>
                            <a:clrTo>
                              <a:srgbClr val="000000"/>
                            </a:clrTo>
                          </a:clrChange>
                        </a:blip>
                        <a:stretch>
                          <a:fillRect/>
                        </a:stretch>
                      </p:blipFill>
                      <p:spPr>
                        <a:xfrm>
                          <a:off x="2835" y="2523"/>
                          <a:ext cx="336" cy="279"/>
                        </a:xfrm>
                        <a:prstGeom prst="rect">
                          <a:avLst/>
                        </a:prstGeom>
                        <a:noFill/>
                        <a:ln w="38100">
                          <a:noFill/>
                          <a:miter/>
                        </a:ln>
                      </p:spPr>
                    </p:pic>
                  </p:oleObj>
                </mc:Fallback>
              </mc:AlternateContent>
            </a:graphicData>
          </a:graphic>
        </p:graphicFrame>
      </p:grpSp>
      <p:sp>
        <p:nvSpPr>
          <p:cNvPr id="234503" name="文本框 234502"/>
          <p:cNvSpPr txBox="1"/>
          <p:nvPr/>
        </p:nvSpPr>
        <p:spPr>
          <a:xfrm>
            <a:off x="2268538" y="5300663"/>
            <a:ext cx="3276600" cy="457200"/>
          </a:xfrm>
          <a:prstGeom prst="rect">
            <a:avLst/>
          </a:prstGeom>
          <a:solidFill>
            <a:srgbClr val="FFCCCC"/>
          </a:solidFill>
          <a:ln w="9525">
            <a:noFill/>
          </a:ln>
        </p:spPr>
        <p:txBody>
          <a:bodyPr>
            <a:spAutoFit/>
          </a:bodyPr>
          <a:p>
            <a:pPr eaLnBrk="0" hangingPunct="0"/>
            <a:r>
              <a:rPr lang="zh-CN" altLang="en-US" sz="2400" b="0" dirty="0">
                <a:latin typeface="Times New Roman" panose="02020603050405020304" pitchFamily="18" charset="0"/>
              </a:rPr>
              <a:t>例：</a:t>
            </a:r>
            <a:r>
              <a:rPr lang="en-US" altLang="zh-CN" sz="2400" b="0">
                <a:latin typeface="Times New Roman" panose="02020603050405020304" pitchFamily="18" charset="0"/>
              </a:rPr>
              <a:t>M/M/s/K</a:t>
            </a:r>
            <a:r>
              <a:rPr lang="zh-CN" altLang="en-US" sz="2400" b="0" dirty="0">
                <a:latin typeface="Times New Roman" panose="02020603050405020304" pitchFamily="18" charset="0"/>
              </a:rPr>
              <a:t>表示？</a:t>
            </a:r>
            <a:endParaRPr lang="zh-CN" altLang="en-US" sz="2400" b="0" dirty="0">
              <a:latin typeface="Times New Roman" panose="02020603050405020304" pitchFamily="18" charset="0"/>
            </a:endParaRPr>
          </a:p>
        </p:txBody>
      </p:sp>
    </p:spTree>
  </p:cSld>
  <p:clrMapOvr>
    <a:masterClrMapping/>
  </p:clrMapOvr>
  <p:transition spd="slow">
    <p:strips dir="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22" name="标题 235521"/>
          <p:cNvSpPr>
            <a:spLocks noGrp="1"/>
          </p:cNvSpPr>
          <p:nvPr>
            <p:ph type="title"/>
          </p:nvPr>
        </p:nvSpPr>
        <p:spPr/>
        <p:txBody>
          <a:bodyPr anchor="b"/>
          <a:p>
            <a:r>
              <a:rPr lang="zh-CN" altLang="en-US" dirty="0"/>
              <a:t> </a:t>
            </a:r>
            <a:endParaRPr lang="zh-CN" altLang="en-US" dirty="0"/>
          </a:p>
        </p:txBody>
      </p:sp>
      <p:sp>
        <p:nvSpPr>
          <p:cNvPr id="235523" name="文本占位符 235522"/>
          <p:cNvSpPr>
            <a:spLocks noGrp="1"/>
          </p:cNvSpPr>
          <p:nvPr>
            <p:ph type="body" idx="1"/>
          </p:nvPr>
        </p:nvSpPr>
        <p:spPr>
          <a:xfrm>
            <a:off x="684213" y="1989138"/>
            <a:ext cx="8001000" cy="4392612"/>
          </a:xfrm>
        </p:spPr>
        <p:txBody>
          <a:bodyPr/>
          <a:p>
            <a:pPr>
              <a:buNone/>
            </a:pPr>
            <a:r>
              <a:rPr lang="zh-CN" altLang="en-US" sz="2800" dirty="0">
                <a:ea typeface="楷体_GB2312" pitchFamily="49" charset="-122"/>
              </a:rPr>
              <a:t>已知: 顾客到达间隔时间分布,  服务时间分布.</a:t>
            </a:r>
            <a:endParaRPr lang="zh-CN" altLang="en-US" sz="2800" dirty="0">
              <a:ea typeface="楷体_GB2312" pitchFamily="49" charset="-122"/>
            </a:endParaRPr>
          </a:p>
          <a:p>
            <a:pPr>
              <a:buNone/>
            </a:pPr>
            <a:r>
              <a:rPr lang="zh-CN" altLang="en-US" sz="2800" dirty="0">
                <a:ea typeface="楷体_GB2312" pitchFamily="49" charset="-122"/>
              </a:rPr>
              <a:t>   求:</a:t>
            </a:r>
            <a:endParaRPr lang="zh-CN" altLang="en-US" sz="2800" dirty="0">
              <a:ea typeface="楷体_GB2312" pitchFamily="49" charset="-122"/>
            </a:endParaRPr>
          </a:p>
          <a:p>
            <a:pPr lvl="1"/>
            <a:r>
              <a:rPr lang="zh-CN" altLang="en-US" sz="2400" b="1" dirty="0"/>
              <a:t>队长: </a:t>
            </a:r>
            <a:r>
              <a:rPr lang="en-US" altLang="zh-CN" sz="2400" b="1"/>
              <a:t>Ls -- </a:t>
            </a:r>
            <a:r>
              <a:rPr lang="zh-CN" altLang="en-US" sz="2400" b="1" dirty="0"/>
              <a:t>系统中的顾客数.</a:t>
            </a:r>
            <a:endParaRPr lang="zh-CN" altLang="en-US" sz="2400" b="1" dirty="0"/>
          </a:p>
          <a:p>
            <a:pPr lvl="1">
              <a:buNone/>
            </a:pPr>
            <a:r>
              <a:rPr lang="zh-CN" altLang="en-US" sz="2400" b="1" dirty="0"/>
              <a:t>    排队长(队列长): </a:t>
            </a:r>
            <a:r>
              <a:rPr lang="en-US" altLang="zh-CN" sz="2400" b="1" err="1"/>
              <a:t>Lq</a:t>
            </a:r>
            <a:r>
              <a:rPr lang="en-US" altLang="zh-CN" sz="2400" b="1"/>
              <a:t> -- </a:t>
            </a:r>
            <a:r>
              <a:rPr lang="zh-CN" altLang="en-US" sz="2400" b="1" dirty="0"/>
              <a:t>队列中的顾客数.</a:t>
            </a:r>
            <a:endParaRPr lang="zh-CN" altLang="en-US" sz="2400" b="1" dirty="0"/>
          </a:p>
          <a:p>
            <a:pPr lvl="1">
              <a:buNone/>
            </a:pPr>
            <a:r>
              <a:rPr lang="zh-CN" altLang="en-US" sz="2400" b="1" dirty="0"/>
              <a:t>        </a:t>
            </a:r>
            <a:r>
              <a:rPr lang="en-US" altLang="zh-CN" sz="2400" b="1"/>
              <a:t>Ls =</a:t>
            </a:r>
            <a:r>
              <a:rPr lang="zh-CN" altLang="en-US" sz="2400" b="1"/>
              <a:t>  </a:t>
            </a:r>
            <a:r>
              <a:rPr lang="en-US" altLang="zh-CN" sz="2400" b="1" err="1"/>
              <a:t>Lq</a:t>
            </a:r>
            <a:r>
              <a:rPr lang="en-US" altLang="zh-CN" sz="2400" b="1"/>
              <a:t>   + </a:t>
            </a:r>
            <a:r>
              <a:rPr lang="zh-CN" altLang="en-US" sz="2400" b="1" dirty="0"/>
              <a:t>正在接受服务的顾客数</a:t>
            </a:r>
            <a:endParaRPr lang="zh-CN" altLang="en-US" sz="2400" b="1" dirty="0"/>
          </a:p>
          <a:p>
            <a:pPr lvl="1"/>
            <a:r>
              <a:rPr lang="zh-CN" altLang="en-US" sz="2400" b="1" dirty="0"/>
              <a:t>逗留时间: </a:t>
            </a:r>
            <a:r>
              <a:rPr lang="en-US" altLang="zh-CN" sz="2400" b="1"/>
              <a:t>W S-- </a:t>
            </a:r>
            <a:r>
              <a:rPr lang="zh-CN" altLang="en-US" sz="2400" b="1" dirty="0"/>
              <a:t>顾客在系统中的停留时间</a:t>
            </a:r>
            <a:endParaRPr lang="zh-CN" altLang="en-US" sz="2400" b="1" dirty="0"/>
          </a:p>
          <a:p>
            <a:pPr lvl="1">
              <a:buNone/>
            </a:pPr>
            <a:r>
              <a:rPr lang="zh-CN" altLang="en-US" sz="2400" b="1" dirty="0"/>
              <a:t>   等待时间: </a:t>
            </a:r>
            <a:r>
              <a:rPr lang="en-US" altLang="zh-CN" sz="2400" b="1" err="1"/>
              <a:t>Wq</a:t>
            </a:r>
            <a:r>
              <a:rPr lang="en-US" altLang="zh-CN" sz="2400" b="1"/>
              <a:t> -- </a:t>
            </a:r>
            <a:r>
              <a:rPr lang="zh-CN" altLang="en-US" sz="2400" b="1" dirty="0"/>
              <a:t>顾客在队列中的等待时间.</a:t>
            </a:r>
            <a:endParaRPr lang="zh-CN" altLang="en-US" sz="2400" b="1" dirty="0"/>
          </a:p>
          <a:p>
            <a:pPr lvl="1">
              <a:buNone/>
            </a:pPr>
            <a:r>
              <a:rPr lang="zh-CN" altLang="en-US" sz="2400" b="1" dirty="0"/>
              <a:t>        </a:t>
            </a:r>
            <a:r>
              <a:rPr lang="en-US" altLang="zh-CN" sz="2400" b="1"/>
              <a:t>WS = </a:t>
            </a:r>
            <a:r>
              <a:rPr lang="en-US" altLang="zh-CN" sz="2400" b="1" err="1"/>
              <a:t>Wq</a:t>
            </a:r>
            <a:r>
              <a:rPr lang="en-US" altLang="zh-CN" sz="2400" b="1"/>
              <a:t> + </a:t>
            </a:r>
            <a:r>
              <a:rPr lang="zh-CN" altLang="en-US" sz="2400" b="1" dirty="0"/>
              <a:t>服务时间</a:t>
            </a:r>
            <a:endParaRPr lang="zh-CN" altLang="en-US" sz="2400" b="1" dirty="0"/>
          </a:p>
          <a:p>
            <a:pPr lvl="1"/>
            <a:r>
              <a:rPr lang="zh-CN" altLang="en-US" sz="2400" b="1" dirty="0"/>
              <a:t>忙期, 损失率,  服务强度.</a:t>
            </a:r>
            <a:endParaRPr lang="zh-CN" altLang="en-US" sz="2400" dirty="0"/>
          </a:p>
        </p:txBody>
      </p:sp>
      <p:sp>
        <p:nvSpPr>
          <p:cNvPr id="235524" name="矩形 235523"/>
          <p:cNvSpPr/>
          <p:nvPr/>
        </p:nvSpPr>
        <p:spPr>
          <a:xfrm>
            <a:off x="1258888" y="765175"/>
            <a:ext cx="7239000" cy="990600"/>
          </a:xfrm>
          <a:prstGeom prst="rect">
            <a:avLst/>
          </a:prstGeom>
          <a:noFill/>
          <a:ln w="12700">
            <a:noFill/>
          </a:ln>
        </p:spPr>
        <p:txBody>
          <a:bodyPr lIns="90488" tIns="44450" rIns="90488" bIns="44450" anchor="ctr"/>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zh-CN" altLang="en-US" sz="3200" b="1" dirty="0">
                <a:solidFill>
                  <a:srgbClr val="660033"/>
                </a:solidFill>
              </a:rPr>
              <a:t>排队问题的求解</a:t>
            </a:r>
            <a:endParaRPr lang="en-AU" altLang="en-US" sz="3200" b="1">
              <a:solidFill>
                <a:srgbClr val="660033"/>
              </a:solidFill>
            </a:endParaRPr>
          </a:p>
        </p:txBody>
      </p:sp>
    </p:spTree>
  </p:cSld>
  <p:clrMapOvr>
    <a:masterClrMapping/>
  </p:clrMapOvr>
  <p:transition spd="slow">
    <p:strips dir="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9926" name="标题 209925"/>
          <p:cNvSpPr>
            <a:spLocks noGrp="1"/>
          </p:cNvSpPr>
          <p:nvPr>
            <p:ph type="ctrTitle"/>
          </p:nvPr>
        </p:nvSpPr>
        <p:spPr>
          <a:xfrm>
            <a:off x="1619250" y="1125538"/>
            <a:ext cx="5832475" cy="1462087"/>
          </a:xfrm>
        </p:spPr>
        <p:txBody>
          <a:bodyPr vert="horz" wrap="square" lIns="91440" tIns="45720" rIns="91440" bIns="45720" anchor="b"/>
          <a:p>
            <a:pPr algn="ctr" defTabSz="914400">
              <a:buSzPct val="100000"/>
            </a:pPr>
            <a:r>
              <a:rPr lang="zh-CN" altLang="en-US" sz="4000" b="1" kern="1200" baseline="0" dirty="0">
                <a:latin typeface="黑体" panose="02010609060101010101" pitchFamily="2" charset="-122"/>
                <a:ea typeface="黑体" panose="02010609060101010101" pitchFamily="2" charset="-122"/>
              </a:rPr>
              <a:t>三</a:t>
            </a:r>
            <a:r>
              <a:rPr lang="en-US" altLang="zh-CN" sz="4000" b="1" kern="1200" baseline="0">
                <a:latin typeface="黑体" panose="02010609060101010101" pitchFamily="2" charset="-122"/>
                <a:ea typeface="黑体" panose="02010609060101010101" pitchFamily="2" charset="-122"/>
              </a:rPr>
              <a:t>.</a:t>
            </a:r>
            <a:r>
              <a:rPr lang="zh-CN" altLang="en-US" sz="4000" b="1" kern="1200" baseline="0" dirty="0">
                <a:latin typeface="黑体" panose="02010609060101010101" pitchFamily="2" charset="-122"/>
                <a:ea typeface="黑体" panose="02010609060101010101" pitchFamily="2" charset="-122"/>
              </a:rPr>
              <a:t>单服务台负指数分布</a:t>
            </a:r>
            <a:br>
              <a:rPr lang="zh-CN" altLang="en-US" sz="4000" b="1" kern="1200" baseline="0" dirty="0">
                <a:latin typeface="黑体" panose="02010609060101010101" pitchFamily="2" charset="-122"/>
                <a:ea typeface="黑体" panose="02010609060101010101" pitchFamily="2" charset="-122"/>
              </a:rPr>
            </a:br>
            <a:r>
              <a:rPr lang="zh-CN" altLang="en-US" sz="4000" b="1" kern="1200" baseline="0" dirty="0">
                <a:latin typeface="黑体" panose="02010609060101010101" pitchFamily="2" charset="-122"/>
                <a:ea typeface="黑体" panose="02010609060101010101" pitchFamily="2" charset="-122"/>
              </a:rPr>
              <a:t>排队系统分析</a:t>
            </a:r>
            <a:r>
              <a:rPr lang="zh-CN" altLang="en-US" sz="4000" kern="1200" baseline="0" dirty="0">
                <a:latin typeface="黑体" panose="02010609060101010101" pitchFamily="2" charset="-122"/>
                <a:ea typeface="黑体" panose="02010609060101010101" pitchFamily="2" charset="-122"/>
              </a:rPr>
              <a:t>   </a:t>
            </a:r>
            <a:endParaRPr lang="zh-CN" altLang="en-US" sz="4000" kern="1200" baseline="0" dirty="0">
              <a:latin typeface="黑体" panose="02010609060101010101" pitchFamily="2" charset="-122"/>
              <a:ea typeface="黑体" panose="02010609060101010101" pitchFamily="2" charset="-122"/>
            </a:endParaRPr>
          </a:p>
        </p:txBody>
      </p:sp>
      <p:sp>
        <p:nvSpPr>
          <p:cNvPr id="209927" name="矩形 209926"/>
          <p:cNvSpPr/>
          <p:nvPr/>
        </p:nvSpPr>
        <p:spPr>
          <a:xfrm>
            <a:off x="742950" y="3209925"/>
            <a:ext cx="3276600" cy="914400"/>
          </a:xfrm>
          <a:prstGeom prst="rect">
            <a:avLst/>
          </a:prstGeom>
          <a:noFill/>
          <a:ln w="9525">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zh-CN" altLang="en-US" sz="3200" b="1" dirty="0">
                <a:latin typeface="楷体_GB2312" pitchFamily="49" charset="-122"/>
                <a:ea typeface="楷体_GB2312" pitchFamily="49" charset="-122"/>
              </a:rPr>
              <a:t> 3.1 </a:t>
            </a:r>
            <a:r>
              <a:rPr lang="en-US" altLang="zh-CN" sz="3200" b="1">
                <a:latin typeface="楷体_GB2312" pitchFamily="49" charset="-122"/>
                <a:ea typeface="楷体_GB2312" pitchFamily="49" charset="-122"/>
              </a:rPr>
              <a:t>M/M/1</a:t>
            </a:r>
            <a:r>
              <a:rPr lang="zh-CN" altLang="en-US" sz="3200" b="1" dirty="0">
                <a:latin typeface="楷体_GB2312" pitchFamily="49" charset="-122"/>
                <a:ea typeface="楷体_GB2312" pitchFamily="49" charset="-122"/>
              </a:rPr>
              <a:t>模型</a:t>
            </a:r>
            <a:endParaRPr lang="zh-CN" altLang="en-US" b="1" dirty="0"/>
          </a:p>
        </p:txBody>
      </p:sp>
      <p:sp>
        <p:nvSpPr>
          <p:cNvPr id="209928" name="矩形 209927"/>
          <p:cNvSpPr/>
          <p:nvPr/>
        </p:nvSpPr>
        <p:spPr>
          <a:xfrm>
            <a:off x="971550" y="3819525"/>
            <a:ext cx="7772400" cy="1143000"/>
          </a:xfrm>
          <a:prstGeom prst="rect">
            <a:avLst/>
          </a:prstGeom>
          <a:noFill/>
          <a:ln w="9525">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zh-CN" altLang="en-US" sz="3200" b="1" dirty="0">
                <a:latin typeface="楷体_GB2312" pitchFamily="49" charset="-122"/>
                <a:ea typeface="楷体_GB2312" pitchFamily="49" charset="-122"/>
              </a:rPr>
              <a:t>3.2 </a:t>
            </a:r>
            <a:r>
              <a:rPr lang="en-US" altLang="zh-CN" sz="3200" b="1">
                <a:latin typeface="楷体_GB2312" pitchFamily="49" charset="-122"/>
                <a:ea typeface="楷体_GB2312" pitchFamily="49" charset="-122"/>
              </a:rPr>
              <a:t>M/M/1/N/   </a:t>
            </a:r>
            <a:r>
              <a:rPr lang="zh-CN" altLang="en-US" sz="3200" b="1" dirty="0">
                <a:latin typeface="楷体_GB2312" pitchFamily="49" charset="-122"/>
                <a:ea typeface="楷体_GB2312" pitchFamily="49" charset="-122"/>
              </a:rPr>
              <a:t>模型(即系统的容量有限)</a:t>
            </a:r>
            <a:endParaRPr lang="zh-CN" altLang="en-US" b="1" dirty="0"/>
          </a:p>
        </p:txBody>
      </p:sp>
      <p:graphicFrame>
        <p:nvGraphicFramePr>
          <p:cNvPr id="209929" name="对象 209928"/>
          <p:cNvGraphicFramePr/>
          <p:nvPr/>
        </p:nvGraphicFramePr>
        <p:xfrm>
          <a:off x="3486150" y="4200525"/>
          <a:ext cx="762000" cy="444500"/>
        </p:xfrm>
        <a:graphic>
          <a:graphicData uri="http://schemas.openxmlformats.org/presentationml/2006/ole">
            <mc:AlternateContent xmlns:mc="http://schemas.openxmlformats.org/markup-compatibility/2006">
              <mc:Choice xmlns:v="urn:schemas-microsoft-com:vml" Requires="v">
                <p:oleObj spid="_x0000_s3108" name="" r:id="rId1" imgW="151765" imgH="127000" progId="Equation.3">
                  <p:embed/>
                </p:oleObj>
              </mc:Choice>
              <mc:Fallback>
                <p:oleObj name="" r:id="rId1" imgW="151765" imgH="127000" progId="Equation.3">
                  <p:embed/>
                  <p:pic>
                    <p:nvPicPr>
                      <p:cNvPr id="0" name="图片 3107"/>
                      <p:cNvPicPr/>
                      <p:nvPr/>
                    </p:nvPicPr>
                    <p:blipFill>
                      <a:blip r:embed="rId2">
                        <a:clrChange>
                          <a:clrFrom>
                            <a:srgbClr val="000000"/>
                          </a:clrFrom>
                          <a:clrTo>
                            <a:srgbClr val="333399"/>
                          </a:clrTo>
                        </a:clrChange>
                      </a:blip>
                      <a:stretch>
                        <a:fillRect/>
                      </a:stretch>
                    </p:blipFill>
                    <p:spPr>
                      <a:xfrm>
                        <a:off x="3486150" y="4200525"/>
                        <a:ext cx="762000" cy="444500"/>
                      </a:xfrm>
                      <a:prstGeom prst="rect">
                        <a:avLst/>
                      </a:prstGeom>
                      <a:noFill/>
                      <a:ln w="38100">
                        <a:noFill/>
                        <a:miter/>
                      </a:ln>
                    </p:spPr>
                  </p:pic>
                </p:oleObj>
              </mc:Fallback>
            </mc:AlternateContent>
          </a:graphicData>
        </a:graphic>
      </p:graphicFrame>
      <p:sp>
        <p:nvSpPr>
          <p:cNvPr id="209930" name="矩形 209929"/>
          <p:cNvSpPr/>
          <p:nvPr/>
        </p:nvSpPr>
        <p:spPr>
          <a:xfrm>
            <a:off x="971550" y="4581525"/>
            <a:ext cx="8153400" cy="1143000"/>
          </a:xfrm>
          <a:prstGeom prst="rect">
            <a:avLst/>
          </a:prstGeom>
          <a:noFill/>
          <a:ln w="9525">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zh-CN" altLang="en-US" sz="3200" b="1" dirty="0">
                <a:latin typeface="楷体_GB2312" pitchFamily="49" charset="-122"/>
                <a:ea typeface="楷体_GB2312" pitchFamily="49" charset="-122"/>
              </a:rPr>
              <a:t>3.3 </a:t>
            </a:r>
            <a:r>
              <a:rPr lang="en-US" altLang="zh-CN" sz="3200" b="1">
                <a:latin typeface="楷体_GB2312" pitchFamily="49" charset="-122"/>
                <a:ea typeface="楷体_GB2312" pitchFamily="49" charset="-122"/>
              </a:rPr>
              <a:t>M/M/1/  /m </a:t>
            </a:r>
            <a:r>
              <a:rPr lang="zh-CN" altLang="en-US" sz="3200" b="1" dirty="0">
                <a:latin typeface="楷体_GB2312" pitchFamily="49" charset="-122"/>
                <a:ea typeface="楷体_GB2312" pitchFamily="49" charset="-122"/>
              </a:rPr>
              <a:t>模型（即顾客源为有限）</a:t>
            </a:r>
            <a:endParaRPr lang="zh-CN" altLang="en-US" b="1" dirty="0"/>
          </a:p>
        </p:txBody>
      </p:sp>
      <p:graphicFrame>
        <p:nvGraphicFramePr>
          <p:cNvPr id="209931" name="对象 209930"/>
          <p:cNvGraphicFramePr/>
          <p:nvPr/>
        </p:nvGraphicFramePr>
        <p:xfrm>
          <a:off x="3028950" y="4962525"/>
          <a:ext cx="762000" cy="444500"/>
        </p:xfrm>
        <a:graphic>
          <a:graphicData uri="http://schemas.openxmlformats.org/presentationml/2006/ole">
            <mc:AlternateContent xmlns:mc="http://schemas.openxmlformats.org/markup-compatibility/2006">
              <mc:Choice xmlns:v="urn:schemas-microsoft-com:vml" Requires="v">
                <p:oleObj spid="_x0000_s3109" name="" r:id="rId3" imgW="151765" imgH="127000" progId="Equation.3">
                  <p:embed/>
                </p:oleObj>
              </mc:Choice>
              <mc:Fallback>
                <p:oleObj name="" r:id="rId3" imgW="151765" imgH="127000" progId="Equation.3">
                  <p:embed/>
                  <p:pic>
                    <p:nvPicPr>
                      <p:cNvPr id="0" name="图片 3108"/>
                      <p:cNvPicPr/>
                      <p:nvPr/>
                    </p:nvPicPr>
                    <p:blipFill>
                      <a:blip r:embed="rId2">
                        <a:clrChange>
                          <a:clrFrom>
                            <a:srgbClr val="000000"/>
                          </a:clrFrom>
                          <a:clrTo>
                            <a:srgbClr val="333399"/>
                          </a:clrTo>
                        </a:clrChange>
                      </a:blip>
                      <a:stretch>
                        <a:fillRect/>
                      </a:stretch>
                    </p:blipFill>
                    <p:spPr>
                      <a:xfrm>
                        <a:off x="3028950" y="4962525"/>
                        <a:ext cx="762000" cy="444500"/>
                      </a:xfrm>
                      <a:prstGeom prst="rect">
                        <a:avLst/>
                      </a:prstGeom>
                      <a:noFill/>
                      <a:ln w="38100">
                        <a:noFill/>
                        <a:miter/>
                      </a:ln>
                    </p:spPr>
                  </p:pic>
                </p:oleObj>
              </mc:Fallback>
            </mc:AlternateContent>
          </a:graphicData>
        </a:graphic>
      </p:graphicFrame>
    </p:spTree>
  </p:cSld>
  <p:clrMapOvr>
    <a:masterClrMapping/>
  </p:clrMapOvr>
  <p:transition spd="slow">
    <p:strips dir="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173058" name="组合 173057"/>
          <p:cNvGrpSpPr/>
          <p:nvPr/>
        </p:nvGrpSpPr>
        <p:grpSpPr>
          <a:xfrm>
            <a:off x="417513" y="1971675"/>
            <a:ext cx="1992312" cy="3983038"/>
            <a:chOff x="288" y="1440"/>
            <a:chExt cx="1255" cy="2509"/>
          </a:xfrm>
        </p:grpSpPr>
        <p:grpSp>
          <p:nvGrpSpPr>
            <p:cNvPr id="173059" name="组合 173058"/>
            <p:cNvGrpSpPr/>
            <p:nvPr/>
          </p:nvGrpSpPr>
          <p:grpSpPr>
            <a:xfrm>
              <a:off x="288" y="1802"/>
              <a:ext cx="1255" cy="2147"/>
              <a:chOff x="375" y="1551"/>
              <a:chExt cx="1255" cy="2147"/>
            </a:xfrm>
          </p:grpSpPr>
          <p:sp>
            <p:nvSpPr>
              <p:cNvPr id="173060" name="任意多边形 173059"/>
              <p:cNvSpPr/>
              <p:nvPr/>
            </p:nvSpPr>
            <p:spPr>
              <a:xfrm>
                <a:off x="375" y="1551"/>
                <a:ext cx="1255" cy="2147"/>
              </a:xfrm>
              <a:custGeom>
                <a:avLst/>
                <a:gdLst/>
                <a:ahLst/>
                <a:cxnLst/>
                <a:pathLst>
                  <a:path w="1255" h="2147">
                    <a:moveTo>
                      <a:pt x="644" y="4"/>
                    </a:moveTo>
                    <a:cubicBezTo>
                      <a:pt x="679" y="7"/>
                      <a:pt x="717" y="19"/>
                      <a:pt x="749" y="34"/>
                    </a:cubicBezTo>
                    <a:cubicBezTo>
                      <a:pt x="780" y="48"/>
                      <a:pt x="801" y="67"/>
                      <a:pt x="832" y="94"/>
                    </a:cubicBezTo>
                    <a:cubicBezTo>
                      <a:pt x="862" y="120"/>
                      <a:pt x="908" y="158"/>
                      <a:pt x="931" y="192"/>
                    </a:cubicBezTo>
                    <a:cubicBezTo>
                      <a:pt x="953" y="225"/>
                      <a:pt x="952" y="251"/>
                      <a:pt x="968" y="298"/>
                    </a:cubicBezTo>
                    <a:cubicBezTo>
                      <a:pt x="983" y="344"/>
                      <a:pt x="1009" y="428"/>
                      <a:pt x="1021" y="472"/>
                    </a:cubicBezTo>
                    <a:cubicBezTo>
                      <a:pt x="1032" y="515"/>
                      <a:pt x="1029" y="535"/>
                      <a:pt x="1036" y="562"/>
                    </a:cubicBezTo>
                    <a:cubicBezTo>
                      <a:pt x="1042" y="588"/>
                      <a:pt x="1045" y="607"/>
                      <a:pt x="1059" y="630"/>
                    </a:cubicBezTo>
                    <a:cubicBezTo>
                      <a:pt x="1072" y="652"/>
                      <a:pt x="1095" y="671"/>
                      <a:pt x="1119" y="698"/>
                    </a:cubicBezTo>
                    <a:cubicBezTo>
                      <a:pt x="1142" y="724"/>
                      <a:pt x="1180" y="753"/>
                      <a:pt x="1202" y="789"/>
                    </a:cubicBezTo>
                    <a:cubicBezTo>
                      <a:pt x="1223" y="824"/>
                      <a:pt x="1240" y="875"/>
                      <a:pt x="1248" y="909"/>
                    </a:cubicBezTo>
                    <a:cubicBezTo>
                      <a:pt x="1255" y="942"/>
                      <a:pt x="1251" y="967"/>
                      <a:pt x="1248" y="993"/>
                    </a:cubicBezTo>
                    <a:cubicBezTo>
                      <a:pt x="1244" y="1018"/>
                      <a:pt x="1232" y="1036"/>
                      <a:pt x="1225" y="1060"/>
                    </a:cubicBezTo>
                    <a:cubicBezTo>
                      <a:pt x="1217" y="1083"/>
                      <a:pt x="1213" y="1114"/>
                      <a:pt x="1202" y="1136"/>
                    </a:cubicBezTo>
                    <a:cubicBezTo>
                      <a:pt x="1190" y="1157"/>
                      <a:pt x="1166" y="1167"/>
                      <a:pt x="1157" y="1189"/>
                    </a:cubicBezTo>
                    <a:cubicBezTo>
                      <a:pt x="1147" y="1210"/>
                      <a:pt x="1142" y="1229"/>
                      <a:pt x="1142" y="1264"/>
                    </a:cubicBezTo>
                    <a:cubicBezTo>
                      <a:pt x="1142" y="1299"/>
                      <a:pt x="1153" y="1359"/>
                      <a:pt x="1157" y="1400"/>
                    </a:cubicBezTo>
                    <a:cubicBezTo>
                      <a:pt x="1160" y="1440"/>
                      <a:pt x="1166" y="1472"/>
                      <a:pt x="1165" y="1506"/>
                    </a:cubicBezTo>
                    <a:cubicBezTo>
                      <a:pt x="1163" y="1540"/>
                      <a:pt x="1154" y="1575"/>
                      <a:pt x="1149" y="1604"/>
                    </a:cubicBezTo>
                    <a:cubicBezTo>
                      <a:pt x="1143" y="1632"/>
                      <a:pt x="1141" y="1650"/>
                      <a:pt x="1134" y="1679"/>
                    </a:cubicBezTo>
                    <a:cubicBezTo>
                      <a:pt x="1126" y="1707"/>
                      <a:pt x="1121" y="1736"/>
                      <a:pt x="1104" y="1777"/>
                    </a:cubicBezTo>
                    <a:cubicBezTo>
                      <a:pt x="1086" y="1817"/>
                      <a:pt x="1052" y="1880"/>
                      <a:pt x="1029" y="1921"/>
                    </a:cubicBezTo>
                    <a:cubicBezTo>
                      <a:pt x="1005" y="1961"/>
                      <a:pt x="982" y="1991"/>
                      <a:pt x="961" y="2019"/>
                    </a:cubicBezTo>
                    <a:cubicBezTo>
                      <a:pt x="939" y="2046"/>
                      <a:pt x="925" y="2068"/>
                      <a:pt x="900" y="2087"/>
                    </a:cubicBezTo>
                    <a:cubicBezTo>
                      <a:pt x="874" y="2105"/>
                      <a:pt x="846" y="2122"/>
                      <a:pt x="810" y="2132"/>
                    </a:cubicBezTo>
                    <a:cubicBezTo>
                      <a:pt x="773" y="2142"/>
                      <a:pt x="723" y="2147"/>
                      <a:pt x="682" y="2147"/>
                    </a:cubicBezTo>
                    <a:cubicBezTo>
                      <a:pt x="640" y="2147"/>
                      <a:pt x="601" y="2144"/>
                      <a:pt x="561" y="2132"/>
                    </a:cubicBezTo>
                    <a:cubicBezTo>
                      <a:pt x="520" y="2119"/>
                      <a:pt x="467" y="2092"/>
                      <a:pt x="440" y="2072"/>
                    </a:cubicBezTo>
                    <a:cubicBezTo>
                      <a:pt x="412" y="2051"/>
                      <a:pt x="412" y="2037"/>
                      <a:pt x="395" y="2011"/>
                    </a:cubicBezTo>
                    <a:cubicBezTo>
                      <a:pt x="377" y="1984"/>
                      <a:pt x="349" y="1945"/>
                      <a:pt x="334" y="1913"/>
                    </a:cubicBezTo>
                    <a:cubicBezTo>
                      <a:pt x="318" y="1880"/>
                      <a:pt x="312" y="1848"/>
                      <a:pt x="304" y="1815"/>
                    </a:cubicBezTo>
                    <a:cubicBezTo>
                      <a:pt x="295" y="1781"/>
                      <a:pt x="290" y="1743"/>
                      <a:pt x="282" y="1710"/>
                    </a:cubicBezTo>
                    <a:cubicBezTo>
                      <a:pt x="273" y="1676"/>
                      <a:pt x="262" y="1642"/>
                      <a:pt x="251" y="1611"/>
                    </a:cubicBezTo>
                    <a:cubicBezTo>
                      <a:pt x="239" y="1579"/>
                      <a:pt x="231" y="1553"/>
                      <a:pt x="214" y="1521"/>
                    </a:cubicBezTo>
                    <a:cubicBezTo>
                      <a:pt x="196" y="1488"/>
                      <a:pt x="172" y="1448"/>
                      <a:pt x="146" y="1415"/>
                    </a:cubicBezTo>
                    <a:cubicBezTo>
                      <a:pt x="119" y="1381"/>
                      <a:pt x="76" y="1348"/>
                      <a:pt x="55" y="1317"/>
                    </a:cubicBezTo>
                    <a:cubicBezTo>
                      <a:pt x="33" y="1285"/>
                      <a:pt x="25" y="1259"/>
                      <a:pt x="17" y="1226"/>
                    </a:cubicBezTo>
                    <a:cubicBezTo>
                      <a:pt x="8" y="1192"/>
                      <a:pt x="0" y="1151"/>
                      <a:pt x="2" y="1113"/>
                    </a:cubicBezTo>
                    <a:cubicBezTo>
                      <a:pt x="3" y="1074"/>
                      <a:pt x="13" y="1027"/>
                      <a:pt x="25" y="993"/>
                    </a:cubicBezTo>
                    <a:cubicBezTo>
                      <a:pt x="36" y="958"/>
                      <a:pt x="48" y="929"/>
                      <a:pt x="70" y="902"/>
                    </a:cubicBezTo>
                    <a:cubicBezTo>
                      <a:pt x="91" y="874"/>
                      <a:pt x="134" y="852"/>
                      <a:pt x="153" y="826"/>
                    </a:cubicBezTo>
                    <a:cubicBezTo>
                      <a:pt x="171" y="799"/>
                      <a:pt x="175" y="774"/>
                      <a:pt x="183" y="743"/>
                    </a:cubicBezTo>
                    <a:cubicBezTo>
                      <a:pt x="190" y="711"/>
                      <a:pt x="196" y="674"/>
                      <a:pt x="199" y="638"/>
                    </a:cubicBezTo>
                    <a:cubicBezTo>
                      <a:pt x="201" y="601"/>
                      <a:pt x="195" y="563"/>
                      <a:pt x="199" y="525"/>
                    </a:cubicBezTo>
                    <a:cubicBezTo>
                      <a:pt x="202" y="486"/>
                      <a:pt x="213" y="446"/>
                      <a:pt x="221" y="404"/>
                    </a:cubicBezTo>
                    <a:cubicBezTo>
                      <a:pt x="228" y="361"/>
                      <a:pt x="228" y="308"/>
                      <a:pt x="244" y="268"/>
                    </a:cubicBezTo>
                    <a:cubicBezTo>
                      <a:pt x="259" y="227"/>
                      <a:pt x="289" y="192"/>
                      <a:pt x="312" y="162"/>
                    </a:cubicBezTo>
                    <a:cubicBezTo>
                      <a:pt x="334" y="131"/>
                      <a:pt x="357" y="105"/>
                      <a:pt x="380" y="87"/>
                    </a:cubicBezTo>
                    <a:cubicBezTo>
                      <a:pt x="402" y="68"/>
                      <a:pt x="421" y="61"/>
                      <a:pt x="448" y="49"/>
                    </a:cubicBezTo>
                    <a:cubicBezTo>
                      <a:pt x="474" y="36"/>
                      <a:pt x="505" y="18"/>
                      <a:pt x="538" y="11"/>
                    </a:cubicBezTo>
                    <a:cubicBezTo>
                      <a:pt x="570" y="3"/>
                      <a:pt x="608" y="0"/>
                      <a:pt x="644" y="4"/>
                    </a:cubicBezTo>
                    <a:close/>
                  </a:path>
                </a:pathLst>
              </a:custGeom>
              <a:solidFill>
                <a:srgbClr val="E0EAEE"/>
              </a:solidFill>
              <a:ln w="12700">
                <a:noFill/>
              </a:ln>
            </p:spPr>
            <p:txBody>
              <a:bodyPr/>
              <a:p>
                <a:endParaRPr lang="zh-CN" altLang="en-US"/>
              </a:p>
            </p:txBody>
          </p:sp>
          <p:sp>
            <p:nvSpPr>
              <p:cNvPr id="173061" name="椭圆 173060"/>
              <p:cNvSpPr/>
              <p:nvPr/>
            </p:nvSpPr>
            <p:spPr>
              <a:xfrm>
                <a:off x="736" y="1756"/>
                <a:ext cx="98" cy="98"/>
              </a:xfrm>
              <a:prstGeom prst="ellipse">
                <a:avLst/>
              </a:prstGeom>
              <a:solidFill>
                <a:srgbClr val="00A9DA"/>
              </a:solidFill>
              <a:ln w="12700">
                <a:noFill/>
              </a:ln>
            </p:spPr>
            <p:txBody>
              <a:bodyPr/>
              <a:p>
                <a:endParaRPr lang="zh-CN" altLang="en-US"/>
              </a:p>
            </p:txBody>
          </p:sp>
          <p:sp>
            <p:nvSpPr>
              <p:cNvPr id="173062" name="椭圆 173061"/>
              <p:cNvSpPr/>
              <p:nvPr/>
            </p:nvSpPr>
            <p:spPr>
              <a:xfrm>
                <a:off x="899" y="2587"/>
                <a:ext cx="98" cy="98"/>
              </a:xfrm>
              <a:prstGeom prst="ellipse">
                <a:avLst/>
              </a:prstGeom>
              <a:solidFill>
                <a:srgbClr val="00A9DA"/>
              </a:solidFill>
              <a:ln w="12700">
                <a:noFill/>
              </a:ln>
            </p:spPr>
            <p:txBody>
              <a:bodyPr/>
              <a:p>
                <a:endParaRPr lang="zh-CN" altLang="en-US"/>
              </a:p>
            </p:txBody>
          </p:sp>
          <p:sp>
            <p:nvSpPr>
              <p:cNvPr id="173063" name="任意多边形 173062"/>
              <p:cNvSpPr/>
              <p:nvPr/>
            </p:nvSpPr>
            <p:spPr>
              <a:xfrm>
                <a:off x="1144" y="1891"/>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173064" name="任意多边形 173063"/>
              <p:cNvSpPr/>
              <p:nvPr/>
            </p:nvSpPr>
            <p:spPr>
              <a:xfrm>
                <a:off x="1380" y="2411"/>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173065" name="矩形 173064"/>
              <p:cNvSpPr/>
              <p:nvPr/>
            </p:nvSpPr>
            <p:spPr>
              <a:xfrm>
                <a:off x="1251" y="3266"/>
                <a:ext cx="104" cy="104"/>
              </a:xfrm>
              <a:prstGeom prst="rect">
                <a:avLst/>
              </a:prstGeom>
              <a:solidFill>
                <a:srgbClr val="D0A4B1"/>
              </a:solidFill>
              <a:ln w="12700">
                <a:noFill/>
              </a:ln>
            </p:spPr>
            <p:txBody>
              <a:bodyPr/>
              <a:p>
                <a:endParaRPr lang="zh-CN" altLang="en-US"/>
              </a:p>
            </p:txBody>
          </p:sp>
          <p:sp>
            <p:nvSpPr>
              <p:cNvPr id="173066" name="椭圆 173065"/>
              <p:cNvSpPr/>
              <p:nvPr/>
            </p:nvSpPr>
            <p:spPr>
              <a:xfrm>
                <a:off x="1006" y="2034"/>
                <a:ext cx="98" cy="98"/>
              </a:xfrm>
              <a:prstGeom prst="ellipse">
                <a:avLst/>
              </a:prstGeom>
              <a:solidFill>
                <a:srgbClr val="00A9DA"/>
              </a:solidFill>
              <a:ln w="12700">
                <a:noFill/>
              </a:ln>
            </p:spPr>
            <p:txBody>
              <a:bodyPr/>
              <a:p>
                <a:endParaRPr lang="zh-CN" altLang="en-US"/>
              </a:p>
            </p:txBody>
          </p:sp>
          <p:sp>
            <p:nvSpPr>
              <p:cNvPr id="173067" name="椭圆 173066"/>
              <p:cNvSpPr/>
              <p:nvPr/>
            </p:nvSpPr>
            <p:spPr>
              <a:xfrm>
                <a:off x="745" y="2902"/>
                <a:ext cx="98" cy="98"/>
              </a:xfrm>
              <a:prstGeom prst="ellipse">
                <a:avLst/>
              </a:prstGeom>
              <a:solidFill>
                <a:srgbClr val="00A9DA"/>
              </a:solidFill>
              <a:ln w="12700">
                <a:noFill/>
              </a:ln>
            </p:spPr>
            <p:txBody>
              <a:bodyPr/>
              <a:p>
                <a:endParaRPr lang="zh-CN" altLang="en-US"/>
              </a:p>
            </p:txBody>
          </p:sp>
          <p:sp>
            <p:nvSpPr>
              <p:cNvPr id="173068" name="任意多边形 173067"/>
              <p:cNvSpPr/>
              <p:nvPr/>
            </p:nvSpPr>
            <p:spPr>
              <a:xfrm>
                <a:off x="773" y="2138"/>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173069" name="任意多边形 173068"/>
              <p:cNvSpPr/>
              <p:nvPr/>
            </p:nvSpPr>
            <p:spPr>
              <a:xfrm>
                <a:off x="1181" y="2402"/>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173070" name="矩形 173069"/>
              <p:cNvSpPr/>
              <p:nvPr/>
            </p:nvSpPr>
            <p:spPr>
              <a:xfrm>
                <a:off x="1294" y="2819"/>
                <a:ext cx="104" cy="104"/>
              </a:xfrm>
              <a:prstGeom prst="rect">
                <a:avLst/>
              </a:prstGeom>
              <a:solidFill>
                <a:srgbClr val="D0A4B1"/>
              </a:solidFill>
              <a:ln w="12700">
                <a:noFill/>
              </a:ln>
            </p:spPr>
            <p:txBody>
              <a:bodyPr/>
              <a:p>
                <a:endParaRPr lang="zh-CN" altLang="en-US"/>
              </a:p>
            </p:txBody>
          </p:sp>
          <p:sp>
            <p:nvSpPr>
              <p:cNvPr id="173071" name="椭圆 173070"/>
              <p:cNvSpPr/>
              <p:nvPr/>
            </p:nvSpPr>
            <p:spPr>
              <a:xfrm>
                <a:off x="732" y="2303"/>
                <a:ext cx="98" cy="98"/>
              </a:xfrm>
              <a:prstGeom prst="ellipse">
                <a:avLst/>
              </a:prstGeom>
              <a:solidFill>
                <a:srgbClr val="00A9DA"/>
              </a:solidFill>
              <a:ln w="12700">
                <a:noFill/>
              </a:ln>
            </p:spPr>
            <p:txBody>
              <a:bodyPr/>
              <a:p>
                <a:endParaRPr lang="zh-CN" altLang="en-US"/>
              </a:p>
            </p:txBody>
          </p:sp>
          <p:sp>
            <p:nvSpPr>
              <p:cNvPr id="173072" name="椭圆 173071"/>
              <p:cNvSpPr/>
              <p:nvPr/>
            </p:nvSpPr>
            <p:spPr>
              <a:xfrm>
                <a:off x="1121" y="3020"/>
                <a:ext cx="98" cy="98"/>
              </a:xfrm>
              <a:prstGeom prst="ellipse">
                <a:avLst/>
              </a:prstGeom>
              <a:solidFill>
                <a:srgbClr val="00A9DA"/>
              </a:solidFill>
              <a:ln w="12700">
                <a:noFill/>
              </a:ln>
            </p:spPr>
            <p:txBody>
              <a:bodyPr/>
              <a:p>
                <a:endParaRPr lang="zh-CN" altLang="en-US"/>
              </a:p>
            </p:txBody>
          </p:sp>
          <p:sp>
            <p:nvSpPr>
              <p:cNvPr id="173073" name="任意多边形 173072"/>
              <p:cNvSpPr/>
              <p:nvPr/>
            </p:nvSpPr>
            <p:spPr>
              <a:xfrm>
                <a:off x="945" y="3034"/>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173074" name="任意多边形 173073"/>
              <p:cNvSpPr/>
              <p:nvPr/>
            </p:nvSpPr>
            <p:spPr>
              <a:xfrm>
                <a:off x="560" y="2822"/>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173075" name="矩形 173074"/>
              <p:cNvSpPr/>
              <p:nvPr/>
            </p:nvSpPr>
            <p:spPr>
              <a:xfrm>
                <a:off x="998" y="2816"/>
                <a:ext cx="104" cy="104"/>
              </a:xfrm>
              <a:prstGeom prst="rect">
                <a:avLst/>
              </a:prstGeom>
              <a:solidFill>
                <a:srgbClr val="D0A4B1"/>
              </a:solidFill>
              <a:ln w="12700">
                <a:noFill/>
              </a:ln>
            </p:spPr>
            <p:txBody>
              <a:bodyPr/>
              <a:p>
                <a:endParaRPr lang="zh-CN" altLang="en-US"/>
              </a:p>
            </p:txBody>
          </p:sp>
          <p:sp>
            <p:nvSpPr>
              <p:cNvPr id="173076" name="椭圆 173075"/>
              <p:cNvSpPr/>
              <p:nvPr/>
            </p:nvSpPr>
            <p:spPr>
              <a:xfrm>
                <a:off x="1152" y="2655"/>
                <a:ext cx="98" cy="98"/>
              </a:xfrm>
              <a:prstGeom prst="ellipse">
                <a:avLst/>
              </a:prstGeom>
              <a:solidFill>
                <a:srgbClr val="00A9DA"/>
              </a:solidFill>
              <a:ln w="12700">
                <a:noFill/>
              </a:ln>
            </p:spPr>
            <p:txBody>
              <a:bodyPr/>
              <a:p>
                <a:endParaRPr lang="zh-CN" altLang="en-US"/>
              </a:p>
            </p:txBody>
          </p:sp>
          <p:sp>
            <p:nvSpPr>
              <p:cNvPr id="173077" name="椭圆 173076"/>
              <p:cNvSpPr/>
              <p:nvPr/>
            </p:nvSpPr>
            <p:spPr>
              <a:xfrm>
                <a:off x="952" y="3342"/>
                <a:ext cx="98" cy="98"/>
              </a:xfrm>
              <a:prstGeom prst="ellipse">
                <a:avLst/>
              </a:prstGeom>
              <a:solidFill>
                <a:srgbClr val="00A9DA"/>
              </a:solidFill>
              <a:ln w="12700">
                <a:noFill/>
              </a:ln>
            </p:spPr>
            <p:txBody>
              <a:bodyPr/>
              <a:p>
                <a:endParaRPr lang="zh-CN" altLang="en-US"/>
              </a:p>
            </p:txBody>
          </p:sp>
          <p:sp>
            <p:nvSpPr>
              <p:cNvPr id="173078" name="任意多边形 173077"/>
              <p:cNvSpPr/>
              <p:nvPr/>
            </p:nvSpPr>
            <p:spPr>
              <a:xfrm>
                <a:off x="769" y="3160"/>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173079" name="矩形 173078"/>
              <p:cNvSpPr/>
              <p:nvPr/>
            </p:nvSpPr>
            <p:spPr>
              <a:xfrm>
                <a:off x="634" y="2610"/>
                <a:ext cx="104" cy="104"/>
              </a:xfrm>
              <a:prstGeom prst="rect">
                <a:avLst/>
              </a:prstGeom>
              <a:solidFill>
                <a:srgbClr val="D0A4B1"/>
              </a:solidFill>
              <a:ln w="12700">
                <a:noFill/>
              </a:ln>
            </p:spPr>
            <p:txBody>
              <a:bodyPr/>
              <a:p>
                <a:endParaRPr lang="zh-CN" altLang="en-US"/>
              </a:p>
            </p:txBody>
          </p:sp>
          <p:sp>
            <p:nvSpPr>
              <p:cNvPr id="173080" name="矩形 173079"/>
              <p:cNvSpPr/>
              <p:nvPr/>
            </p:nvSpPr>
            <p:spPr>
              <a:xfrm>
                <a:off x="995" y="1770"/>
                <a:ext cx="104" cy="104"/>
              </a:xfrm>
              <a:prstGeom prst="rect">
                <a:avLst/>
              </a:prstGeom>
              <a:solidFill>
                <a:srgbClr val="D0A4B1"/>
              </a:solidFill>
              <a:ln w="12700">
                <a:noFill/>
              </a:ln>
            </p:spPr>
            <p:txBody>
              <a:bodyPr/>
              <a:p>
                <a:endParaRPr lang="zh-CN" altLang="en-US"/>
              </a:p>
            </p:txBody>
          </p:sp>
          <p:sp>
            <p:nvSpPr>
              <p:cNvPr id="173081" name="矩形 173080"/>
              <p:cNvSpPr/>
              <p:nvPr/>
            </p:nvSpPr>
            <p:spPr>
              <a:xfrm>
                <a:off x="705" y="1957"/>
                <a:ext cx="104" cy="104"/>
              </a:xfrm>
              <a:prstGeom prst="rect">
                <a:avLst/>
              </a:prstGeom>
              <a:solidFill>
                <a:srgbClr val="D0A4B1"/>
              </a:solidFill>
              <a:ln w="12700">
                <a:noFill/>
              </a:ln>
            </p:spPr>
            <p:txBody>
              <a:bodyPr/>
              <a:p>
                <a:endParaRPr lang="zh-CN" altLang="en-US"/>
              </a:p>
            </p:txBody>
          </p:sp>
          <p:sp>
            <p:nvSpPr>
              <p:cNvPr id="173082" name="矩形 173081"/>
              <p:cNvSpPr/>
              <p:nvPr/>
            </p:nvSpPr>
            <p:spPr>
              <a:xfrm>
                <a:off x="1126" y="2189"/>
                <a:ext cx="104" cy="104"/>
              </a:xfrm>
              <a:prstGeom prst="rect">
                <a:avLst/>
              </a:prstGeom>
              <a:solidFill>
                <a:srgbClr val="D0A4B1"/>
              </a:solidFill>
              <a:ln w="12700">
                <a:noFill/>
              </a:ln>
            </p:spPr>
            <p:txBody>
              <a:bodyPr/>
              <a:p>
                <a:endParaRPr lang="zh-CN" altLang="en-US"/>
              </a:p>
            </p:txBody>
          </p:sp>
          <p:sp>
            <p:nvSpPr>
              <p:cNvPr id="173083" name="矩形 173082"/>
              <p:cNvSpPr/>
              <p:nvPr/>
            </p:nvSpPr>
            <p:spPr>
              <a:xfrm>
                <a:off x="897" y="2360"/>
                <a:ext cx="104" cy="104"/>
              </a:xfrm>
              <a:prstGeom prst="rect">
                <a:avLst/>
              </a:prstGeom>
              <a:solidFill>
                <a:srgbClr val="D0A4B1"/>
              </a:solidFill>
              <a:ln w="12700">
                <a:noFill/>
              </a:ln>
            </p:spPr>
            <p:txBody>
              <a:bodyPr/>
              <a:p>
                <a:endParaRPr lang="zh-CN" altLang="en-US"/>
              </a:p>
            </p:txBody>
          </p:sp>
        </p:grpSp>
        <p:sp>
          <p:nvSpPr>
            <p:cNvPr id="173084" name="文本框 173083"/>
            <p:cNvSpPr txBox="1"/>
            <p:nvPr/>
          </p:nvSpPr>
          <p:spPr>
            <a:xfrm>
              <a:off x="444" y="1440"/>
              <a:ext cx="883" cy="442"/>
            </a:xfrm>
            <a:prstGeom prst="rect">
              <a:avLst/>
            </a:prstGeom>
            <a:noFill/>
            <a:ln w="12700">
              <a:noFill/>
            </a:ln>
          </p:spPr>
          <p:txBody>
            <a:bodyPr>
              <a:spAutoFit/>
            </a:bodyPr>
            <a:p>
              <a:pPr algn="ctr" defTabSz="762000" eaLnBrk="0" hangingPunct="0"/>
              <a:r>
                <a:rPr lang="zh-CN" altLang="en-US" sz="2400" dirty="0">
                  <a:latin typeface="Times New Roman" panose="02020603050405020304" pitchFamily="18" charset="0"/>
                  <a:ea typeface="楷体_GB2312" pitchFamily="49" charset="-122"/>
                </a:rPr>
                <a:t>顾客源</a:t>
              </a:r>
              <a:endParaRPr lang="zh-CN" altLang="en-US" sz="2400" dirty="0">
                <a:latin typeface="Times New Roman" panose="02020603050405020304" pitchFamily="18" charset="0"/>
                <a:ea typeface="楷体_GB2312" pitchFamily="49" charset="-122"/>
              </a:endParaRPr>
            </a:p>
            <a:p>
              <a:pPr algn="ctr" defTabSz="762000" eaLnBrk="0" hangingPunct="0"/>
              <a:endParaRPr lang="zh-CN" altLang="en-US" sz="1600" dirty="0">
                <a:latin typeface="Arial" panose="020B0604020202020204" pitchFamily="34" charset="0"/>
              </a:endParaRPr>
            </a:p>
          </p:txBody>
        </p:sp>
      </p:grpSp>
      <p:grpSp>
        <p:nvGrpSpPr>
          <p:cNvPr id="173085" name="组合 173084"/>
          <p:cNvGrpSpPr/>
          <p:nvPr/>
        </p:nvGrpSpPr>
        <p:grpSpPr>
          <a:xfrm>
            <a:off x="2339975" y="2708275"/>
            <a:ext cx="4408488" cy="2170113"/>
            <a:chOff x="1465" y="1974"/>
            <a:chExt cx="2777" cy="1367"/>
          </a:xfrm>
        </p:grpSpPr>
        <p:sp>
          <p:nvSpPr>
            <p:cNvPr id="173086" name="直接连接符 173085"/>
            <p:cNvSpPr/>
            <p:nvPr/>
          </p:nvSpPr>
          <p:spPr>
            <a:xfrm>
              <a:off x="1465" y="2812"/>
              <a:ext cx="468" cy="0"/>
            </a:xfrm>
            <a:prstGeom prst="line">
              <a:avLst/>
            </a:prstGeom>
            <a:ln w="76200" cap="flat" cmpd="sng">
              <a:solidFill>
                <a:srgbClr val="B2B2B2"/>
              </a:solidFill>
              <a:prstDash val="solid"/>
              <a:headEnd type="none" w="med" len="med"/>
              <a:tailEnd type="triangle" w="med" len="med"/>
            </a:ln>
          </p:spPr>
        </p:sp>
        <p:sp>
          <p:nvSpPr>
            <p:cNvPr id="173087" name="矩形 173086"/>
            <p:cNvSpPr/>
            <p:nvPr/>
          </p:nvSpPr>
          <p:spPr>
            <a:xfrm>
              <a:off x="1933" y="2276"/>
              <a:ext cx="2309" cy="1065"/>
            </a:xfrm>
            <a:prstGeom prst="rect">
              <a:avLst/>
            </a:prstGeom>
            <a:solidFill>
              <a:srgbClr val="E0EFE4"/>
            </a:solidFill>
            <a:ln w="12700">
              <a:noFill/>
            </a:ln>
          </p:spPr>
          <p:txBody>
            <a:bodyPr/>
            <a:p>
              <a:endParaRPr lang="zh-CN" altLang="en-US"/>
            </a:p>
          </p:txBody>
        </p:sp>
        <p:grpSp>
          <p:nvGrpSpPr>
            <p:cNvPr id="173088" name="组合 173087"/>
            <p:cNvGrpSpPr/>
            <p:nvPr/>
          </p:nvGrpSpPr>
          <p:grpSpPr>
            <a:xfrm>
              <a:off x="2061" y="2752"/>
              <a:ext cx="656" cy="104"/>
              <a:chOff x="2196" y="2453"/>
              <a:chExt cx="656" cy="104"/>
            </a:xfrm>
          </p:grpSpPr>
          <p:sp>
            <p:nvSpPr>
              <p:cNvPr id="173089" name="椭圆 173088"/>
              <p:cNvSpPr/>
              <p:nvPr/>
            </p:nvSpPr>
            <p:spPr>
              <a:xfrm>
                <a:off x="2196" y="2456"/>
                <a:ext cx="98" cy="98"/>
              </a:xfrm>
              <a:prstGeom prst="ellipse">
                <a:avLst/>
              </a:prstGeom>
              <a:solidFill>
                <a:srgbClr val="00A9DA"/>
              </a:solidFill>
              <a:ln w="12700">
                <a:noFill/>
              </a:ln>
            </p:spPr>
            <p:txBody>
              <a:bodyPr/>
              <a:p>
                <a:endParaRPr lang="zh-CN" altLang="en-US"/>
              </a:p>
            </p:txBody>
          </p:sp>
          <p:sp>
            <p:nvSpPr>
              <p:cNvPr id="173090" name="椭圆 173089"/>
              <p:cNvSpPr/>
              <p:nvPr/>
            </p:nvSpPr>
            <p:spPr>
              <a:xfrm>
                <a:off x="2615" y="2456"/>
                <a:ext cx="98" cy="98"/>
              </a:xfrm>
              <a:prstGeom prst="ellipse">
                <a:avLst/>
              </a:prstGeom>
              <a:solidFill>
                <a:srgbClr val="00A9DA"/>
              </a:solidFill>
              <a:ln w="12700">
                <a:noFill/>
              </a:ln>
            </p:spPr>
            <p:txBody>
              <a:bodyPr/>
              <a:p>
                <a:endParaRPr lang="zh-CN" altLang="en-US"/>
              </a:p>
            </p:txBody>
          </p:sp>
          <p:sp>
            <p:nvSpPr>
              <p:cNvPr id="173091" name="任意多边形 173090"/>
              <p:cNvSpPr/>
              <p:nvPr/>
            </p:nvSpPr>
            <p:spPr>
              <a:xfrm>
                <a:off x="2333" y="2461"/>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173092" name="任意多边形 173091"/>
              <p:cNvSpPr/>
              <p:nvPr/>
            </p:nvSpPr>
            <p:spPr>
              <a:xfrm>
                <a:off x="2749" y="2461"/>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173093" name="矩形 173092"/>
              <p:cNvSpPr/>
              <p:nvPr/>
            </p:nvSpPr>
            <p:spPr>
              <a:xfrm>
                <a:off x="2477" y="2453"/>
                <a:ext cx="104" cy="104"/>
              </a:xfrm>
              <a:prstGeom prst="rect">
                <a:avLst/>
              </a:prstGeom>
              <a:solidFill>
                <a:srgbClr val="D0A4B1"/>
              </a:solidFill>
              <a:ln w="12700">
                <a:noFill/>
              </a:ln>
            </p:spPr>
            <p:txBody>
              <a:bodyPr/>
              <a:p>
                <a:endParaRPr lang="zh-CN" altLang="en-US"/>
              </a:p>
            </p:txBody>
          </p:sp>
        </p:grpSp>
        <p:sp>
          <p:nvSpPr>
            <p:cNvPr id="173094" name="直接连接符 173093"/>
            <p:cNvSpPr/>
            <p:nvPr/>
          </p:nvSpPr>
          <p:spPr>
            <a:xfrm>
              <a:off x="2780" y="2809"/>
              <a:ext cx="468" cy="0"/>
            </a:xfrm>
            <a:prstGeom prst="line">
              <a:avLst/>
            </a:prstGeom>
            <a:ln w="76200" cap="flat" cmpd="sng">
              <a:solidFill>
                <a:srgbClr val="000000"/>
              </a:solidFill>
              <a:prstDash val="solid"/>
              <a:headEnd type="none" w="med" len="med"/>
              <a:tailEnd type="triangle" w="med" len="med"/>
            </a:ln>
          </p:spPr>
        </p:sp>
        <p:sp>
          <p:nvSpPr>
            <p:cNvPr id="173095" name="矩形 173094"/>
            <p:cNvSpPr/>
            <p:nvPr/>
          </p:nvSpPr>
          <p:spPr>
            <a:xfrm>
              <a:off x="3252" y="2544"/>
              <a:ext cx="720" cy="528"/>
            </a:xfrm>
            <a:prstGeom prst="rect">
              <a:avLst/>
            </a:prstGeom>
            <a:solidFill>
              <a:srgbClr val="FF99CC"/>
            </a:solidFill>
            <a:ln w="12700">
              <a:noFill/>
            </a:ln>
          </p:spPr>
          <p:txBody>
            <a:bodyPr/>
            <a:p>
              <a:endParaRPr lang="zh-CN" altLang="en-US"/>
            </a:p>
          </p:txBody>
        </p:sp>
        <p:sp>
          <p:nvSpPr>
            <p:cNvPr id="173096" name="文本框 173095"/>
            <p:cNvSpPr txBox="1"/>
            <p:nvPr/>
          </p:nvSpPr>
          <p:spPr>
            <a:xfrm>
              <a:off x="2569" y="1974"/>
              <a:ext cx="888" cy="288"/>
            </a:xfrm>
            <a:prstGeom prst="rect">
              <a:avLst/>
            </a:prstGeom>
            <a:noFill/>
            <a:ln w="12700">
              <a:noFill/>
            </a:ln>
          </p:spPr>
          <p:txBody>
            <a:bodyPr wrap="none" anchor="t">
              <a:spAutoFit/>
            </a:bodyPr>
            <a:p>
              <a:pPr defTabSz="762000" eaLnBrk="0" hangingPunct="0"/>
              <a:r>
                <a:rPr lang="zh-CN" altLang="en-US" sz="2400" dirty="0">
                  <a:latin typeface="Arial" panose="020B0604020202020204" pitchFamily="34" charset="0"/>
                  <a:ea typeface="楷体_GB2312" pitchFamily="49" charset="-122"/>
                </a:rPr>
                <a:t>排队系统</a:t>
              </a:r>
              <a:endParaRPr lang="zh-CN" altLang="en-US" sz="2400" dirty="0">
                <a:latin typeface="Arial" panose="020B0604020202020204" pitchFamily="34" charset="0"/>
                <a:ea typeface="楷体_GB2312" pitchFamily="49" charset="-122"/>
              </a:endParaRPr>
            </a:p>
          </p:txBody>
        </p:sp>
        <p:sp>
          <p:nvSpPr>
            <p:cNvPr id="173097" name="文本框 173096"/>
            <p:cNvSpPr txBox="1"/>
            <p:nvPr/>
          </p:nvSpPr>
          <p:spPr>
            <a:xfrm>
              <a:off x="1923" y="2450"/>
              <a:ext cx="888" cy="288"/>
            </a:xfrm>
            <a:prstGeom prst="rect">
              <a:avLst/>
            </a:prstGeom>
            <a:noFill/>
            <a:ln w="12700">
              <a:noFill/>
            </a:ln>
          </p:spPr>
          <p:txBody>
            <a:bodyPr wrap="none" anchor="t">
              <a:spAutoFit/>
            </a:bodyPr>
            <a:p>
              <a:pPr algn="ctr" defTabSz="762000" eaLnBrk="0" hangingPunct="0"/>
              <a:r>
                <a:rPr lang="zh-CN" altLang="zh-CN" sz="2400" dirty="0">
                  <a:solidFill>
                    <a:srgbClr val="000000"/>
                  </a:solidFill>
                  <a:latin typeface="Arial" panose="020B0604020202020204" pitchFamily="34" charset="0"/>
                  <a:ea typeface="楷体_GB2312" pitchFamily="49" charset="-122"/>
                </a:rPr>
                <a:t>排队</a:t>
              </a:r>
              <a:r>
                <a:rPr lang="zh-CN" altLang="en-US" sz="2400" dirty="0">
                  <a:solidFill>
                    <a:srgbClr val="000000"/>
                  </a:solidFill>
                  <a:latin typeface="Arial" panose="020B0604020202020204" pitchFamily="34" charset="0"/>
                  <a:ea typeface="楷体_GB2312" pitchFamily="49" charset="-122"/>
                </a:rPr>
                <a:t>结构</a:t>
              </a:r>
              <a:endParaRPr lang="zh-CN" altLang="en-US" sz="2400" dirty="0">
                <a:solidFill>
                  <a:srgbClr val="000000"/>
                </a:solidFill>
                <a:latin typeface="Arial" panose="020B0604020202020204" pitchFamily="34" charset="0"/>
                <a:ea typeface="楷体_GB2312" pitchFamily="49" charset="-122"/>
              </a:endParaRPr>
            </a:p>
          </p:txBody>
        </p:sp>
        <p:sp>
          <p:nvSpPr>
            <p:cNvPr id="173098" name="文本框 173097"/>
            <p:cNvSpPr txBox="1"/>
            <p:nvPr/>
          </p:nvSpPr>
          <p:spPr>
            <a:xfrm>
              <a:off x="3246" y="2604"/>
              <a:ext cx="714" cy="212"/>
            </a:xfrm>
            <a:prstGeom prst="rect">
              <a:avLst/>
            </a:prstGeom>
            <a:noFill/>
            <a:ln w="12700">
              <a:noFill/>
            </a:ln>
          </p:spPr>
          <p:txBody>
            <a:bodyPr>
              <a:spAutoFit/>
            </a:bodyPr>
            <a:p>
              <a:pPr algn="ctr" defTabSz="762000" eaLnBrk="0" hangingPunct="0"/>
              <a:endParaRPr lang="zh-CN" altLang="en-US" sz="1600" dirty="0">
                <a:solidFill>
                  <a:srgbClr val="000000"/>
                </a:solidFill>
                <a:latin typeface="Arial" panose="020B0604020202020204" pitchFamily="34" charset="0"/>
              </a:endParaRPr>
            </a:p>
          </p:txBody>
        </p:sp>
        <p:sp>
          <p:nvSpPr>
            <p:cNvPr id="173099" name="文本框 173098"/>
            <p:cNvSpPr txBox="1"/>
            <p:nvPr/>
          </p:nvSpPr>
          <p:spPr>
            <a:xfrm>
              <a:off x="3360" y="2544"/>
              <a:ext cx="502" cy="518"/>
            </a:xfrm>
            <a:prstGeom prst="rect">
              <a:avLst/>
            </a:prstGeom>
            <a:noFill/>
            <a:ln w="9525">
              <a:noFill/>
            </a:ln>
          </p:spPr>
          <p:txBody>
            <a:bodyPr wrap="none" anchor="t">
              <a:spAutoFit/>
            </a:bodyPr>
            <a:p>
              <a:r>
                <a:rPr lang="zh-CN" altLang="en-US" sz="2400" dirty="0">
                  <a:solidFill>
                    <a:schemeClr val="bg2"/>
                  </a:solidFill>
                  <a:latin typeface="Arial" panose="020B0604020202020204" pitchFamily="34" charset="0"/>
                  <a:ea typeface="楷体_GB2312" pitchFamily="49" charset="-122"/>
                </a:rPr>
                <a:t>服务</a:t>
              </a:r>
              <a:endParaRPr lang="zh-CN" altLang="en-US" sz="2400" dirty="0">
                <a:solidFill>
                  <a:schemeClr val="bg2"/>
                </a:solidFill>
                <a:latin typeface="Arial" panose="020B0604020202020204" pitchFamily="34" charset="0"/>
                <a:ea typeface="楷体_GB2312" pitchFamily="49" charset="-122"/>
              </a:endParaRPr>
            </a:p>
            <a:p>
              <a:r>
                <a:rPr lang="zh-CN" altLang="en-US" sz="2400" dirty="0">
                  <a:solidFill>
                    <a:schemeClr val="bg2"/>
                  </a:solidFill>
                  <a:latin typeface="Arial" panose="020B0604020202020204" pitchFamily="34" charset="0"/>
                  <a:ea typeface="楷体_GB2312" pitchFamily="49" charset="-122"/>
                </a:rPr>
                <a:t>机构</a:t>
              </a:r>
              <a:endParaRPr lang="zh-CN" altLang="en-US" sz="2400" dirty="0">
                <a:solidFill>
                  <a:schemeClr val="bg2"/>
                </a:solidFill>
                <a:latin typeface="Arial" panose="020B0604020202020204" pitchFamily="34" charset="0"/>
                <a:ea typeface="楷体_GB2312" pitchFamily="49" charset="-122"/>
              </a:endParaRPr>
            </a:p>
          </p:txBody>
        </p:sp>
        <p:sp>
          <p:nvSpPr>
            <p:cNvPr id="173100" name="文本框 173099"/>
            <p:cNvSpPr txBox="1"/>
            <p:nvPr/>
          </p:nvSpPr>
          <p:spPr>
            <a:xfrm>
              <a:off x="2016" y="2928"/>
              <a:ext cx="756" cy="250"/>
            </a:xfrm>
            <a:prstGeom prst="rect">
              <a:avLst/>
            </a:prstGeom>
            <a:noFill/>
            <a:ln w="9525">
              <a:noFill/>
            </a:ln>
          </p:spPr>
          <p:txBody>
            <a:bodyPr wrap="none" anchor="t">
              <a:spAutoFit/>
            </a:bodyPr>
            <a:p>
              <a:r>
                <a:rPr lang="zh-CN" altLang="en-US" sz="2000" b="0" dirty="0">
                  <a:solidFill>
                    <a:schemeClr val="folHlink"/>
                  </a:solidFill>
                  <a:latin typeface="Times New Roman" panose="02020603050405020304" pitchFamily="18" charset="0"/>
                  <a:ea typeface="隶书" panose="02010509060101010101" pitchFamily="49" charset="-122"/>
                </a:rPr>
                <a:t>排队规则</a:t>
              </a:r>
              <a:endParaRPr lang="zh-CN" altLang="en-US" sz="2400" b="0" dirty="0">
                <a:latin typeface="Times New Roman" panose="02020603050405020304" pitchFamily="18" charset="0"/>
              </a:endParaRPr>
            </a:p>
          </p:txBody>
        </p:sp>
        <p:sp>
          <p:nvSpPr>
            <p:cNvPr id="173101" name="文本框 173100"/>
            <p:cNvSpPr txBox="1"/>
            <p:nvPr/>
          </p:nvSpPr>
          <p:spPr>
            <a:xfrm>
              <a:off x="3216" y="3072"/>
              <a:ext cx="816" cy="250"/>
            </a:xfrm>
            <a:prstGeom prst="rect">
              <a:avLst/>
            </a:prstGeom>
            <a:noFill/>
            <a:ln w="12700">
              <a:noFill/>
            </a:ln>
          </p:spPr>
          <p:txBody>
            <a:bodyPr>
              <a:spAutoFit/>
            </a:bodyPr>
            <a:p>
              <a:pPr algn="ctr" defTabSz="762000" eaLnBrk="0" hangingPunct="0"/>
              <a:r>
                <a:rPr lang="zh-CN" altLang="en-US" sz="2000" dirty="0">
                  <a:solidFill>
                    <a:srgbClr val="CC0066"/>
                  </a:solidFill>
                  <a:latin typeface="Arial" panose="020B0604020202020204" pitchFamily="34" charset="0"/>
                  <a:ea typeface="隶书" panose="02010509060101010101" pitchFamily="49" charset="-122"/>
                </a:rPr>
                <a:t>服务规则</a:t>
              </a:r>
              <a:endParaRPr lang="zh-CN" altLang="en-US" sz="2000" dirty="0">
                <a:solidFill>
                  <a:srgbClr val="CC0066"/>
                </a:solidFill>
                <a:latin typeface="Arial" panose="020B0604020202020204" pitchFamily="34" charset="0"/>
                <a:ea typeface="隶书" panose="02010509060101010101" pitchFamily="49" charset="-122"/>
              </a:endParaRPr>
            </a:p>
          </p:txBody>
        </p:sp>
      </p:grpSp>
      <p:grpSp>
        <p:nvGrpSpPr>
          <p:cNvPr id="173102" name="组合 173101"/>
          <p:cNvGrpSpPr/>
          <p:nvPr/>
        </p:nvGrpSpPr>
        <p:grpSpPr>
          <a:xfrm>
            <a:off x="6337300" y="3114675"/>
            <a:ext cx="2309813" cy="1003300"/>
            <a:chOff x="4017" y="2160"/>
            <a:chExt cx="1455" cy="632"/>
          </a:xfrm>
        </p:grpSpPr>
        <p:sp>
          <p:nvSpPr>
            <p:cNvPr id="173103" name="文本框 173102"/>
            <p:cNvSpPr txBox="1"/>
            <p:nvPr/>
          </p:nvSpPr>
          <p:spPr>
            <a:xfrm>
              <a:off x="4560" y="2160"/>
              <a:ext cx="912" cy="518"/>
            </a:xfrm>
            <a:prstGeom prst="rect">
              <a:avLst/>
            </a:prstGeom>
            <a:noFill/>
            <a:ln w="12700">
              <a:noFill/>
            </a:ln>
          </p:spPr>
          <p:txBody>
            <a:bodyPr>
              <a:spAutoFit/>
            </a:bodyPr>
            <a:p>
              <a:pPr defTabSz="762000" eaLnBrk="0" hangingPunct="0"/>
              <a:r>
                <a:rPr lang="zh-CN" altLang="zh-CN" sz="2400" dirty="0">
                  <a:latin typeface="Arial" panose="020B0604020202020204" pitchFamily="34" charset="0"/>
                  <a:ea typeface="楷体_GB2312" pitchFamily="49" charset="-122"/>
                </a:rPr>
                <a:t>接受</a:t>
              </a:r>
              <a:r>
                <a:rPr lang="zh-CN" altLang="en-US" sz="2400" dirty="0">
                  <a:latin typeface="Arial" panose="020B0604020202020204" pitchFamily="34" charset="0"/>
                  <a:ea typeface="楷体_GB2312" pitchFamily="49" charset="-122"/>
                </a:rPr>
                <a:t>服务</a:t>
              </a:r>
              <a:endParaRPr lang="zh-CN" altLang="en-US" sz="2400" dirty="0">
                <a:latin typeface="Arial" panose="020B0604020202020204" pitchFamily="34" charset="0"/>
                <a:ea typeface="楷体_GB2312" pitchFamily="49" charset="-122"/>
              </a:endParaRPr>
            </a:p>
            <a:p>
              <a:pPr defTabSz="762000" eaLnBrk="0" hangingPunct="0"/>
              <a:r>
                <a:rPr lang="zh-CN" altLang="en-US" sz="2400" dirty="0">
                  <a:latin typeface="Arial" panose="020B0604020202020204" pitchFamily="34" charset="0"/>
                  <a:ea typeface="楷体_GB2312" pitchFamily="49" charset="-122"/>
                </a:rPr>
                <a:t>后离去</a:t>
              </a:r>
              <a:endParaRPr lang="zh-CN" altLang="en-US" sz="2400" dirty="0">
                <a:latin typeface="Arial" panose="020B0604020202020204" pitchFamily="34" charset="0"/>
                <a:ea typeface="楷体_GB2312" pitchFamily="49" charset="-122"/>
              </a:endParaRPr>
            </a:p>
          </p:txBody>
        </p:sp>
        <p:grpSp>
          <p:nvGrpSpPr>
            <p:cNvPr id="173104" name="组合 173103"/>
            <p:cNvGrpSpPr/>
            <p:nvPr/>
          </p:nvGrpSpPr>
          <p:grpSpPr>
            <a:xfrm>
              <a:off x="4704" y="2688"/>
              <a:ext cx="656" cy="104"/>
              <a:chOff x="4777" y="2663"/>
              <a:chExt cx="656" cy="104"/>
            </a:xfrm>
          </p:grpSpPr>
          <p:sp>
            <p:nvSpPr>
              <p:cNvPr id="173105" name="椭圆 173104"/>
              <p:cNvSpPr/>
              <p:nvPr/>
            </p:nvSpPr>
            <p:spPr>
              <a:xfrm>
                <a:off x="4777" y="2666"/>
                <a:ext cx="98" cy="98"/>
              </a:xfrm>
              <a:prstGeom prst="ellipse">
                <a:avLst/>
              </a:prstGeom>
              <a:solidFill>
                <a:srgbClr val="00A9DA"/>
              </a:solidFill>
              <a:ln w="12700">
                <a:noFill/>
              </a:ln>
            </p:spPr>
            <p:txBody>
              <a:bodyPr/>
              <a:p>
                <a:endParaRPr lang="zh-CN" altLang="en-US"/>
              </a:p>
            </p:txBody>
          </p:sp>
          <p:sp>
            <p:nvSpPr>
              <p:cNvPr id="173106" name="椭圆 173105"/>
              <p:cNvSpPr/>
              <p:nvPr/>
            </p:nvSpPr>
            <p:spPr>
              <a:xfrm>
                <a:off x="5196" y="2666"/>
                <a:ext cx="98" cy="98"/>
              </a:xfrm>
              <a:prstGeom prst="ellipse">
                <a:avLst/>
              </a:prstGeom>
              <a:solidFill>
                <a:srgbClr val="00A9DA"/>
              </a:solidFill>
              <a:ln w="12700">
                <a:noFill/>
              </a:ln>
            </p:spPr>
            <p:txBody>
              <a:bodyPr/>
              <a:p>
                <a:endParaRPr lang="zh-CN" altLang="en-US"/>
              </a:p>
            </p:txBody>
          </p:sp>
          <p:sp>
            <p:nvSpPr>
              <p:cNvPr id="173107" name="任意多边形 173106"/>
              <p:cNvSpPr/>
              <p:nvPr/>
            </p:nvSpPr>
            <p:spPr>
              <a:xfrm>
                <a:off x="4914" y="2671"/>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173108" name="任意多边形 173107"/>
              <p:cNvSpPr/>
              <p:nvPr/>
            </p:nvSpPr>
            <p:spPr>
              <a:xfrm>
                <a:off x="5330" y="2671"/>
                <a:ext cx="103" cy="88"/>
              </a:xfrm>
              <a:custGeom>
                <a:avLst/>
                <a:gdLst/>
                <a:ahLst/>
                <a:cxnLst/>
                <a:pathLst>
                  <a:path w="103" h="88">
                    <a:moveTo>
                      <a:pt x="0" y="88"/>
                    </a:moveTo>
                    <a:lnTo>
                      <a:pt x="54" y="0"/>
                    </a:lnTo>
                    <a:lnTo>
                      <a:pt x="103" y="85"/>
                    </a:lnTo>
                    <a:lnTo>
                      <a:pt x="0" y="88"/>
                    </a:lnTo>
                    <a:close/>
                  </a:path>
                </a:pathLst>
              </a:custGeom>
              <a:solidFill>
                <a:srgbClr val="D30066"/>
              </a:solidFill>
              <a:ln w="12700">
                <a:noFill/>
              </a:ln>
            </p:spPr>
            <p:txBody>
              <a:bodyPr/>
              <a:p>
                <a:endParaRPr lang="zh-CN" altLang="en-US"/>
              </a:p>
            </p:txBody>
          </p:sp>
          <p:sp>
            <p:nvSpPr>
              <p:cNvPr id="173109" name="矩形 173108"/>
              <p:cNvSpPr/>
              <p:nvPr/>
            </p:nvSpPr>
            <p:spPr>
              <a:xfrm>
                <a:off x="5058" y="2663"/>
                <a:ext cx="104" cy="104"/>
              </a:xfrm>
              <a:prstGeom prst="rect">
                <a:avLst/>
              </a:prstGeom>
              <a:solidFill>
                <a:srgbClr val="D0A4B1"/>
              </a:solidFill>
              <a:ln w="12700">
                <a:noFill/>
              </a:ln>
            </p:spPr>
            <p:txBody>
              <a:bodyPr/>
              <a:p>
                <a:endParaRPr lang="zh-CN" altLang="en-US"/>
              </a:p>
            </p:txBody>
          </p:sp>
        </p:grpSp>
        <p:sp>
          <p:nvSpPr>
            <p:cNvPr id="173110" name="直接连接符 173109"/>
            <p:cNvSpPr/>
            <p:nvPr/>
          </p:nvSpPr>
          <p:spPr>
            <a:xfrm>
              <a:off x="4017" y="2752"/>
              <a:ext cx="588" cy="0"/>
            </a:xfrm>
            <a:prstGeom prst="line">
              <a:avLst/>
            </a:prstGeom>
            <a:ln w="76200" cap="flat" cmpd="sng">
              <a:solidFill>
                <a:srgbClr val="B2B2B2"/>
              </a:solidFill>
              <a:prstDash val="solid"/>
              <a:headEnd type="none" w="med" len="med"/>
              <a:tailEnd type="triangle" w="med" len="med"/>
            </a:ln>
          </p:spPr>
        </p:sp>
      </p:grpSp>
      <p:sp>
        <p:nvSpPr>
          <p:cNvPr id="173111" name="矩形 173110"/>
          <p:cNvSpPr/>
          <p:nvPr/>
        </p:nvSpPr>
        <p:spPr>
          <a:xfrm>
            <a:off x="1116013" y="333375"/>
            <a:ext cx="3276600" cy="914400"/>
          </a:xfrm>
          <a:prstGeom prst="rect">
            <a:avLst/>
          </a:prstGeom>
          <a:noFill/>
          <a:ln w="9525">
            <a:noFill/>
          </a:ln>
        </p:spPr>
        <p:txBody>
          <a:bodyPr lIns="92075" tIns="46038" rIns="92075" bIns="46038" anchor="ctr"/>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zh-CN" altLang="en-US" sz="3200" b="1" dirty="0">
                <a:latin typeface="楷体_GB2312" pitchFamily="49" charset="-122"/>
                <a:ea typeface="楷体_GB2312" pitchFamily="49" charset="-122"/>
              </a:rPr>
              <a:t> 3.1 </a:t>
            </a:r>
            <a:r>
              <a:rPr lang="en-US" altLang="zh-CN" sz="3200" b="1">
                <a:latin typeface="楷体_GB2312" pitchFamily="49" charset="-122"/>
                <a:ea typeface="楷体_GB2312" pitchFamily="49" charset="-122"/>
              </a:rPr>
              <a:t>M/M/1</a:t>
            </a:r>
            <a:r>
              <a:rPr lang="zh-CN" altLang="en-US" sz="3200" b="1" dirty="0">
                <a:latin typeface="楷体_GB2312" pitchFamily="49" charset="-122"/>
                <a:ea typeface="楷体_GB2312" pitchFamily="49" charset="-122"/>
              </a:rPr>
              <a:t>模型</a:t>
            </a:r>
            <a:endParaRPr lang="zh-CN" altLang="en-US" b="1" dirty="0"/>
          </a:p>
        </p:txBody>
      </p:sp>
      <p:sp>
        <p:nvSpPr>
          <p:cNvPr id="173113" name="文本框 173112"/>
          <p:cNvSpPr txBox="1"/>
          <p:nvPr/>
        </p:nvSpPr>
        <p:spPr>
          <a:xfrm>
            <a:off x="1066800" y="3733800"/>
            <a:ext cx="671513" cy="911225"/>
          </a:xfrm>
          <a:prstGeom prst="rect">
            <a:avLst/>
          </a:prstGeom>
          <a:solidFill>
            <a:srgbClr val="FFFF99"/>
          </a:solidFill>
          <a:ln w="9525">
            <a:noFill/>
          </a:ln>
        </p:spPr>
        <p:txBody>
          <a:bodyPr vert="eaVert">
            <a:spAutoFit/>
          </a:bodyPr>
          <a:p>
            <a:r>
              <a:rPr lang="zh-CN" altLang="en-US" sz="3200" dirty="0">
                <a:solidFill>
                  <a:schemeClr val="bg2"/>
                </a:solidFill>
                <a:latin typeface="Times New Roman" panose="02020603050405020304" pitchFamily="18" charset="0"/>
                <a:ea typeface="楷体_GB2312" pitchFamily="49" charset="-122"/>
              </a:rPr>
              <a:t>无限</a:t>
            </a:r>
            <a:endParaRPr lang="zh-CN" altLang="en-US" sz="2400" b="0" dirty="0">
              <a:latin typeface="Times New Roman" panose="02020603050405020304" pitchFamily="18" charset="0"/>
            </a:endParaRPr>
          </a:p>
        </p:txBody>
      </p:sp>
      <p:grpSp>
        <p:nvGrpSpPr>
          <p:cNvPr id="173121" name="组合 173120"/>
          <p:cNvGrpSpPr/>
          <p:nvPr/>
        </p:nvGrpSpPr>
        <p:grpSpPr>
          <a:xfrm>
            <a:off x="1828800" y="1295400"/>
            <a:ext cx="2133600" cy="1524000"/>
            <a:chOff x="1152" y="912"/>
            <a:chExt cx="1344" cy="960"/>
          </a:xfrm>
        </p:grpSpPr>
        <p:sp>
          <p:nvSpPr>
            <p:cNvPr id="173114" name="圆角矩形标注 173113"/>
            <p:cNvSpPr/>
            <p:nvPr/>
          </p:nvSpPr>
          <p:spPr>
            <a:xfrm>
              <a:off x="1152" y="912"/>
              <a:ext cx="1344" cy="960"/>
            </a:xfrm>
            <a:prstGeom prst="wedgeRoundRectCallout">
              <a:avLst>
                <a:gd name="adj1" fmla="val -16667"/>
                <a:gd name="adj2" fmla="val 132083"/>
                <a:gd name="adj3" fmla="val 16667"/>
              </a:avLst>
            </a:prstGeom>
            <a:solidFill>
              <a:srgbClr val="FFFF66"/>
            </a:solidFill>
            <a:ln w="9525" cap="flat" cmpd="sng">
              <a:solidFill>
                <a:schemeClr val="tx1"/>
              </a:solidFill>
              <a:prstDash val="solid"/>
              <a:miter/>
              <a:headEnd type="none" w="med" len="med"/>
              <a:tailEnd type="none" w="med" len="med"/>
            </a:ln>
          </p:spPr>
          <p:txBody>
            <a:bodyPr wrap="none" anchor="ctr"/>
            <a:p>
              <a:r>
                <a:rPr lang="zh-CN" altLang="en-US" sz="2400" dirty="0">
                  <a:solidFill>
                    <a:schemeClr val="bg2"/>
                  </a:solidFill>
                  <a:latin typeface="楷体_GB2312" pitchFamily="49" charset="-122"/>
                  <a:ea typeface="楷体_GB2312" pitchFamily="49" charset="-122"/>
                </a:rPr>
                <a:t>输入过程服从</a:t>
              </a:r>
              <a:endParaRPr lang="zh-CN" altLang="en-US" sz="2400" dirty="0">
                <a:solidFill>
                  <a:schemeClr val="bg2"/>
                </a:solidFill>
                <a:latin typeface="楷体_GB2312" pitchFamily="49" charset="-122"/>
                <a:ea typeface="楷体_GB2312" pitchFamily="49" charset="-122"/>
              </a:endParaRPr>
            </a:p>
            <a:p>
              <a:r>
                <a:rPr lang="zh-CN" altLang="en-US" sz="2400" dirty="0">
                  <a:solidFill>
                    <a:schemeClr val="bg2"/>
                  </a:solidFill>
                  <a:latin typeface="楷体_GB2312" pitchFamily="49" charset="-122"/>
                  <a:ea typeface="楷体_GB2312" pitchFamily="49" charset="-122"/>
                </a:rPr>
                <a:t>参数为   的</a:t>
              </a:r>
              <a:endParaRPr lang="zh-CN" altLang="en-US" sz="2400" dirty="0">
                <a:solidFill>
                  <a:schemeClr val="bg2"/>
                </a:solidFill>
                <a:latin typeface="楷体_GB2312" pitchFamily="49" charset="-122"/>
                <a:ea typeface="楷体_GB2312" pitchFamily="49" charset="-122"/>
              </a:endParaRPr>
            </a:p>
            <a:p>
              <a:r>
                <a:rPr lang="en-US" altLang="zh-CN" sz="2400">
                  <a:solidFill>
                    <a:schemeClr val="bg2"/>
                  </a:solidFill>
                  <a:latin typeface="楷体_GB2312" pitchFamily="49" charset="-122"/>
                  <a:ea typeface="楷体_GB2312" pitchFamily="49" charset="-122"/>
                </a:rPr>
                <a:t>Poisson</a:t>
              </a:r>
              <a:r>
                <a:rPr lang="zh-CN" altLang="en-US" sz="2400" dirty="0">
                  <a:solidFill>
                    <a:schemeClr val="bg2"/>
                  </a:solidFill>
                  <a:latin typeface="楷体_GB2312" pitchFamily="49" charset="-122"/>
                  <a:ea typeface="楷体_GB2312" pitchFamily="49" charset="-122"/>
                </a:rPr>
                <a:t>过程</a:t>
              </a:r>
              <a:endParaRPr lang="zh-CN" altLang="en-US" sz="2400" dirty="0">
                <a:latin typeface="楷体_GB2312" pitchFamily="49" charset="-122"/>
                <a:ea typeface="楷体_GB2312" pitchFamily="49" charset="-122"/>
              </a:endParaRPr>
            </a:p>
          </p:txBody>
        </p:sp>
        <p:graphicFrame>
          <p:nvGraphicFramePr>
            <p:cNvPr id="173115" name="对象 173114"/>
            <p:cNvGraphicFramePr/>
            <p:nvPr/>
          </p:nvGraphicFramePr>
          <p:xfrm>
            <a:off x="1872" y="1248"/>
            <a:ext cx="235" cy="296"/>
          </p:xfrm>
          <a:graphic>
            <a:graphicData uri="http://schemas.openxmlformats.org/presentationml/2006/ole">
              <mc:AlternateContent xmlns:mc="http://schemas.openxmlformats.org/markup-compatibility/2006">
                <mc:Choice xmlns:v="urn:schemas-microsoft-com:vml" Requires="v">
                  <p:oleObj spid="_x0000_s3076" name="" r:id="rId1" imgW="139700" imgH="177800" progId="Equation.3">
                    <p:embed/>
                  </p:oleObj>
                </mc:Choice>
                <mc:Fallback>
                  <p:oleObj name="" r:id="rId1" imgW="139700" imgH="177800" progId="Equation.3">
                    <p:embed/>
                    <p:pic>
                      <p:nvPicPr>
                        <p:cNvPr id="0" name="图片 3075"/>
                        <p:cNvPicPr/>
                        <p:nvPr/>
                      </p:nvPicPr>
                      <p:blipFill>
                        <a:blip r:embed="rId2"/>
                        <a:stretch>
                          <a:fillRect/>
                        </a:stretch>
                      </p:blipFill>
                      <p:spPr>
                        <a:xfrm>
                          <a:off x="1872" y="1248"/>
                          <a:ext cx="235" cy="296"/>
                        </a:xfrm>
                        <a:prstGeom prst="rect">
                          <a:avLst/>
                        </a:prstGeom>
                        <a:noFill/>
                        <a:ln w="38100">
                          <a:noFill/>
                          <a:miter/>
                        </a:ln>
                      </p:spPr>
                    </p:pic>
                  </p:oleObj>
                </mc:Fallback>
              </mc:AlternateContent>
            </a:graphicData>
          </a:graphic>
        </p:graphicFrame>
      </p:grpSp>
      <p:sp>
        <p:nvSpPr>
          <p:cNvPr id="173118" name="圆角矩形标注 173117"/>
          <p:cNvSpPr/>
          <p:nvPr/>
        </p:nvSpPr>
        <p:spPr>
          <a:xfrm>
            <a:off x="2590800" y="4953000"/>
            <a:ext cx="1752600" cy="1600200"/>
          </a:xfrm>
          <a:prstGeom prst="wedgeRoundRectCallout">
            <a:avLst>
              <a:gd name="adj1" fmla="val -9148"/>
              <a:gd name="adj2" fmla="val -96727"/>
              <a:gd name="adj3" fmla="val 16667"/>
            </a:avLst>
          </a:prstGeom>
          <a:solidFill>
            <a:srgbClr val="99FFCC"/>
          </a:solidFill>
          <a:ln w="9525" cap="flat" cmpd="sng">
            <a:solidFill>
              <a:schemeClr val="accent1"/>
            </a:solidFill>
            <a:prstDash val="solid"/>
            <a:miter/>
            <a:headEnd type="none" w="med" len="med"/>
            <a:tailEnd type="none" w="med" len="med"/>
          </a:ln>
        </p:spPr>
        <p:txBody>
          <a:bodyPr wrap="none" anchor="ctr"/>
          <a:p>
            <a:pPr algn="ctr"/>
            <a:r>
              <a:rPr lang="zh-CN" altLang="en-US" sz="2400" dirty="0">
                <a:solidFill>
                  <a:schemeClr val="bg2"/>
                </a:solidFill>
                <a:latin typeface="楷体_GB2312" pitchFamily="49" charset="-122"/>
                <a:ea typeface="楷体_GB2312" pitchFamily="49" charset="-122"/>
              </a:rPr>
              <a:t>单队</a:t>
            </a:r>
            <a:endParaRPr lang="zh-CN" altLang="en-US" sz="2400" dirty="0">
              <a:solidFill>
                <a:schemeClr val="bg2"/>
              </a:solidFill>
              <a:latin typeface="楷体_GB2312" pitchFamily="49" charset="-122"/>
              <a:ea typeface="楷体_GB2312" pitchFamily="49" charset="-122"/>
            </a:endParaRPr>
          </a:p>
          <a:p>
            <a:pPr algn="ctr"/>
            <a:r>
              <a:rPr lang="zh-CN" altLang="en-US" sz="2400" dirty="0">
                <a:solidFill>
                  <a:schemeClr val="bg2"/>
                </a:solidFill>
                <a:latin typeface="楷体_GB2312" pitchFamily="49" charset="-122"/>
                <a:ea typeface="楷体_GB2312" pitchFamily="49" charset="-122"/>
              </a:rPr>
              <a:t>队长无限</a:t>
            </a:r>
            <a:endParaRPr lang="zh-CN" altLang="en-US" sz="2400" dirty="0">
              <a:solidFill>
                <a:schemeClr val="bg2"/>
              </a:solidFill>
              <a:latin typeface="楷体_GB2312" pitchFamily="49" charset="-122"/>
              <a:ea typeface="楷体_GB2312" pitchFamily="49" charset="-122"/>
            </a:endParaRPr>
          </a:p>
          <a:p>
            <a:pPr algn="ctr"/>
            <a:r>
              <a:rPr lang="zh-CN" altLang="en-US" sz="2400" dirty="0">
                <a:solidFill>
                  <a:schemeClr val="bg2"/>
                </a:solidFill>
                <a:latin typeface="楷体_GB2312" pitchFamily="49" charset="-122"/>
                <a:ea typeface="楷体_GB2312" pitchFamily="49" charset="-122"/>
              </a:rPr>
              <a:t>先到先服务</a:t>
            </a:r>
            <a:endParaRPr lang="zh-CN" altLang="en-US" sz="2400" b="0" dirty="0">
              <a:latin typeface="Times New Roman" panose="02020603050405020304" pitchFamily="18" charset="0"/>
            </a:endParaRPr>
          </a:p>
        </p:txBody>
      </p:sp>
      <p:grpSp>
        <p:nvGrpSpPr>
          <p:cNvPr id="173123" name="组合 173122"/>
          <p:cNvGrpSpPr/>
          <p:nvPr/>
        </p:nvGrpSpPr>
        <p:grpSpPr>
          <a:xfrm>
            <a:off x="6172200" y="1066800"/>
            <a:ext cx="2133600" cy="1524000"/>
            <a:chOff x="3888" y="672"/>
            <a:chExt cx="1344" cy="960"/>
          </a:xfrm>
        </p:grpSpPr>
        <p:sp>
          <p:nvSpPr>
            <p:cNvPr id="173119" name="圆角矩形标注 173118"/>
            <p:cNvSpPr/>
            <p:nvPr/>
          </p:nvSpPr>
          <p:spPr>
            <a:xfrm>
              <a:off x="3888" y="672"/>
              <a:ext cx="1344" cy="960"/>
            </a:xfrm>
            <a:prstGeom prst="wedgeRoundRectCallout">
              <a:avLst>
                <a:gd name="adj1" fmla="val -48514"/>
                <a:gd name="adj2" fmla="val 122500"/>
                <a:gd name="adj3" fmla="val 16667"/>
              </a:avLst>
            </a:prstGeom>
            <a:solidFill>
              <a:srgbClr val="CC99FF"/>
            </a:solidFill>
            <a:ln w="9525" cap="flat" cmpd="sng">
              <a:solidFill>
                <a:schemeClr val="tx1"/>
              </a:solidFill>
              <a:prstDash val="solid"/>
              <a:miter/>
              <a:headEnd type="none" w="med" len="med"/>
              <a:tailEnd type="none" w="med" len="med"/>
            </a:ln>
          </p:spPr>
          <p:txBody>
            <a:bodyPr wrap="none" anchor="ctr"/>
            <a:p>
              <a:r>
                <a:rPr lang="zh-CN" altLang="en-US" sz="2400" dirty="0">
                  <a:solidFill>
                    <a:schemeClr val="bg2"/>
                  </a:solidFill>
                  <a:latin typeface="楷体_GB2312" pitchFamily="49" charset="-122"/>
                  <a:ea typeface="楷体_GB2312" pitchFamily="49" charset="-122"/>
                </a:rPr>
                <a:t>服务时间服从</a:t>
              </a:r>
              <a:endParaRPr lang="zh-CN" altLang="en-US" sz="2400" dirty="0">
                <a:solidFill>
                  <a:schemeClr val="bg2"/>
                </a:solidFill>
                <a:latin typeface="楷体_GB2312" pitchFamily="49" charset="-122"/>
                <a:ea typeface="楷体_GB2312" pitchFamily="49" charset="-122"/>
              </a:endParaRPr>
            </a:p>
            <a:p>
              <a:r>
                <a:rPr lang="zh-CN" altLang="en-US" sz="2400" dirty="0">
                  <a:solidFill>
                    <a:schemeClr val="bg2"/>
                  </a:solidFill>
                  <a:latin typeface="楷体_GB2312" pitchFamily="49" charset="-122"/>
                  <a:ea typeface="楷体_GB2312" pitchFamily="49" charset="-122"/>
                </a:rPr>
                <a:t>参数为   的</a:t>
              </a:r>
              <a:endParaRPr lang="zh-CN" altLang="en-US" sz="2400" dirty="0">
                <a:solidFill>
                  <a:schemeClr val="bg2"/>
                </a:solidFill>
                <a:latin typeface="楷体_GB2312" pitchFamily="49" charset="-122"/>
                <a:ea typeface="楷体_GB2312" pitchFamily="49" charset="-122"/>
              </a:endParaRPr>
            </a:p>
            <a:p>
              <a:r>
                <a:rPr lang="zh-CN" altLang="en-US" sz="2400" dirty="0">
                  <a:solidFill>
                    <a:schemeClr val="bg2"/>
                  </a:solidFill>
                  <a:latin typeface="楷体_GB2312" pitchFamily="49" charset="-122"/>
                  <a:ea typeface="楷体_GB2312" pitchFamily="49" charset="-122"/>
                </a:rPr>
                <a:t>负指数分布</a:t>
              </a:r>
              <a:endParaRPr lang="zh-CN" altLang="en-US" sz="2400" dirty="0">
                <a:latin typeface="楷体_GB2312" pitchFamily="49" charset="-122"/>
                <a:ea typeface="楷体_GB2312" pitchFamily="49" charset="-122"/>
              </a:endParaRPr>
            </a:p>
          </p:txBody>
        </p:sp>
        <p:graphicFrame>
          <p:nvGraphicFramePr>
            <p:cNvPr id="173120" name="对象 173119"/>
            <p:cNvGraphicFramePr/>
            <p:nvPr/>
          </p:nvGraphicFramePr>
          <p:xfrm>
            <a:off x="4551" y="1018"/>
            <a:ext cx="253" cy="275"/>
          </p:xfrm>
          <a:graphic>
            <a:graphicData uri="http://schemas.openxmlformats.org/presentationml/2006/ole">
              <mc:AlternateContent xmlns:mc="http://schemas.openxmlformats.org/markup-compatibility/2006">
                <mc:Choice xmlns:v="urn:schemas-microsoft-com:vml" Requires="v">
                  <p:oleObj spid="_x0000_s3077" name="" r:id="rId3" imgW="152400" imgH="165100" progId="Equation.3">
                    <p:embed/>
                  </p:oleObj>
                </mc:Choice>
                <mc:Fallback>
                  <p:oleObj name="" r:id="rId3" imgW="152400" imgH="165100" progId="Equation.3">
                    <p:embed/>
                    <p:pic>
                      <p:nvPicPr>
                        <p:cNvPr id="0" name="图片 3076"/>
                        <p:cNvPicPr/>
                        <p:nvPr/>
                      </p:nvPicPr>
                      <p:blipFill>
                        <a:blip r:embed="rId4"/>
                        <a:stretch>
                          <a:fillRect/>
                        </a:stretch>
                      </p:blipFill>
                      <p:spPr>
                        <a:xfrm>
                          <a:off x="4551" y="1018"/>
                          <a:ext cx="253" cy="275"/>
                        </a:xfrm>
                        <a:prstGeom prst="rect">
                          <a:avLst/>
                        </a:prstGeom>
                        <a:noFill/>
                        <a:ln w="38100">
                          <a:noFill/>
                          <a:miter/>
                        </a:ln>
                      </p:spPr>
                    </p:pic>
                  </p:oleObj>
                </mc:Fallback>
              </mc:AlternateContent>
            </a:graphicData>
          </a:graphic>
        </p:graphicFrame>
      </p:grpSp>
      <p:sp>
        <p:nvSpPr>
          <p:cNvPr id="173122" name="椭圆 173121"/>
          <p:cNvSpPr/>
          <p:nvPr/>
        </p:nvSpPr>
        <p:spPr>
          <a:xfrm>
            <a:off x="3886200" y="1143000"/>
            <a:ext cx="2438400" cy="1447800"/>
          </a:xfrm>
          <a:prstGeom prst="ellipse">
            <a:avLst/>
          </a:prstGeom>
          <a:solidFill>
            <a:srgbClr val="FF9966"/>
          </a:solidFill>
          <a:ln w="9525" cap="flat" cmpd="sng">
            <a:solidFill>
              <a:srgbClr val="FFCCFF"/>
            </a:solidFill>
            <a:prstDash val="solid"/>
            <a:headEnd type="none" w="med" len="med"/>
            <a:tailEnd type="none" w="med" len="med"/>
          </a:ln>
        </p:spPr>
        <p:txBody>
          <a:bodyPr wrap="none" anchor="ctr"/>
          <a:p>
            <a:pPr algn="ctr"/>
            <a:r>
              <a:rPr lang="zh-CN" altLang="en-US" sz="3200" dirty="0">
                <a:solidFill>
                  <a:schemeClr val="bg2"/>
                </a:solidFill>
                <a:effectLst>
                  <a:outerShdw blurRad="38100" dist="38100" dir="2700000">
                    <a:srgbClr val="000000"/>
                  </a:outerShdw>
                </a:effectLst>
                <a:latin typeface="Times New Roman" panose="02020603050405020304" pitchFamily="18" charset="0"/>
                <a:ea typeface="隶书" panose="02010509060101010101" pitchFamily="49" charset="-122"/>
              </a:rPr>
              <a:t>生灭过程</a:t>
            </a:r>
            <a:endParaRPr lang="zh-CN" altLang="en-US" sz="2400" b="0" dirty="0">
              <a:latin typeface="Times New Roman" panose="02020603050405020304" pitchFamily="18" charset="0"/>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3058"/>
                                        </p:tgtEl>
                                        <p:attrNameLst>
                                          <p:attrName>style.visibility</p:attrName>
                                        </p:attrNameLst>
                                      </p:cBhvr>
                                      <p:to>
                                        <p:strVal val="visible"/>
                                      </p:to>
                                    </p:set>
                                    <p:animEffect transition="in" filter="checkerboard(across)">
                                      <p:cBhvr>
                                        <p:cTn id="7" dur="500"/>
                                        <p:tgtEl>
                                          <p:spTgt spid="17305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3085"/>
                                        </p:tgtEl>
                                        <p:attrNameLst>
                                          <p:attrName>style.visibility</p:attrName>
                                        </p:attrNameLst>
                                      </p:cBhvr>
                                      <p:to>
                                        <p:strVal val="visible"/>
                                      </p:to>
                                    </p:set>
                                    <p:animEffect transition="in" filter="blinds(horizontal)">
                                      <p:cBhvr>
                                        <p:cTn id="12" dur="500"/>
                                        <p:tgtEl>
                                          <p:spTgt spid="17308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173102"/>
                                        </p:tgtEl>
                                        <p:attrNameLst>
                                          <p:attrName>style.visibility</p:attrName>
                                        </p:attrNameLst>
                                      </p:cBhvr>
                                      <p:to>
                                        <p:strVal val="visible"/>
                                      </p:to>
                                    </p:set>
                                    <p:animEffect transition="in" filter="strips(downRight)">
                                      <p:cBhvr>
                                        <p:cTn id="17" dur="500"/>
                                        <p:tgtEl>
                                          <p:spTgt spid="17310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73113"/>
                                        </p:tgtEl>
                                        <p:attrNameLst>
                                          <p:attrName>style.visibility</p:attrName>
                                        </p:attrNameLst>
                                      </p:cBhvr>
                                      <p:to>
                                        <p:strVal val="visible"/>
                                      </p:to>
                                    </p:set>
                                    <p:animEffect transition="in" filter="box(out)">
                                      <p:cBhvr>
                                        <p:cTn id="22" dur="500"/>
                                        <p:tgtEl>
                                          <p:spTgt spid="173113"/>
                                        </p:tgtEl>
                                      </p:cBhvr>
                                    </p:animEffect>
                                  </p:childTnLst>
                                  <p:subTnLst>
                                    <p:audio>
                                      <p:cMediaNode>
                                        <p:cTn display="0" masterRel="sameClick">
                                          <p:stCondLst>
                                            <p:cond evt="begin" delay="0">
                                              <p:tn val="20"/>
                                            </p:cond>
                                          </p:stCondLst>
                                          <p:endCondLst>
                                            <p:cond evt="onStopAudio" delay="0">
                                              <p:tgtEl>
                                                <p:sldTgt/>
                                              </p:tgtEl>
                                            </p:cond>
                                          </p:endCondLst>
                                        </p:cTn>
                                        <p:tgtEl>
                                          <p:sndTgt r:embed="rId5" name="CAMERA.WAV"/>
                                        </p:tgtEl>
                                      </p:cMediaNode>
                                    </p:audio>
                                  </p:sub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173121"/>
                                        </p:tgtEl>
                                        <p:attrNameLst>
                                          <p:attrName>style.visibility</p:attrName>
                                        </p:attrNameLst>
                                      </p:cBhvr>
                                      <p:to>
                                        <p:strVal val="visible"/>
                                      </p:to>
                                    </p:set>
                                    <p:animEffect transition="in" filter="checkerboard(across)">
                                      <p:cBhvr>
                                        <p:cTn id="27" dur="500"/>
                                        <p:tgtEl>
                                          <p:spTgt spid="173121"/>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73118"/>
                                        </p:tgtEl>
                                        <p:attrNameLst>
                                          <p:attrName>style.visibility</p:attrName>
                                        </p:attrNameLst>
                                      </p:cBhvr>
                                      <p:to>
                                        <p:strVal val="visible"/>
                                      </p:to>
                                    </p:set>
                                    <p:animEffect transition="in" filter="box(out)">
                                      <p:cBhvr>
                                        <p:cTn id="32" dur="500"/>
                                        <p:tgtEl>
                                          <p:spTgt spid="173118"/>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6" fill="hold" nodeType="clickEffect">
                                  <p:stCondLst>
                                    <p:cond delay="0"/>
                                  </p:stCondLst>
                                  <p:childTnLst>
                                    <p:set>
                                      <p:cBhvr>
                                        <p:cTn id="36" dur="1" fill="hold">
                                          <p:stCondLst>
                                            <p:cond delay="0"/>
                                          </p:stCondLst>
                                        </p:cTn>
                                        <p:tgtEl>
                                          <p:spTgt spid="173123"/>
                                        </p:tgtEl>
                                        <p:attrNameLst>
                                          <p:attrName>style.visibility</p:attrName>
                                        </p:attrNameLst>
                                      </p:cBhvr>
                                      <p:to>
                                        <p:strVal val="visible"/>
                                      </p:to>
                                    </p:set>
                                    <p:animEffect transition="in" filter="strips(downRight)">
                                      <p:cBhvr>
                                        <p:cTn id="37" dur="500"/>
                                        <p:tgtEl>
                                          <p:spTgt spid="173123"/>
                                        </p:tgtEl>
                                      </p:cBhvr>
                                    </p:animEffect>
                                  </p:childTnLst>
                                </p:cTn>
                              </p:par>
                            </p:childTnLst>
                          </p:cTn>
                        </p:par>
                      </p:childTnLst>
                    </p:cTn>
                  </p:par>
                  <p:par>
                    <p:cTn id="38" fill="hold">
                      <p:stCondLst>
                        <p:cond delay="indefinite"/>
                      </p:stCondLst>
                      <p:childTnLst>
                        <p:par>
                          <p:cTn id="39" fill="hold">
                            <p:stCondLst>
                              <p:cond delay="0"/>
                            </p:stCondLst>
                            <p:childTnLst>
                              <p:par>
                                <p:cTn id="40" presetID="15" presetClass="entr" presetSubtype="0" fill="hold" grpId="0" nodeType="clickEffect">
                                  <p:stCondLst>
                                    <p:cond delay="0"/>
                                  </p:stCondLst>
                                  <p:childTnLst>
                                    <p:set>
                                      <p:cBhvr>
                                        <p:cTn id="41" dur="1" fill="hold">
                                          <p:stCondLst>
                                            <p:cond delay="0"/>
                                          </p:stCondLst>
                                        </p:cTn>
                                        <p:tgtEl>
                                          <p:spTgt spid="173122"/>
                                        </p:tgtEl>
                                        <p:attrNameLst>
                                          <p:attrName>style.visibility</p:attrName>
                                        </p:attrNameLst>
                                      </p:cBhvr>
                                      <p:to>
                                        <p:strVal val="visible"/>
                                      </p:to>
                                    </p:set>
                                    <p:anim calcmode="lin" valueType="num">
                                      <p:cBhvr>
                                        <p:cTn id="42" dur="1000" fill="hold"/>
                                        <p:tgtEl>
                                          <p:spTgt spid="173122"/>
                                        </p:tgtEl>
                                        <p:attrNameLst>
                                          <p:attrName>ppt_w</p:attrName>
                                        </p:attrNameLst>
                                      </p:cBhvr>
                                      <p:tavLst>
                                        <p:tav tm="0">
                                          <p:val>
                                            <p:fltVal val="0.000000"/>
                                          </p:val>
                                        </p:tav>
                                        <p:tav tm="100000">
                                          <p:val>
                                            <p:strVal val="#ppt_w"/>
                                          </p:val>
                                        </p:tav>
                                      </p:tavLst>
                                    </p:anim>
                                    <p:anim calcmode="lin" valueType="num">
                                      <p:cBhvr>
                                        <p:cTn id="43" dur="1000" fill="hold"/>
                                        <p:tgtEl>
                                          <p:spTgt spid="173122"/>
                                        </p:tgtEl>
                                        <p:attrNameLst>
                                          <p:attrName>ppt_h</p:attrName>
                                        </p:attrNameLst>
                                      </p:cBhvr>
                                      <p:tavLst>
                                        <p:tav tm="0">
                                          <p:val>
                                            <p:fltVal val="0.000000"/>
                                          </p:val>
                                        </p:tav>
                                        <p:tav tm="100000">
                                          <p:val>
                                            <p:strVal val="#ppt_h"/>
                                          </p:val>
                                        </p:tav>
                                      </p:tavLst>
                                    </p:anim>
                                    <p:anim calcmode="lin" valueType="num">
                                      <p:cBhvr>
                                        <p:cTn id="44" dur="1000" fill="hold"/>
                                        <p:tgtEl>
                                          <p:spTgt spid="173122"/>
                                        </p:tgtEl>
                                        <p:attrNameLst>
                                          <p:attrName>ppt_x</p:attrName>
                                        </p:attrNameLst>
                                      </p:cBhvr>
                                      <p:tavLst>
                                        <p:tav tm="0" fmla="#ppt_x+(cos(-2*pi*(1-$))*-#ppt_x-sin(-2*pi*(1-$))*(1-#ppt_y))*(1-$)">
                                          <p:val>
                                            <p:fltVal val="0.000000"/>
                                          </p:val>
                                        </p:tav>
                                        <p:tav tm="100000">
                                          <p:val>
                                            <p:fltVal val="1.000000"/>
                                          </p:val>
                                        </p:tav>
                                      </p:tavLst>
                                    </p:anim>
                                    <p:anim calcmode="lin" valueType="num">
                                      <p:cBhvr>
                                        <p:cTn id="45" dur="1000" fill="hold"/>
                                        <p:tgtEl>
                                          <p:spTgt spid="173122"/>
                                        </p:tgtEl>
                                        <p:attrNameLst>
                                          <p:attrName>ppt_y</p:attrName>
                                        </p:attrNameLst>
                                      </p:cBhvr>
                                      <p:tavLst>
                                        <p:tav tm="0" fmla="#ppt_y+(sin(-2*pi*(1-$))*-#ppt_x+cos(-2*pi*(1-$))*(1-#ppt_y))*(1-$)">
                                          <p:val>
                                            <p:fltVal val="0.000000"/>
                                          </p:val>
                                        </p:tav>
                                        <p:tav tm="100000">
                                          <p:val>
                                            <p:fltVal val="1.000000"/>
                                          </p:val>
                                        </p:tav>
                                      </p:tavLst>
                                    </p:anim>
                                  </p:childTnLst>
                                  <p:subTnLst>
                                    <p:audio>
                                      <p:cMediaNode>
                                        <p:cTn display="0" masterRel="sameClick">
                                          <p:stCondLst>
                                            <p:cond evt="begin" delay="0">
                                              <p:tn val="40"/>
                                            </p:cond>
                                          </p:stCondLst>
                                          <p:endCondLst>
                                            <p:cond evt="onStopAudio" delay="0">
                                              <p:tgtEl>
                                                <p:sldTgt/>
                                              </p:tgtEl>
                                            </p:cond>
                                          </p:endCondLst>
                                        </p:cTn>
                                        <p:tgtEl>
                                          <p:sndTgt r:embed="rId5"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113" grpId="0" animBg="1"/>
      <p:bldP spid="173118" grpId="0" animBg="1"/>
      <p:bldP spid="17312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标题 119809"/>
          <p:cNvSpPr>
            <a:spLocks noGrp="1"/>
          </p:cNvSpPr>
          <p:nvPr>
            <p:ph type="title"/>
          </p:nvPr>
        </p:nvSpPr>
        <p:spPr/>
        <p:txBody>
          <a:bodyPr anchor="b"/>
          <a:p>
            <a:r>
              <a:rPr lang="zh-CN" altLang="en-US" dirty="0"/>
              <a:t>  </a:t>
            </a:r>
            <a:endParaRPr lang="zh-CN" altLang="en-US" dirty="0"/>
          </a:p>
        </p:txBody>
      </p:sp>
      <p:sp>
        <p:nvSpPr>
          <p:cNvPr id="119812" name="矩形 119811"/>
          <p:cNvSpPr/>
          <p:nvPr/>
        </p:nvSpPr>
        <p:spPr>
          <a:xfrm>
            <a:off x="762000" y="533400"/>
            <a:ext cx="7772400" cy="5715000"/>
          </a:xfrm>
          <a:prstGeom prst="rect">
            <a:avLst/>
          </a:prstGeom>
          <a:noFill/>
          <a:ln w="9525">
            <a:noFill/>
          </a:ln>
        </p:spPr>
        <p:txBody>
          <a:bodyPr lIns="92075" tIns="46038" rIns="92075" bIns="46038"/>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0">
              <a:buNone/>
            </a:pPr>
            <a:r>
              <a:rPr lang="zh-CN" altLang="en-US" b="0" dirty="0"/>
              <a:t> </a:t>
            </a:r>
            <a:endParaRPr lang="zh-CN" altLang="en-US" b="0" dirty="0"/>
          </a:p>
        </p:txBody>
      </p:sp>
      <p:sp>
        <p:nvSpPr>
          <p:cNvPr id="119815" name="文本框 119814"/>
          <p:cNvSpPr txBox="1"/>
          <p:nvPr/>
        </p:nvSpPr>
        <p:spPr>
          <a:xfrm>
            <a:off x="684213" y="3932238"/>
            <a:ext cx="1255712" cy="519112"/>
          </a:xfrm>
          <a:prstGeom prst="rect">
            <a:avLst/>
          </a:prstGeom>
          <a:noFill/>
          <a:ln w="9525">
            <a:noFill/>
          </a:ln>
        </p:spPr>
        <p:txBody>
          <a:bodyPr wrap="none" anchor="t">
            <a:spAutoFit/>
          </a:bodyPr>
          <a:p>
            <a:r>
              <a:rPr lang="zh-CN" altLang="en-US" sz="2800" dirty="0">
                <a:latin typeface="Times New Roman" panose="02020603050405020304" pitchFamily="18" charset="0"/>
                <a:ea typeface="楷体_GB2312" pitchFamily="49" charset="-122"/>
              </a:rPr>
              <a:t>求解：</a:t>
            </a:r>
            <a:endParaRPr lang="zh-CN" altLang="en-US" sz="2800" b="0" dirty="0">
              <a:latin typeface="Times New Roman" panose="02020603050405020304" pitchFamily="18" charset="0"/>
            </a:endParaRPr>
          </a:p>
        </p:txBody>
      </p:sp>
      <p:grpSp>
        <p:nvGrpSpPr>
          <p:cNvPr id="119873" name="组合 119872"/>
          <p:cNvGrpSpPr/>
          <p:nvPr/>
        </p:nvGrpSpPr>
        <p:grpSpPr>
          <a:xfrm>
            <a:off x="1331913" y="981075"/>
            <a:ext cx="6604000" cy="790575"/>
            <a:chOff x="384" y="240"/>
            <a:chExt cx="4160" cy="498"/>
          </a:xfrm>
        </p:grpSpPr>
        <p:graphicFrame>
          <p:nvGraphicFramePr>
            <p:cNvPr id="119871" name="对象 119870"/>
            <p:cNvGraphicFramePr/>
            <p:nvPr/>
          </p:nvGraphicFramePr>
          <p:xfrm>
            <a:off x="384" y="240"/>
            <a:ext cx="400" cy="480"/>
          </p:xfrm>
          <a:graphic>
            <a:graphicData uri="http://schemas.openxmlformats.org/presentationml/2006/ole">
              <mc:AlternateContent xmlns:mc="http://schemas.openxmlformats.org/markup-compatibility/2006">
                <mc:Choice xmlns:v="urn:schemas-microsoft-com:vml" Requires="v">
                  <p:oleObj spid="_x0000_s3083" name="" r:id="rId1" imgW="190500" imgH="228600" progId="Equation.3">
                    <p:embed/>
                  </p:oleObj>
                </mc:Choice>
                <mc:Fallback>
                  <p:oleObj name="" r:id="rId1" imgW="190500" imgH="228600" progId="Equation.3">
                    <p:embed/>
                    <p:pic>
                      <p:nvPicPr>
                        <p:cNvPr id="0" name="图片 3082"/>
                        <p:cNvPicPr/>
                        <p:nvPr/>
                      </p:nvPicPr>
                      <p:blipFill>
                        <a:blip r:embed="rId2">
                          <a:clrChange>
                            <a:clrFrom>
                              <a:srgbClr val="000000"/>
                            </a:clrFrom>
                            <a:clrTo>
                              <a:srgbClr val="000000"/>
                            </a:clrTo>
                          </a:clrChange>
                        </a:blip>
                        <a:stretch>
                          <a:fillRect/>
                        </a:stretch>
                      </p:blipFill>
                      <p:spPr>
                        <a:xfrm>
                          <a:off x="384" y="240"/>
                          <a:ext cx="400" cy="480"/>
                        </a:xfrm>
                        <a:prstGeom prst="rect">
                          <a:avLst/>
                        </a:prstGeom>
                        <a:noFill/>
                        <a:ln w="38100">
                          <a:noFill/>
                          <a:miter/>
                        </a:ln>
                      </p:spPr>
                    </p:pic>
                  </p:oleObj>
                </mc:Fallback>
              </mc:AlternateContent>
            </a:graphicData>
          </a:graphic>
        </p:graphicFrame>
        <p:sp>
          <p:nvSpPr>
            <p:cNvPr id="119872" name="文本框 119871"/>
            <p:cNvSpPr txBox="1"/>
            <p:nvPr/>
          </p:nvSpPr>
          <p:spPr>
            <a:xfrm>
              <a:off x="760" y="450"/>
              <a:ext cx="3784" cy="288"/>
            </a:xfrm>
            <a:prstGeom prst="rect">
              <a:avLst/>
            </a:prstGeom>
            <a:noFill/>
            <a:ln w="9525">
              <a:noFill/>
            </a:ln>
          </p:spPr>
          <p:txBody>
            <a:bodyPr wrap="none" anchor="t">
              <a:spAutoFit/>
            </a:bodyPr>
            <a:p>
              <a:r>
                <a:rPr lang="zh-CN" altLang="en-US" sz="2400" dirty="0">
                  <a:latin typeface="楷体_GB2312" pitchFamily="49" charset="-122"/>
                  <a:ea typeface="楷体_GB2312" pitchFamily="49" charset="-122"/>
                </a:rPr>
                <a:t>:系统达到平稳后，系统有</a:t>
              </a:r>
              <a:r>
                <a:rPr lang="en-US" altLang="zh-CN" sz="2400">
                  <a:latin typeface="楷体_GB2312" pitchFamily="49" charset="-122"/>
                  <a:ea typeface="楷体_GB2312" pitchFamily="49" charset="-122"/>
                </a:rPr>
                <a:t>n</a:t>
              </a:r>
              <a:r>
                <a:rPr lang="zh-CN" altLang="en-US" sz="2400" dirty="0">
                  <a:latin typeface="楷体_GB2312" pitchFamily="49" charset="-122"/>
                  <a:ea typeface="楷体_GB2312" pitchFamily="49" charset="-122"/>
                </a:rPr>
                <a:t>个顾客的概率。</a:t>
              </a:r>
              <a:endParaRPr lang="zh-CN" altLang="en-US" sz="2400" b="0" dirty="0">
                <a:latin typeface="Times New Roman" panose="02020603050405020304" pitchFamily="18" charset="0"/>
              </a:endParaRPr>
            </a:p>
          </p:txBody>
        </p:sp>
      </p:grpSp>
      <p:graphicFrame>
        <p:nvGraphicFramePr>
          <p:cNvPr id="119813" name="对象 119812"/>
          <p:cNvGraphicFramePr/>
          <p:nvPr/>
        </p:nvGraphicFramePr>
        <p:xfrm>
          <a:off x="1331913" y="2636838"/>
          <a:ext cx="6662737" cy="1012825"/>
        </p:xfrm>
        <a:graphic>
          <a:graphicData uri="http://schemas.openxmlformats.org/presentationml/2006/ole">
            <mc:AlternateContent xmlns:mc="http://schemas.openxmlformats.org/markup-compatibility/2006">
              <mc:Choice xmlns:v="urn:schemas-microsoft-com:vml" Requires="v">
                <p:oleObj spid="_x0000_s3084" name="" r:id="rId3" imgW="2334895" imgH="405765" progId="Equation.3">
                  <p:embed/>
                </p:oleObj>
              </mc:Choice>
              <mc:Fallback>
                <p:oleObj name="" r:id="rId3" imgW="2334895" imgH="405765" progId="Equation.3">
                  <p:embed/>
                  <p:pic>
                    <p:nvPicPr>
                      <p:cNvPr id="0" name="图片 3083"/>
                      <p:cNvPicPr/>
                      <p:nvPr/>
                    </p:nvPicPr>
                    <p:blipFill>
                      <a:blip r:embed="rId4">
                        <a:clrChange>
                          <a:clrFrom>
                            <a:srgbClr val="000000"/>
                          </a:clrFrom>
                          <a:clrTo>
                            <a:srgbClr val="000000"/>
                          </a:clrTo>
                        </a:clrChange>
                      </a:blip>
                      <a:stretch>
                        <a:fillRect/>
                      </a:stretch>
                    </p:blipFill>
                    <p:spPr>
                      <a:xfrm>
                        <a:off x="1331913" y="2636838"/>
                        <a:ext cx="6662737" cy="1012825"/>
                      </a:xfrm>
                      <a:prstGeom prst="rect">
                        <a:avLst/>
                      </a:prstGeom>
                      <a:noFill/>
                      <a:ln w="38100">
                        <a:noFill/>
                        <a:miter/>
                      </a:ln>
                    </p:spPr>
                  </p:pic>
                </p:oleObj>
              </mc:Fallback>
            </mc:AlternateContent>
          </a:graphicData>
        </a:graphic>
      </p:graphicFrame>
      <p:sp>
        <p:nvSpPr>
          <p:cNvPr id="119876" name="文本框 119875"/>
          <p:cNvSpPr txBox="1"/>
          <p:nvPr/>
        </p:nvSpPr>
        <p:spPr>
          <a:xfrm>
            <a:off x="1258888" y="1916113"/>
            <a:ext cx="1970087" cy="519112"/>
          </a:xfrm>
          <a:prstGeom prst="rect">
            <a:avLst/>
          </a:prstGeom>
          <a:noFill/>
          <a:ln w="9525">
            <a:noFill/>
          </a:ln>
        </p:spPr>
        <p:txBody>
          <a:bodyPr wrap="none" anchor="t">
            <a:spAutoFit/>
          </a:bodyPr>
          <a:p>
            <a:r>
              <a:rPr lang="zh-CN" altLang="en-US" sz="2800" dirty="0">
                <a:latin typeface="楷体_GB2312" pitchFamily="49" charset="-122"/>
                <a:ea typeface="楷体_GB2312" pitchFamily="49" charset="-122"/>
              </a:rPr>
              <a:t>平衡方程：</a:t>
            </a:r>
            <a:endParaRPr lang="zh-CN" altLang="en-US" sz="2800" b="0" dirty="0">
              <a:latin typeface="Times New Roman" panose="02020603050405020304" pitchFamily="18" charset="0"/>
            </a:endParaRPr>
          </a:p>
        </p:txBody>
      </p:sp>
      <p:graphicFrame>
        <p:nvGraphicFramePr>
          <p:cNvPr id="119882" name="对象 119881"/>
          <p:cNvGraphicFramePr/>
          <p:nvPr/>
        </p:nvGraphicFramePr>
        <p:xfrm>
          <a:off x="1476375" y="4797425"/>
          <a:ext cx="5889625" cy="1085850"/>
        </p:xfrm>
        <a:graphic>
          <a:graphicData uri="http://schemas.openxmlformats.org/presentationml/2006/ole">
            <mc:AlternateContent xmlns:mc="http://schemas.openxmlformats.org/markup-compatibility/2006">
              <mc:Choice xmlns:v="urn:schemas-microsoft-com:vml" Requires="v">
                <p:oleObj spid="_x0000_s3086" name="" r:id="rId5" imgW="1713865" imgH="431800" progId="Equation.3">
                  <p:embed/>
                </p:oleObj>
              </mc:Choice>
              <mc:Fallback>
                <p:oleObj name="" r:id="rId5" imgW="1713865" imgH="431800" progId="Equation.3">
                  <p:embed/>
                  <p:pic>
                    <p:nvPicPr>
                      <p:cNvPr id="0" name="图片 3085"/>
                      <p:cNvPicPr/>
                      <p:nvPr/>
                    </p:nvPicPr>
                    <p:blipFill>
                      <a:blip r:embed="rId6">
                        <a:clrChange>
                          <a:clrFrom>
                            <a:srgbClr val="000000"/>
                          </a:clrFrom>
                          <a:clrTo>
                            <a:srgbClr val="1C1C1C"/>
                          </a:clrTo>
                        </a:clrChange>
                      </a:blip>
                      <a:stretch>
                        <a:fillRect/>
                      </a:stretch>
                    </p:blipFill>
                    <p:spPr>
                      <a:xfrm>
                        <a:off x="1476375" y="4797425"/>
                        <a:ext cx="5889625" cy="1085850"/>
                      </a:xfrm>
                      <a:prstGeom prst="rect">
                        <a:avLst/>
                      </a:prstGeom>
                      <a:noFill/>
                      <a:ln w="38100">
                        <a:noFill/>
                        <a:miter/>
                      </a:ln>
                    </p:spPr>
                  </p:pic>
                </p:oleObj>
              </mc:Fallback>
            </mc:AlternateContent>
          </a:graphicData>
        </a:graphic>
      </p:graphicFrame>
      <p:grpSp>
        <p:nvGrpSpPr>
          <p:cNvPr id="119886" name="组合 119885"/>
          <p:cNvGrpSpPr/>
          <p:nvPr/>
        </p:nvGrpSpPr>
        <p:grpSpPr>
          <a:xfrm>
            <a:off x="2124075" y="3789363"/>
            <a:ext cx="4503738" cy="871537"/>
            <a:chOff x="1248" y="2304"/>
            <a:chExt cx="2837" cy="723"/>
          </a:xfrm>
        </p:grpSpPr>
        <p:graphicFrame>
          <p:nvGraphicFramePr>
            <p:cNvPr id="119881" name="对象 119880"/>
            <p:cNvGraphicFramePr/>
            <p:nvPr/>
          </p:nvGraphicFramePr>
          <p:xfrm>
            <a:off x="1248" y="2304"/>
            <a:ext cx="2483" cy="723"/>
          </p:xfrm>
          <a:graphic>
            <a:graphicData uri="http://schemas.openxmlformats.org/presentationml/2006/ole">
              <mc:AlternateContent xmlns:mc="http://schemas.openxmlformats.org/markup-compatibility/2006">
                <mc:Choice xmlns:v="urn:schemas-microsoft-com:vml" Requires="v">
                  <p:oleObj spid="_x0000_s3081" name="" r:id="rId7" imgW="1498600" imgH="419100" progId="Equation.3">
                    <p:embed/>
                  </p:oleObj>
                </mc:Choice>
                <mc:Fallback>
                  <p:oleObj name="" r:id="rId7" imgW="1498600" imgH="419100" progId="Equation.3">
                    <p:embed/>
                    <p:pic>
                      <p:nvPicPr>
                        <p:cNvPr id="0" name="图片 3080"/>
                        <p:cNvPicPr/>
                        <p:nvPr/>
                      </p:nvPicPr>
                      <p:blipFill>
                        <a:blip r:embed="rId8">
                          <a:clrChange>
                            <a:clrFrom>
                              <a:srgbClr val="000000"/>
                            </a:clrFrom>
                            <a:clrTo>
                              <a:srgbClr val="000000"/>
                            </a:clrTo>
                          </a:clrChange>
                        </a:blip>
                        <a:stretch>
                          <a:fillRect/>
                        </a:stretch>
                      </p:blipFill>
                      <p:spPr>
                        <a:xfrm>
                          <a:off x="1248" y="2304"/>
                          <a:ext cx="2483" cy="723"/>
                        </a:xfrm>
                        <a:prstGeom prst="rect">
                          <a:avLst/>
                        </a:prstGeom>
                        <a:noFill/>
                        <a:ln w="38100">
                          <a:noFill/>
                          <a:miter/>
                        </a:ln>
                      </p:spPr>
                    </p:pic>
                  </p:oleObj>
                </mc:Fallback>
              </mc:AlternateContent>
            </a:graphicData>
          </a:graphic>
        </p:graphicFrame>
        <p:sp>
          <p:nvSpPr>
            <p:cNvPr id="119884" name="文本框 119883"/>
            <p:cNvSpPr txBox="1"/>
            <p:nvPr/>
          </p:nvSpPr>
          <p:spPr>
            <a:xfrm>
              <a:off x="2400" y="2496"/>
              <a:ext cx="791" cy="431"/>
            </a:xfrm>
            <a:prstGeom prst="rect">
              <a:avLst/>
            </a:prstGeom>
            <a:noFill/>
            <a:ln w="9525">
              <a:noFill/>
            </a:ln>
          </p:spPr>
          <p:txBody>
            <a:bodyPr wrap="none" anchor="t">
              <a:spAutoFit/>
            </a:bodyPr>
            <a:p>
              <a:r>
                <a:rPr lang="zh-CN" altLang="en-US" sz="2800" dirty="0">
                  <a:latin typeface="Times New Roman" panose="02020603050405020304" pitchFamily="18" charset="0"/>
                </a:rPr>
                <a:t>，且当</a:t>
              </a:r>
              <a:endParaRPr lang="zh-CN" altLang="en-US" sz="2400" b="0" dirty="0">
                <a:latin typeface="Times New Roman" panose="02020603050405020304" pitchFamily="18" charset="0"/>
              </a:endParaRPr>
            </a:p>
          </p:txBody>
        </p:sp>
        <p:sp>
          <p:nvSpPr>
            <p:cNvPr id="119885" name="文本框 119884"/>
            <p:cNvSpPr txBox="1"/>
            <p:nvPr/>
          </p:nvSpPr>
          <p:spPr>
            <a:xfrm>
              <a:off x="3744" y="2448"/>
              <a:ext cx="341" cy="430"/>
            </a:xfrm>
            <a:prstGeom prst="rect">
              <a:avLst/>
            </a:prstGeom>
            <a:noFill/>
            <a:ln w="9525">
              <a:noFill/>
            </a:ln>
          </p:spPr>
          <p:txBody>
            <a:bodyPr wrap="none" anchor="t">
              <a:spAutoFit/>
            </a:bodyPr>
            <a:p>
              <a:r>
                <a:rPr lang="zh-CN" altLang="en-US" sz="2800" dirty="0">
                  <a:latin typeface="Times New Roman" panose="02020603050405020304" pitchFamily="18" charset="0"/>
                </a:rPr>
                <a:t>时</a:t>
              </a:r>
              <a:endParaRPr lang="zh-CN" altLang="en-US" sz="2400" b="0" dirty="0">
                <a:latin typeface="Times New Roman" panose="02020603050405020304" pitchFamily="18" charset="0"/>
              </a:endParaRPr>
            </a:p>
          </p:txBody>
        </p:sp>
      </p:grpSp>
      <p:grpSp>
        <p:nvGrpSpPr>
          <p:cNvPr id="119891" name="组合 119890"/>
          <p:cNvGrpSpPr/>
          <p:nvPr/>
        </p:nvGrpSpPr>
        <p:grpSpPr>
          <a:xfrm>
            <a:off x="4191000" y="228600"/>
            <a:ext cx="4648200" cy="2263775"/>
            <a:chOff x="2640" y="0"/>
            <a:chExt cx="2772" cy="1478"/>
          </a:xfrm>
        </p:grpSpPr>
        <p:graphicFrame>
          <p:nvGraphicFramePr>
            <p:cNvPr id="119889" name="对象 119888"/>
            <p:cNvGraphicFramePr/>
            <p:nvPr/>
          </p:nvGraphicFramePr>
          <p:xfrm>
            <a:off x="2640" y="0"/>
            <a:ext cx="2772" cy="1478"/>
          </p:xfrm>
          <a:graphic>
            <a:graphicData uri="http://schemas.openxmlformats.org/presentationml/2006/ole">
              <mc:AlternateContent xmlns:mc="http://schemas.openxmlformats.org/markup-compatibility/2006">
                <mc:Choice xmlns:v="urn:schemas-microsoft-com:vml" Requires="v">
                  <p:oleObj spid="_x0000_s3085" name="" r:id="rId9" imgW="1739265" imgH="1129665" progId="Equation.3">
                    <p:embed/>
                  </p:oleObj>
                </mc:Choice>
                <mc:Fallback>
                  <p:oleObj name="" r:id="rId9" imgW="1739265" imgH="1129665" progId="Equation.3">
                    <p:embed/>
                    <p:pic>
                      <p:nvPicPr>
                        <p:cNvPr id="0" name="图片 3084"/>
                        <p:cNvPicPr/>
                        <p:nvPr/>
                      </p:nvPicPr>
                      <p:blipFill>
                        <a:blip r:embed="rId10"/>
                        <a:stretch>
                          <a:fillRect/>
                        </a:stretch>
                      </p:blipFill>
                      <p:spPr>
                        <a:xfrm>
                          <a:off x="2640" y="0"/>
                          <a:ext cx="2772" cy="1478"/>
                        </a:xfrm>
                        <a:prstGeom prst="rect">
                          <a:avLst/>
                        </a:prstGeom>
                        <a:solidFill>
                          <a:srgbClr val="FFFFCC"/>
                        </a:solidFill>
                        <a:ln w="38100">
                          <a:noFill/>
                          <a:miter/>
                        </a:ln>
                      </p:spPr>
                    </p:pic>
                  </p:oleObj>
                </mc:Fallback>
              </mc:AlternateContent>
            </a:graphicData>
          </a:graphic>
        </p:graphicFrame>
        <p:sp>
          <p:nvSpPr>
            <p:cNvPr id="119890" name="文本框 119889"/>
            <p:cNvSpPr txBox="1"/>
            <p:nvPr/>
          </p:nvSpPr>
          <p:spPr>
            <a:xfrm>
              <a:off x="2832" y="432"/>
              <a:ext cx="576" cy="299"/>
            </a:xfrm>
            <a:prstGeom prst="rect">
              <a:avLst/>
            </a:prstGeom>
            <a:solidFill>
              <a:srgbClr val="FFFFCC"/>
            </a:solidFill>
            <a:ln w="9525">
              <a:noFill/>
            </a:ln>
          </p:spPr>
          <p:txBody>
            <a:bodyPr>
              <a:spAutoFit/>
            </a:bodyPr>
            <a:p>
              <a:pPr eaLnBrk="0" hangingPunct="0"/>
              <a:r>
                <a:rPr lang="zh-CN" altLang="en-US" sz="2400" dirty="0">
                  <a:solidFill>
                    <a:schemeClr val="bg2"/>
                  </a:solidFill>
                  <a:latin typeface="楷体_GB2312" pitchFamily="49" charset="-122"/>
                  <a:ea typeface="楷体_GB2312" pitchFamily="49" charset="-122"/>
                </a:rPr>
                <a:t>其中</a:t>
              </a:r>
              <a:endParaRPr lang="zh-CN" altLang="en-US" sz="2400" dirty="0">
                <a:solidFill>
                  <a:schemeClr val="bg2"/>
                </a:solidFill>
                <a:latin typeface="楷体_GB2312" pitchFamily="49" charset="-122"/>
                <a:ea typeface="楷体_GB2312" pitchFamily="49" charset="-122"/>
              </a:endParaRPr>
            </a:p>
          </p:txBody>
        </p:sp>
      </p:gr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9813"/>
                                        </p:tgtEl>
                                        <p:attrNameLst>
                                          <p:attrName>style.visibility</p:attrName>
                                        </p:attrNameLst>
                                      </p:cBhvr>
                                      <p:to>
                                        <p:strVal val="visible"/>
                                      </p:to>
                                    </p:set>
                                    <p:animEffect transition="in" filter="blinds(horizontal)">
                                      <p:cBhvr>
                                        <p:cTn id="7" dur="500"/>
                                        <p:tgtEl>
                                          <p:spTgt spid="1198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9815"/>
                                        </p:tgtEl>
                                        <p:attrNameLst>
                                          <p:attrName>style.visibility</p:attrName>
                                        </p:attrNameLst>
                                      </p:cBhvr>
                                      <p:to>
                                        <p:strVal val="visible"/>
                                      </p:to>
                                    </p:set>
                                    <p:animEffect transition="in" filter="wipe(left)">
                                      <p:cBhvr>
                                        <p:cTn id="12" dur="500"/>
                                        <p:tgtEl>
                                          <p:spTgt spid="11981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19891"/>
                                        </p:tgtEl>
                                        <p:attrNameLst>
                                          <p:attrName>style.visibility</p:attrName>
                                        </p:attrNameLst>
                                      </p:cBhvr>
                                      <p:to>
                                        <p:strVal val="visible"/>
                                      </p:to>
                                    </p:set>
                                    <p:animEffect transition="in" filter="blinds(horizontal)">
                                      <p:cBhvr>
                                        <p:cTn id="17" dur="500"/>
                                        <p:tgtEl>
                                          <p:spTgt spid="11989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9886"/>
                                        </p:tgtEl>
                                        <p:attrNameLst>
                                          <p:attrName>style.visibility</p:attrName>
                                        </p:attrNameLst>
                                      </p:cBhvr>
                                      <p:to>
                                        <p:strVal val="visible"/>
                                      </p:to>
                                    </p:set>
                                    <p:animEffect transition="in" filter="wipe(left)">
                                      <p:cBhvr>
                                        <p:cTn id="22" dur="500"/>
                                        <p:tgtEl>
                                          <p:spTgt spid="119886"/>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6" fill="hold" nodeType="clickEffect">
                                  <p:stCondLst>
                                    <p:cond delay="0"/>
                                  </p:stCondLst>
                                  <p:childTnLst>
                                    <p:set>
                                      <p:cBhvr>
                                        <p:cTn id="26" dur="1" fill="hold">
                                          <p:stCondLst>
                                            <p:cond delay="0"/>
                                          </p:stCondLst>
                                        </p:cTn>
                                        <p:tgtEl>
                                          <p:spTgt spid="119882"/>
                                        </p:tgtEl>
                                        <p:attrNameLst>
                                          <p:attrName>style.visibility</p:attrName>
                                        </p:attrNameLst>
                                      </p:cBhvr>
                                      <p:to>
                                        <p:strVal val="visible"/>
                                      </p:to>
                                    </p:set>
                                    <p:animEffect transition="in" filter="strips(downRight)">
                                      <p:cBhvr>
                                        <p:cTn id="27" dur="500"/>
                                        <p:tgtEl>
                                          <p:spTgt spid="1198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4" name="内容占位符 177153"/>
          <p:cNvSpPr>
            <a:spLocks noGrp="1"/>
          </p:cNvSpPr>
          <p:nvPr>
            <p:ph/>
          </p:nvPr>
        </p:nvSpPr>
        <p:spPr>
          <a:xfrm>
            <a:off x="1116013" y="836613"/>
            <a:ext cx="7804150" cy="822325"/>
          </a:xfrm>
        </p:spPr>
        <p:txBody>
          <a:bodyPr/>
          <a:p>
            <a:r>
              <a:rPr lang="zh-CN" altLang="en-US" dirty="0">
                <a:latin typeface="楷体_GB2312" pitchFamily="49" charset="-122"/>
                <a:ea typeface="楷体_GB2312" pitchFamily="49" charset="-122"/>
              </a:rPr>
              <a:t>关于  的几点说明：</a:t>
            </a:r>
            <a:endParaRPr lang="zh-CN" altLang="en-US" dirty="0">
              <a:latin typeface="楷体_GB2312" pitchFamily="49" charset="-122"/>
              <a:ea typeface="楷体_GB2312" pitchFamily="49" charset="-122"/>
            </a:endParaRPr>
          </a:p>
        </p:txBody>
      </p:sp>
      <p:graphicFrame>
        <p:nvGraphicFramePr>
          <p:cNvPr id="177156" name="对象 177155"/>
          <p:cNvGraphicFramePr/>
          <p:nvPr/>
        </p:nvGraphicFramePr>
        <p:xfrm>
          <a:off x="1187450" y="1773238"/>
          <a:ext cx="2895600" cy="1157287"/>
        </p:xfrm>
        <a:graphic>
          <a:graphicData uri="http://schemas.openxmlformats.org/presentationml/2006/ole">
            <mc:AlternateContent xmlns:mc="http://schemas.openxmlformats.org/markup-compatibility/2006">
              <mc:Choice xmlns:v="urn:schemas-microsoft-com:vml" Requires="v">
                <p:oleObj spid="_x0000_s3082" name="" r:id="rId1" imgW="939800" imgH="419100" progId="Equation.3">
                  <p:embed/>
                </p:oleObj>
              </mc:Choice>
              <mc:Fallback>
                <p:oleObj name="" r:id="rId1" imgW="939800" imgH="419100" progId="Equation.3">
                  <p:embed/>
                  <p:pic>
                    <p:nvPicPr>
                      <p:cNvPr id="0" name="图片 3081"/>
                      <p:cNvPicPr/>
                      <p:nvPr/>
                    </p:nvPicPr>
                    <p:blipFill>
                      <a:blip r:embed="rId2">
                        <a:clrChange>
                          <a:clrFrom>
                            <a:srgbClr val="000000"/>
                          </a:clrFrom>
                          <a:clrTo>
                            <a:srgbClr val="000000"/>
                          </a:clrTo>
                        </a:clrChange>
                      </a:blip>
                      <a:stretch>
                        <a:fillRect/>
                      </a:stretch>
                    </p:blipFill>
                    <p:spPr>
                      <a:xfrm>
                        <a:off x="1187450" y="1773238"/>
                        <a:ext cx="2895600" cy="1157287"/>
                      </a:xfrm>
                      <a:prstGeom prst="rect">
                        <a:avLst/>
                      </a:prstGeom>
                      <a:noFill/>
                      <a:ln w="38100">
                        <a:noFill/>
                        <a:miter/>
                      </a:ln>
                    </p:spPr>
                  </p:pic>
                </p:oleObj>
              </mc:Fallback>
            </mc:AlternateContent>
          </a:graphicData>
        </a:graphic>
      </p:graphicFrame>
      <p:graphicFrame>
        <p:nvGraphicFramePr>
          <p:cNvPr id="177157" name="对象 177156"/>
          <p:cNvGraphicFramePr/>
          <p:nvPr/>
        </p:nvGraphicFramePr>
        <p:xfrm>
          <a:off x="2339975" y="908050"/>
          <a:ext cx="407988" cy="461963"/>
        </p:xfrm>
        <a:graphic>
          <a:graphicData uri="http://schemas.openxmlformats.org/presentationml/2006/ole">
            <mc:AlternateContent xmlns:mc="http://schemas.openxmlformats.org/markup-compatibility/2006">
              <mc:Choice xmlns:v="urn:schemas-microsoft-com:vml" Requires="v">
                <p:oleObj spid="_x0000_s3078" name="" r:id="rId3" imgW="152400" imgH="165100" progId="Equation.3">
                  <p:embed/>
                </p:oleObj>
              </mc:Choice>
              <mc:Fallback>
                <p:oleObj name="" r:id="rId3" imgW="152400" imgH="165100" progId="Equation.3">
                  <p:embed/>
                  <p:pic>
                    <p:nvPicPr>
                      <p:cNvPr id="0" name="图片 3077"/>
                      <p:cNvPicPr/>
                      <p:nvPr/>
                    </p:nvPicPr>
                    <p:blipFill>
                      <a:blip r:embed="rId4">
                        <a:clrChange>
                          <a:clrFrom>
                            <a:srgbClr val="000000"/>
                          </a:clrFrom>
                          <a:clrTo>
                            <a:srgbClr val="000000"/>
                          </a:clrTo>
                        </a:clrChange>
                      </a:blip>
                      <a:stretch>
                        <a:fillRect/>
                      </a:stretch>
                    </p:blipFill>
                    <p:spPr>
                      <a:xfrm>
                        <a:off x="2339975" y="908050"/>
                        <a:ext cx="407988" cy="461963"/>
                      </a:xfrm>
                      <a:prstGeom prst="rect">
                        <a:avLst/>
                      </a:prstGeom>
                      <a:noFill/>
                      <a:ln w="38100">
                        <a:noFill/>
                        <a:miter/>
                      </a:ln>
                    </p:spPr>
                  </p:pic>
                </p:oleObj>
              </mc:Fallback>
            </mc:AlternateContent>
          </a:graphicData>
        </a:graphic>
      </p:graphicFrame>
      <p:graphicFrame>
        <p:nvGraphicFramePr>
          <p:cNvPr id="177158" name="对象 177157"/>
          <p:cNvGraphicFramePr/>
          <p:nvPr/>
        </p:nvGraphicFramePr>
        <p:xfrm>
          <a:off x="1219200" y="2971800"/>
          <a:ext cx="2873375" cy="1073150"/>
        </p:xfrm>
        <a:graphic>
          <a:graphicData uri="http://schemas.openxmlformats.org/presentationml/2006/ole">
            <mc:AlternateContent xmlns:mc="http://schemas.openxmlformats.org/markup-compatibility/2006">
              <mc:Choice xmlns:v="urn:schemas-microsoft-com:vml" Requires="v">
                <p:oleObj spid="_x0000_s3079" name="" r:id="rId5" imgW="1091565" imgH="393700" progId="Equation.3">
                  <p:embed/>
                </p:oleObj>
              </mc:Choice>
              <mc:Fallback>
                <p:oleObj name="" r:id="rId5" imgW="1091565" imgH="393700" progId="Equation.3">
                  <p:embed/>
                  <p:pic>
                    <p:nvPicPr>
                      <p:cNvPr id="0" name="图片 3078"/>
                      <p:cNvPicPr/>
                      <p:nvPr/>
                    </p:nvPicPr>
                    <p:blipFill>
                      <a:blip r:embed="rId6">
                        <a:clrChange>
                          <a:clrFrom>
                            <a:srgbClr val="000000"/>
                          </a:clrFrom>
                          <a:clrTo>
                            <a:srgbClr val="000000"/>
                          </a:clrTo>
                        </a:clrChange>
                      </a:blip>
                      <a:stretch>
                        <a:fillRect/>
                      </a:stretch>
                    </p:blipFill>
                    <p:spPr>
                      <a:xfrm>
                        <a:off x="1219200" y="2971800"/>
                        <a:ext cx="2873375" cy="1073150"/>
                      </a:xfrm>
                      <a:prstGeom prst="rect">
                        <a:avLst/>
                      </a:prstGeom>
                      <a:noFill/>
                      <a:ln w="38100">
                        <a:noFill/>
                        <a:miter/>
                      </a:ln>
                    </p:spPr>
                  </p:pic>
                </p:oleObj>
              </mc:Fallback>
            </mc:AlternateContent>
          </a:graphicData>
        </a:graphic>
      </p:graphicFrame>
      <p:graphicFrame>
        <p:nvGraphicFramePr>
          <p:cNvPr id="177159" name="对象 177158"/>
          <p:cNvGraphicFramePr/>
          <p:nvPr/>
        </p:nvGraphicFramePr>
        <p:xfrm>
          <a:off x="1219200" y="4419600"/>
          <a:ext cx="2705100" cy="625475"/>
        </p:xfrm>
        <a:graphic>
          <a:graphicData uri="http://schemas.openxmlformats.org/presentationml/2006/ole">
            <mc:AlternateContent xmlns:mc="http://schemas.openxmlformats.org/markup-compatibility/2006">
              <mc:Choice xmlns:v="urn:schemas-microsoft-com:vml" Requires="v">
                <p:oleObj spid="_x0000_s3080" name="" r:id="rId7" imgW="1028700" imgH="228600" progId="Equation.3">
                  <p:embed/>
                </p:oleObj>
              </mc:Choice>
              <mc:Fallback>
                <p:oleObj name="" r:id="rId7" imgW="1028700" imgH="228600" progId="Equation.3">
                  <p:embed/>
                  <p:pic>
                    <p:nvPicPr>
                      <p:cNvPr id="0" name="图片 3079"/>
                      <p:cNvPicPr/>
                      <p:nvPr/>
                    </p:nvPicPr>
                    <p:blipFill>
                      <a:blip r:embed="rId8">
                        <a:clrChange>
                          <a:clrFrom>
                            <a:srgbClr val="000000"/>
                          </a:clrFrom>
                          <a:clrTo>
                            <a:srgbClr val="000000"/>
                          </a:clrTo>
                        </a:clrChange>
                      </a:blip>
                      <a:stretch>
                        <a:fillRect/>
                      </a:stretch>
                    </p:blipFill>
                    <p:spPr>
                      <a:xfrm>
                        <a:off x="1219200" y="4419600"/>
                        <a:ext cx="2705100" cy="625475"/>
                      </a:xfrm>
                      <a:prstGeom prst="rect">
                        <a:avLst/>
                      </a:prstGeom>
                      <a:noFill/>
                      <a:ln w="38100">
                        <a:noFill/>
                        <a:miter/>
                      </a:ln>
                    </p:spPr>
                  </p:pic>
                </p:oleObj>
              </mc:Fallback>
            </mc:AlternateContent>
          </a:graphicData>
        </a:graphic>
      </p:graphicFrame>
      <p:grpSp>
        <p:nvGrpSpPr>
          <p:cNvPr id="177162" name="组合 177161"/>
          <p:cNvGrpSpPr/>
          <p:nvPr/>
        </p:nvGrpSpPr>
        <p:grpSpPr>
          <a:xfrm>
            <a:off x="4211638" y="1628775"/>
            <a:ext cx="2362200" cy="1187450"/>
            <a:chOff x="2736" y="1008"/>
            <a:chExt cx="1488" cy="748"/>
          </a:xfrm>
        </p:grpSpPr>
        <p:sp>
          <p:nvSpPr>
            <p:cNvPr id="177160" name="文本框 177159"/>
            <p:cNvSpPr txBox="1"/>
            <p:nvPr/>
          </p:nvSpPr>
          <p:spPr>
            <a:xfrm>
              <a:off x="2736" y="1008"/>
              <a:ext cx="1467" cy="748"/>
            </a:xfrm>
            <a:prstGeom prst="rect">
              <a:avLst/>
            </a:prstGeom>
            <a:noFill/>
            <a:ln w="9525">
              <a:noFill/>
            </a:ln>
          </p:spPr>
          <p:txBody>
            <a:bodyPr wrap="none" anchor="t">
              <a:spAutoFit/>
            </a:bodyPr>
            <a:p>
              <a:r>
                <a:rPr lang="zh-CN" altLang="en-US" sz="2400" dirty="0">
                  <a:latin typeface="Times New Roman" panose="02020603050405020304" pitchFamily="18" charset="0"/>
                </a:rPr>
                <a:t>顾客平均到达率</a:t>
              </a:r>
              <a:endParaRPr lang="zh-CN" altLang="en-US" sz="2400" dirty="0">
                <a:latin typeface="Times New Roman" panose="02020603050405020304" pitchFamily="18" charset="0"/>
              </a:endParaRPr>
            </a:p>
            <a:p>
              <a:endParaRPr lang="zh-CN" altLang="en-US" sz="2400" dirty="0">
                <a:latin typeface="Times New Roman" panose="02020603050405020304" pitchFamily="18" charset="0"/>
              </a:endParaRPr>
            </a:p>
            <a:p>
              <a:r>
                <a:rPr lang="zh-CN" altLang="en-US" sz="2400" dirty="0">
                  <a:latin typeface="Times New Roman" panose="02020603050405020304" pitchFamily="18" charset="0"/>
                </a:rPr>
                <a:t>顾客平均服务率</a:t>
              </a:r>
              <a:endParaRPr lang="zh-CN" altLang="en-US" sz="2400" b="0" dirty="0">
                <a:latin typeface="Times New Roman" panose="02020603050405020304" pitchFamily="18" charset="0"/>
              </a:endParaRPr>
            </a:p>
          </p:txBody>
        </p:sp>
        <p:sp>
          <p:nvSpPr>
            <p:cNvPr id="177161" name="直接连接符 177160"/>
            <p:cNvSpPr/>
            <p:nvPr/>
          </p:nvSpPr>
          <p:spPr>
            <a:xfrm>
              <a:off x="2736" y="1392"/>
              <a:ext cx="1488" cy="0"/>
            </a:xfrm>
            <a:prstGeom prst="line">
              <a:avLst/>
            </a:prstGeom>
            <a:ln w="9525" cap="flat" cmpd="sng">
              <a:solidFill>
                <a:schemeClr val="tx1"/>
              </a:solidFill>
              <a:prstDash val="solid"/>
              <a:headEnd type="none" w="med" len="med"/>
              <a:tailEnd type="none" w="med" len="med"/>
            </a:ln>
          </p:spPr>
        </p:sp>
      </p:grpSp>
      <p:grpSp>
        <p:nvGrpSpPr>
          <p:cNvPr id="177166" name="组合 177165"/>
          <p:cNvGrpSpPr/>
          <p:nvPr/>
        </p:nvGrpSpPr>
        <p:grpSpPr>
          <a:xfrm>
            <a:off x="4267200" y="2971800"/>
            <a:ext cx="2667000" cy="1187450"/>
            <a:chOff x="2688" y="1824"/>
            <a:chExt cx="1680" cy="748"/>
          </a:xfrm>
        </p:grpSpPr>
        <p:sp>
          <p:nvSpPr>
            <p:cNvPr id="177164" name="文本框 177163"/>
            <p:cNvSpPr txBox="1"/>
            <p:nvPr/>
          </p:nvSpPr>
          <p:spPr>
            <a:xfrm>
              <a:off x="2688" y="1824"/>
              <a:ext cx="1668" cy="748"/>
            </a:xfrm>
            <a:prstGeom prst="rect">
              <a:avLst/>
            </a:prstGeom>
            <a:noFill/>
            <a:ln w="9525">
              <a:noFill/>
            </a:ln>
          </p:spPr>
          <p:txBody>
            <a:bodyPr wrap="none" anchor="t">
              <a:spAutoFit/>
            </a:bodyPr>
            <a:p>
              <a:r>
                <a:rPr lang="zh-CN" altLang="en-US" sz="2400" dirty="0">
                  <a:latin typeface="Times New Roman" panose="02020603050405020304" pitchFamily="18" charset="0"/>
                </a:rPr>
                <a:t>一个顾客服务时间</a:t>
              </a:r>
              <a:endParaRPr lang="zh-CN" altLang="en-US" sz="2400" dirty="0">
                <a:latin typeface="Times New Roman" panose="02020603050405020304" pitchFamily="18" charset="0"/>
              </a:endParaRPr>
            </a:p>
            <a:p>
              <a:endParaRPr lang="zh-CN" altLang="en-US" sz="2400" dirty="0">
                <a:latin typeface="Times New Roman" panose="02020603050405020304" pitchFamily="18" charset="0"/>
              </a:endParaRPr>
            </a:p>
            <a:p>
              <a:r>
                <a:rPr lang="zh-CN" altLang="en-US" sz="2400" dirty="0">
                  <a:latin typeface="Times New Roman" panose="02020603050405020304" pitchFamily="18" charset="0"/>
                </a:rPr>
                <a:t>一个顾客到达时间</a:t>
              </a:r>
              <a:endParaRPr lang="zh-CN" altLang="en-US" sz="2400" b="0" dirty="0">
                <a:latin typeface="Times New Roman" panose="02020603050405020304" pitchFamily="18" charset="0"/>
              </a:endParaRPr>
            </a:p>
          </p:txBody>
        </p:sp>
        <p:sp>
          <p:nvSpPr>
            <p:cNvPr id="177165" name="直接连接符 177164"/>
            <p:cNvSpPr/>
            <p:nvPr/>
          </p:nvSpPr>
          <p:spPr>
            <a:xfrm>
              <a:off x="2688" y="2208"/>
              <a:ext cx="1680" cy="0"/>
            </a:xfrm>
            <a:prstGeom prst="line">
              <a:avLst/>
            </a:prstGeom>
            <a:ln w="9525" cap="flat" cmpd="sng">
              <a:solidFill>
                <a:schemeClr val="tx1"/>
              </a:solidFill>
              <a:prstDash val="solid"/>
              <a:headEnd type="none" w="med" len="med"/>
              <a:tailEnd type="none" w="med" len="med"/>
            </a:ln>
          </p:spPr>
        </p:sp>
      </p:grpSp>
      <p:sp>
        <p:nvSpPr>
          <p:cNvPr id="177167" name="文本框 177166"/>
          <p:cNvSpPr txBox="1"/>
          <p:nvPr/>
        </p:nvSpPr>
        <p:spPr>
          <a:xfrm>
            <a:off x="3946525" y="4486275"/>
            <a:ext cx="2713038" cy="519113"/>
          </a:xfrm>
          <a:prstGeom prst="rect">
            <a:avLst/>
          </a:prstGeom>
          <a:noFill/>
          <a:ln w="9525">
            <a:noFill/>
          </a:ln>
        </p:spPr>
        <p:txBody>
          <a:bodyPr>
            <a:spAutoFit/>
          </a:bodyPr>
          <a:p>
            <a:r>
              <a:rPr lang="zh-CN" altLang="en-US" sz="2800" dirty="0">
                <a:latin typeface="Times New Roman" panose="02020603050405020304" pitchFamily="18" charset="0"/>
                <a:ea typeface="楷体_GB2312" pitchFamily="49" charset="-122"/>
              </a:rPr>
              <a:t>——服务强度</a:t>
            </a:r>
            <a:endParaRPr lang="zh-CN" altLang="en-US" sz="2800" dirty="0">
              <a:latin typeface="Times New Roman" panose="02020603050405020304" pitchFamily="18" charset="0"/>
              <a:ea typeface="楷体_GB2312" pitchFamily="49" charset="-122"/>
            </a:endParaRPr>
          </a:p>
        </p:txBody>
      </p:sp>
      <p:graphicFrame>
        <p:nvGraphicFramePr>
          <p:cNvPr id="177169" name="对象 177168"/>
          <p:cNvGraphicFramePr/>
          <p:nvPr/>
        </p:nvGraphicFramePr>
        <p:xfrm>
          <a:off x="1295400" y="5160963"/>
          <a:ext cx="2146300" cy="630237"/>
        </p:xfrm>
        <a:graphic>
          <a:graphicData uri="http://schemas.openxmlformats.org/presentationml/2006/ole">
            <mc:AlternateContent xmlns:mc="http://schemas.openxmlformats.org/markup-compatibility/2006">
              <mc:Choice xmlns:v="urn:schemas-microsoft-com:vml" Requires="v">
                <p:oleObj spid="_x0000_s3090" name="" r:id="rId9" imgW="798830" imgH="215900" progId="Equation.3">
                  <p:embed/>
                </p:oleObj>
              </mc:Choice>
              <mc:Fallback>
                <p:oleObj name="" r:id="rId9" imgW="798830" imgH="215900" progId="Equation.3">
                  <p:embed/>
                  <p:pic>
                    <p:nvPicPr>
                      <p:cNvPr id="0" name="图片 3089"/>
                      <p:cNvPicPr/>
                      <p:nvPr/>
                    </p:nvPicPr>
                    <p:blipFill>
                      <a:blip r:embed="rId10">
                        <a:clrChange>
                          <a:clrFrom>
                            <a:srgbClr val="000000"/>
                          </a:clrFrom>
                          <a:clrTo>
                            <a:srgbClr val="000000"/>
                          </a:clrTo>
                        </a:clrChange>
                      </a:blip>
                      <a:stretch>
                        <a:fillRect/>
                      </a:stretch>
                    </p:blipFill>
                    <p:spPr>
                      <a:xfrm>
                        <a:off x="1295400" y="5160963"/>
                        <a:ext cx="2146300" cy="630237"/>
                      </a:xfrm>
                      <a:prstGeom prst="rect">
                        <a:avLst/>
                      </a:prstGeom>
                      <a:noFill/>
                      <a:ln w="38100">
                        <a:noFill/>
                        <a:miter/>
                      </a:ln>
                    </p:spPr>
                  </p:pic>
                </p:oleObj>
              </mc:Fallback>
            </mc:AlternateContent>
          </a:graphicData>
        </a:graphic>
      </p:graphicFrame>
      <p:sp>
        <p:nvSpPr>
          <p:cNvPr id="177170" name="文本框 177169"/>
          <p:cNvSpPr txBox="1"/>
          <p:nvPr/>
        </p:nvSpPr>
        <p:spPr>
          <a:xfrm>
            <a:off x="3505200" y="5181600"/>
            <a:ext cx="4883150" cy="1373188"/>
          </a:xfrm>
          <a:prstGeom prst="rect">
            <a:avLst/>
          </a:prstGeom>
          <a:noFill/>
          <a:ln w="9525">
            <a:noFill/>
          </a:ln>
        </p:spPr>
        <p:txBody>
          <a:bodyPr>
            <a:spAutoFit/>
          </a:bodyPr>
          <a:p>
            <a:r>
              <a:rPr lang="zh-CN" altLang="en-US" sz="2800" dirty="0">
                <a:latin typeface="Times New Roman" panose="02020603050405020304" pitchFamily="18" charset="0"/>
                <a:ea typeface="楷体_GB2312" pitchFamily="49" charset="-122"/>
              </a:rPr>
              <a:t>即顾客的顾客平均到达率</a:t>
            </a:r>
            <a:endParaRPr lang="zh-CN" altLang="en-US" sz="2800" dirty="0">
              <a:latin typeface="Times New Roman" panose="02020603050405020304" pitchFamily="18" charset="0"/>
              <a:ea typeface="楷体_GB2312" pitchFamily="49" charset="-122"/>
            </a:endParaRPr>
          </a:p>
          <a:p>
            <a:r>
              <a:rPr lang="zh-CN" altLang="en-US" sz="2800" dirty="0">
                <a:latin typeface="Times New Roman" panose="02020603050405020304" pitchFamily="18" charset="0"/>
                <a:ea typeface="楷体_GB2312" pitchFamily="49" charset="-122"/>
              </a:rPr>
              <a:t>小于顾客平均服务率时，</a:t>
            </a:r>
            <a:endParaRPr lang="zh-CN" altLang="en-US" sz="2800" dirty="0">
              <a:latin typeface="Times New Roman" panose="02020603050405020304" pitchFamily="18" charset="0"/>
              <a:ea typeface="楷体_GB2312" pitchFamily="49" charset="-122"/>
            </a:endParaRPr>
          </a:p>
          <a:p>
            <a:r>
              <a:rPr lang="zh-CN" altLang="en-US" sz="2800" dirty="0">
                <a:latin typeface="Times New Roman" panose="02020603050405020304" pitchFamily="18" charset="0"/>
                <a:ea typeface="楷体_GB2312" pitchFamily="49" charset="-122"/>
              </a:rPr>
              <a:t>系统才能达到统计平稳。</a:t>
            </a:r>
            <a:endParaRPr lang="zh-CN" altLang="en-US" sz="2800" dirty="0">
              <a:latin typeface="Times New Roman" panose="02020603050405020304" pitchFamily="18" charset="0"/>
              <a:ea typeface="楷体_GB2312" pitchFamily="49" charset="-122"/>
            </a:endParaRPr>
          </a:p>
        </p:txBody>
      </p:sp>
      <p:sp>
        <p:nvSpPr>
          <p:cNvPr id="177171" name="圆角矩形标注 177170"/>
          <p:cNvSpPr/>
          <p:nvPr/>
        </p:nvSpPr>
        <p:spPr>
          <a:xfrm>
            <a:off x="7092950" y="2565400"/>
            <a:ext cx="1943100" cy="2232025"/>
          </a:xfrm>
          <a:prstGeom prst="wedgeRoundRectCallout">
            <a:avLst>
              <a:gd name="adj1" fmla="val -94116"/>
              <a:gd name="adj2" fmla="val 50782"/>
              <a:gd name="adj3" fmla="val 16667"/>
            </a:avLst>
          </a:prstGeom>
          <a:solidFill>
            <a:srgbClr val="FFCCCC"/>
          </a:solidFill>
          <a:ln w="9525" cap="flat" cmpd="sng">
            <a:solidFill>
              <a:schemeClr val="tx1"/>
            </a:solidFill>
            <a:prstDash val="solid"/>
            <a:miter/>
            <a:headEnd type="none" w="med" len="med"/>
            <a:tailEnd type="none" w="med" len="med"/>
          </a:ln>
        </p:spPr>
        <p:txBody>
          <a:bodyPr/>
          <a:p>
            <a:pPr>
              <a:buClrTx/>
              <a:buChar char="•"/>
            </a:pPr>
            <a:r>
              <a:rPr lang="zh-CN" altLang="en-US" dirty="0">
                <a:solidFill>
                  <a:schemeClr val="bg2"/>
                </a:solidFill>
                <a:latin typeface="Tahoma" panose="020B0604030504040204" pitchFamily="34" charset="0"/>
              </a:rPr>
              <a:t>系统中至少有一个顾客的概率；</a:t>
            </a:r>
            <a:endParaRPr lang="zh-CN" altLang="en-US" dirty="0">
              <a:solidFill>
                <a:schemeClr val="bg2"/>
              </a:solidFill>
              <a:latin typeface="Tahoma" panose="020B0604030504040204" pitchFamily="34" charset="0"/>
            </a:endParaRPr>
          </a:p>
          <a:p>
            <a:pPr>
              <a:buClrTx/>
              <a:buChar char="•"/>
            </a:pPr>
            <a:r>
              <a:rPr lang="zh-CN" altLang="en-US" dirty="0">
                <a:solidFill>
                  <a:schemeClr val="bg2"/>
                </a:solidFill>
                <a:latin typeface="Tahoma" panose="020B0604030504040204" pitchFamily="34" charset="0"/>
              </a:rPr>
              <a:t>服务台处于忙的状态的概率；</a:t>
            </a:r>
            <a:endParaRPr lang="zh-CN" altLang="en-US" dirty="0">
              <a:solidFill>
                <a:schemeClr val="bg2"/>
              </a:solidFill>
              <a:latin typeface="Tahoma" panose="020B0604030504040204" pitchFamily="34" charset="0"/>
            </a:endParaRPr>
          </a:p>
          <a:p>
            <a:pPr>
              <a:buClrTx/>
              <a:buChar char="•"/>
            </a:pPr>
            <a:r>
              <a:rPr lang="zh-CN" altLang="en-US" dirty="0">
                <a:solidFill>
                  <a:schemeClr val="bg2"/>
                </a:solidFill>
                <a:latin typeface="Tahoma" panose="020B0604030504040204" pitchFamily="34" charset="0"/>
              </a:rPr>
              <a:t>反映系统繁忙程度</a:t>
            </a:r>
            <a:endParaRPr lang="zh-CN" altLang="en-US" dirty="0">
              <a:solidFill>
                <a:schemeClr val="bg2"/>
              </a:solidFill>
              <a:latin typeface="Tahoma" panose="020B0604030504040204" pitchFamily="34" charset="0"/>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77162"/>
                                        </p:tgtEl>
                                        <p:attrNameLst>
                                          <p:attrName>style.visibility</p:attrName>
                                        </p:attrNameLst>
                                      </p:cBhvr>
                                      <p:to>
                                        <p:strVal val="visible"/>
                                      </p:to>
                                    </p:set>
                                    <p:animEffect transition="in" filter="box(out)">
                                      <p:cBhvr>
                                        <p:cTn id="7" dur="500"/>
                                        <p:tgtEl>
                                          <p:spTgt spid="177162"/>
                                        </p:tgtEl>
                                      </p:cBhvr>
                                    </p:animEffect>
                                  </p:childTnLst>
                                  <p:subTnLst>
                                    <p:audio>
                                      <p:cMediaNode>
                                        <p:cTn display="0" masterRel="sameClick">
                                          <p:stCondLst>
                                            <p:cond evt="begin" delay="0">
                                              <p:tn val="5"/>
                                            </p:cond>
                                          </p:stCondLst>
                                          <p:endCondLst>
                                            <p:cond evt="onStopAudio" delay="0">
                                              <p:tgtEl>
                                                <p:sldTgt/>
                                              </p:tgtEl>
                                            </p:cond>
                                          </p:endCondLst>
                                        </p:cTn>
                                        <p:tgtEl>
                                          <p:sndTgt r:embed="rId11"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77166"/>
                                        </p:tgtEl>
                                        <p:attrNameLst>
                                          <p:attrName>style.visibility</p:attrName>
                                        </p:attrNameLst>
                                      </p:cBhvr>
                                      <p:to>
                                        <p:strVal val="visible"/>
                                      </p:to>
                                    </p:set>
                                    <p:animEffect transition="in" filter="box(out)">
                                      <p:cBhvr>
                                        <p:cTn id="12" dur="500"/>
                                        <p:tgtEl>
                                          <p:spTgt spid="177166"/>
                                        </p:tgtEl>
                                      </p:cBhvr>
                                    </p:animEffect>
                                  </p:childTnLst>
                                  <p:subTnLst>
                                    <p:audio>
                                      <p:cMediaNode>
                                        <p:cTn display="0" masterRel="sameClick">
                                          <p:stCondLst>
                                            <p:cond evt="begin" delay="0">
                                              <p:tn val="10"/>
                                            </p:cond>
                                          </p:stCondLst>
                                          <p:endCondLst>
                                            <p:cond evt="onStopAudio" delay="0">
                                              <p:tgtEl>
                                                <p:sldTgt/>
                                              </p:tgtEl>
                                            </p:cond>
                                          </p:endCondLst>
                                        </p:cTn>
                                        <p:tgtEl>
                                          <p:sndTgt r:embed="rId11"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77167">
                                            <p:txEl>
                                              <p:charRg st="0" end="7"/>
                                            </p:txEl>
                                          </p:spTgt>
                                        </p:tgtEl>
                                        <p:attrNameLst>
                                          <p:attrName>style.visibility</p:attrName>
                                        </p:attrNameLst>
                                      </p:cBhvr>
                                      <p:to>
                                        <p:strVal val="visible"/>
                                      </p:to>
                                    </p:set>
                                    <p:animEffect transition="in" filter="box(out)">
                                      <p:cBhvr>
                                        <p:cTn id="17" dur="500"/>
                                        <p:tgtEl>
                                          <p:spTgt spid="177167">
                                            <p:txEl>
                                              <p:charRg st="0" end="7"/>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11"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77170"/>
                                        </p:tgtEl>
                                        <p:attrNameLst>
                                          <p:attrName>style.visibility</p:attrName>
                                        </p:attrNameLst>
                                      </p:cBhvr>
                                      <p:to>
                                        <p:strVal val="visible"/>
                                      </p:to>
                                    </p:set>
                                    <p:animEffect transition="in" filter="box(out)">
                                      <p:cBhvr>
                                        <p:cTn id="22" dur="500"/>
                                        <p:tgtEl>
                                          <p:spTgt spid="177170"/>
                                        </p:tgtEl>
                                      </p:cBhvr>
                                    </p:animEffect>
                                  </p:childTnLst>
                                  <p:subTnLst>
                                    <p:audio>
                                      <p:cMediaNode>
                                        <p:cTn display="0" masterRel="sameClick">
                                          <p:stCondLst>
                                            <p:cond evt="begin" delay="0">
                                              <p:tn val="20"/>
                                            </p:cond>
                                          </p:stCondLst>
                                          <p:endCondLst>
                                            <p:cond evt="onStopAudio" delay="0">
                                              <p:tgtEl>
                                                <p:sldTgt/>
                                              </p:tgtEl>
                                            </p:cond>
                                          </p:endCondLst>
                                        </p:cTn>
                                        <p:tgtEl>
                                          <p:sndTgt r:embed="rId1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7167" grpId="0" build="p"/>
      <p:bldP spid="17717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标题 121857"/>
          <p:cNvSpPr>
            <a:spLocks noGrp="1"/>
          </p:cNvSpPr>
          <p:nvPr>
            <p:ph type="title"/>
          </p:nvPr>
        </p:nvSpPr>
        <p:spPr/>
        <p:txBody>
          <a:bodyPr anchor="b"/>
          <a:p>
            <a:r>
              <a:rPr lang="zh-CN" altLang="en-US" dirty="0"/>
              <a:t> </a:t>
            </a:r>
            <a:endParaRPr lang="zh-CN" altLang="en-US" dirty="0"/>
          </a:p>
        </p:txBody>
      </p:sp>
      <p:sp>
        <p:nvSpPr>
          <p:cNvPr id="121859" name="文本占位符 121858"/>
          <p:cNvSpPr>
            <a:spLocks noGrp="1"/>
          </p:cNvSpPr>
          <p:nvPr>
            <p:ph type="body" idx="1"/>
          </p:nvPr>
        </p:nvSpPr>
        <p:spPr>
          <a:xfrm>
            <a:off x="1403350" y="908050"/>
            <a:ext cx="3384550" cy="720725"/>
          </a:xfrm>
          <a:solidFill>
            <a:srgbClr val="FFCCFF"/>
          </a:solidFill>
          <a:effectLst>
            <a:outerShdw sy="50000" kx="-2453608" algn="br" rotWithShape="0">
              <a:schemeClr val="bg2">
                <a:alpha val="50000"/>
              </a:schemeClr>
            </a:outerShdw>
          </a:effectLst>
        </p:spPr>
        <p:txBody>
          <a:bodyPr/>
          <a:p>
            <a:pPr>
              <a:buNone/>
            </a:pPr>
            <a:r>
              <a:rPr lang="zh-CN" altLang="en-US" sz="3600" b="1" dirty="0">
                <a:solidFill>
                  <a:schemeClr val="tx2"/>
                </a:solidFill>
                <a:latin typeface="Monotype Corsiva" panose="03010101010201010101" pitchFamily="66" charset="0"/>
                <a:ea typeface="隶书" panose="02010509060101010101" pitchFamily="49" charset="-122"/>
              </a:rPr>
              <a:t>计算有关指标</a:t>
            </a:r>
            <a:endParaRPr lang="zh-CN" altLang="en-US" sz="3600" b="1" dirty="0">
              <a:solidFill>
                <a:schemeClr val="tx2"/>
              </a:solidFill>
              <a:latin typeface="Monotype Corsiva" panose="03010101010201010101" pitchFamily="66" charset="0"/>
              <a:ea typeface="隶书" panose="02010509060101010101" pitchFamily="49" charset="-122"/>
            </a:endParaRPr>
          </a:p>
        </p:txBody>
      </p:sp>
      <p:graphicFrame>
        <p:nvGraphicFramePr>
          <p:cNvPr id="121861" name="对象 121860"/>
          <p:cNvGraphicFramePr/>
          <p:nvPr/>
        </p:nvGraphicFramePr>
        <p:xfrm>
          <a:off x="1258888" y="2420938"/>
          <a:ext cx="7316787" cy="3824287"/>
        </p:xfrm>
        <a:graphic>
          <a:graphicData uri="http://schemas.openxmlformats.org/presentationml/2006/ole">
            <mc:AlternateContent xmlns:mc="http://schemas.openxmlformats.org/markup-compatibility/2006">
              <mc:Choice xmlns:v="urn:schemas-microsoft-com:vml" Requires="v">
                <p:oleObj spid="_x0000_s3089" name="" r:id="rId1" imgW="2578100" imgH="1346200" progId="Equation.3">
                  <p:embed/>
                </p:oleObj>
              </mc:Choice>
              <mc:Fallback>
                <p:oleObj name="" r:id="rId1" imgW="2578100" imgH="1346200" progId="Equation.3">
                  <p:embed/>
                  <p:pic>
                    <p:nvPicPr>
                      <p:cNvPr id="0" name="图片 3088"/>
                      <p:cNvPicPr/>
                      <p:nvPr/>
                    </p:nvPicPr>
                    <p:blipFill>
                      <a:blip r:embed="rId2">
                        <a:clrChange>
                          <a:clrFrom>
                            <a:srgbClr val="000000"/>
                          </a:clrFrom>
                          <a:clrTo>
                            <a:srgbClr val="1C1C1C"/>
                          </a:clrTo>
                        </a:clrChange>
                      </a:blip>
                      <a:stretch>
                        <a:fillRect/>
                      </a:stretch>
                    </p:blipFill>
                    <p:spPr>
                      <a:xfrm>
                        <a:off x="1258888" y="2420938"/>
                        <a:ext cx="7316787" cy="3824287"/>
                      </a:xfrm>
                      <a:prstGeom prst="rect">
                        <a:avLst/>
                      </a:prstGeom>
                      <a:solidFill>
                        <a:srgbClr val="FFFFCC"/>
                      </a:solidFill>
                      <a:ln w="38100">
                        <a:noFill/>
                        <a:miter/>
                      </a:ln>
                    </p:spPr>
                  </p:pic>
                </p:oleObj>
              </mc:Fallback>
            </mc:AlternateContent>
          </a:graphicData>
        </a:graphic>
      </p:graphicFrame>
      <p:sp>
        <p:nvSpPr>
          <p:cNvPr id="121863" name="矩形 121862"/>
          <p:cNvSpPr/>
          <p:nvPr/>
        </p:nvSpPr>
        <p:spPr>
          <a:xfrm>
            <a:off x="827088" y="1773238"/>
            <a:ext cx="3959225" cy="649287"/>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1"/>
            <a:r>
              <a:rPr lang="zh-CN" altLang="en-US" b="1" dirty="0">
                <a:solidFill>
                  <a:schemeClr val="tx2"/>
                </a:solidFill>
                <a:ea typeface="黑体" panose="02010609060101010101" pitchFamily="2" charset="-122"/>
              </a:rPr>
              <a:t>队长</a:t>
            </a:r>
            <a:endParaRPr lang="zh-CN" altLang="en-US" dirty="0">
              <a:solidFill>
                <a:schemeClr val="tx2"/>
              </a:solidFill>
              <a:ea typeface="黑体" panose="02010609060101010101" pitchFamily="2" charset="-122"/>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21861"/>
                                        </p:tgtEl>
                                        <p:attrNameLst>
                                          <p:attrName>style.visibility</p:attrName>
                                        </p:attrNameLst>
                                      </p:cBhvr>
                                      <p:to>
                                        <p:strVal val="visible"/>
                                      </p:to>
                                    </p:set>
                                    <p:animEffect transition="in" filter="box(out)">
                                      <p:cBhvr>
                                        <p:cTn id="7" dur="500"/>
                                        <p:tgtEl>
                                          <p:spTgt spid="121861"/>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2" name="内容占位符 174081"/>
          <p:cNvSpPr>
            <a:spLocks noGrp="1"/>
          </p:cNvSpPr>
          <p:nvPr>
            <p:ph/>
          </p:nvPr>
        </p:nvSpPr>
        <p:spPr>
          <a:xfrm>
            <a:off x="1258888" y="1844675"/>
            <a:ext cx="3924300" cy="638175"/>
          </a:xfrm>
        </p:spPr>
        <p:txBody>
          <a:bodyPr/>
          <a:p>
            <a:pPr lvl="1"/>
            <a:r>
              <a:rPr lang="zh-CN" altLang="en-US" b="1" dirty="0">
                <a:solidFill>
                  <a:schemeClr val="tx2"/>
                </a:solidFill>
                <a:latin typeface="黑体" panose="02010609060101010101" pitchFamily="2" charset="-122"/>
                <a:ea typeface="黑体" panose="02010609060101010101" pitchFamily="2" charset="-122"/>
              </a:rPr>
              <a:t>队列长 </a:t>
            </a:r>
            <a:endParaRPr lang="zh-CN" altLang="en-US" dirty="0">
              <a:solidFill>
                <a:schemeClr val="tx2"/>
              </a:solidFill>
              <a:latin typeface="黑体" panose="02010609060101010101" pitchFamily="2" charset="-122"/>
              <a:ea typeface="黑体" panose="02010609060101010101" pitchFamily="2" charset="-122"/>
            </a:endParaRPr>
          </a:p>
        </p:txBody>
      </p:sp>
      <p:graphicFrame>
        <p:nvGraphicFramePr>
          <p:cNvPr id="174083" name="对象 174082"/>
          <p:cNvGraphicFramePr/>
          <p:nvPr/>
        </p:nvGraphicFramePr>
        <p:xfrm>
          <a:off x="1476375" y="2897188"/>
          <a:ext cx="5486400" cy="2906712"/>
        </p:xfrm>
        <a:graphic>
          <a:graphicData uri="http://schemas.openxmlformats.org/presentationml/2006/ole">
            <mc:AlternateContent xmlns:mc="http://schemas.openxmlformats.org/markup-compatibility/2006">
              <mc:Choice xmlns:v="urn:schemas-microsoft-com:vml" Requires="v">
                <p:oleObj spid="_x0000_s3091" name="" r:id="rId1" imgW="2107565" imgH="1129665" progId="Equation.3">
                  <p:embed/>
                </p:oleObj>
              </mc:Choice>
              <mc:Fallback>
                <p:oleObj name="" r:id="rId1" imgW="2107565" imgH="1129665" progId="Equation.3">
                  <p:embed/>
                  <p:pic>
                    <p:nvPicPr>
                      <p:cNvPr id="0" name="图片 3090"/>
                      <p:cNvPicPr/>
                      <p:nvPr/>
                    </p:nvPicPr>
                    <p:blipFill>
                      <a:blip r:embed="rId2"/>
                      <a:stretch>
                        <a:fillRect/>
                      </a:stretch>
                    </p:blipFill>
                    <p:spPr>
                      <a:xfrm>
                        <a:off x="1476375" y="2897188"/>
                        <a:ext cx="5486400" cy="2906712"/>
                      </a:xfrm>
                      <a:prstGeom prst="rect">
                        <a:avLst/>
                      </a:prstGeom>
                      <a:noFill/>
                      <a:ln w="38100">
                        <a:noFill/>
                        <a:miter/>
                      </a:ln>
                    </p:spPr>
                  </p:pic>
                </p:oleObj>
              </mc:Fallback>
            </mc:AlternateContent>
          </a:graphicData>
        </a:graphic>
      </p:graphicFrame>
      <p:sp>
        <p:nvSpPr>
          <p:cNvPr id="174085" name="矩形 174084"/>
          <p:cNvSpPr/>
          <p:nvPr/>
        </p:nvSpPr>
        <p:spPr>
          <a:xfrm>
            <a:off x="1150938" y="214313"/>
            <a:ext cx="7793037" cy="1462087"/>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zh-CN" altLang="en-US" b="0" dirty="0"/>
              <a:t> </a:t>
            </a:r>
            <a:endParaRPr lang="zh-CN" altLang="en-US" b="0" dirty="0"/>
          </a:p>
        </p:txBody>
      </p:sp>
      <p:sp>
        <p:nvSpPr>
          <p:cNvPr id="174087" name="矩形 174086"/>
          <p:cNvSpPr/>
          <p:nvPr/>
        </p:nvSpPr>
        <p:spPr>
          <a:xfrm>
            <a:off x="1403350" y="908050"/>
            <a:ext cx="3384550" cy="720725"/>
          </a:xfrm>
          <a:prstGeom prst="rect">
            <a:avLst/>
          </a:prstGeom>
          <a:solidFill>
            <a:srgbClr val="FFCCFF"/>
          </a:solidFill>
          <a:ln w="9525">
            <a:noFill/>
          </a:ln>
          <a:effectLst>
            <a:outerShdw sy="50000" kx="-2453608" algn="br" rotWithShape="0">
              <a:schemeClr val="bg2">
                <a:alpha val="50000"/>
              </a:schemeClr>
            </a:outerShdw>
          </a:effectLst>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0">
              <a:buNone/>
            </a:pPr>
            <a:r>
              <a:rPr lang="zh-CN" altLang="en-US" sz="3600" b="1" dirty="0">
                <a:solidFill>
                  <a:schemeClr val="tx2"/>
                </a:solidFill>
                <a:latin typeface="Monotype Corsiva" panose="03010101010201010101" pitchFamily="66" charset="0"/>
                <a:ea typeface="隶书" panose="02010509060101010101" pitchFamily="49" charset="-122"/>
              </a:rPr>
              <a:t>计算有关指标</a:t>
            </a:r>
            <a:endParaRPr lang="zh-CN" altLang="en-US" sz="3600" b="1" dirty="0">
              <a:solidFill>
                <a:schemeClr val="tx2"/>
              </a:solidFill>
              <a:latin typeface="Monotype Corsiva" panose="03010101010201010101" pitchFamily="66" charset="0"/>
              <a:ea typeface="隶书" panose="02010509060101010101" pitchFamily="49" charset="-122"/>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74083"/>
                                        </p:tgtEl>
                                        <p:attrNameLst>
                                          <p:attrName>style.visibility</p:attrName>
                                        </p:attrNameLst>
                                      </p:cBhvr>
                                      <p:to>
                                        <p:strVal val="visible"/>
                                      </p:to>
                                    </p:set>
                                    <p:animEffect transition="in" filter="box(out)">
                                      <p:cBhvr>
                                        <p:cTn id="7" dur="500"/>
                                        <p:tgtEl>
                                          <p:spTgt spid="174083"/>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2" name="标题 122881"/>
          <p:cNvSpPr>
            <a:spLocks noGrp="1"/>
          </p:cNvSpPr>
          <p:nvPr>
            <p:ph type="title"/>
          </p:nvPr>
        </p:nvSpPr>
        <p:spPr>
          <a:xfrm>
            <a:off x="609600" y="1295400"/>
            <a:ext cx="7772400" cy="1143000"/>
          </a:xfrm>
        </p:spPr>
        <p:txBody>
          <a:bodyPr anchor="b"/>
          <a:p>
            <a:r>
              <a:rPr lang="zh-CN" altLang="en-US" dirty="0"/>
              <a:t> </a:t>
            </a:r>
            <a:endParaRPr lang="zh-CN" altLang="en-US" dirty="0"/>
          </a:p>
        </p:txBody>
      </p:sp>
      <p:sp>
        <p:nvSpPr>
          <p:cNvPr id="122883" name="文本占位符 122882"/>
          <p:cNvSpPr>
            <a:spLocks noGrp="1"/>
          </p:cNvSpPr>
          <p:nvPr>
            <p:ph type="body" idx="1"/>
          </p:nvPr>
        </p:nvSpPr>
        <p:spPr>
          <a:xfrm>
            <a:off x="755650" y="1989138"/>
            <a:ext cx="7772400" cy="3429000"/>
          </a:xfrm>
        </p:spPr>
        <p:txBody>
          <a:bodyPr/>
          <a:p>
            <a:pPr lvl="1"/>
            <a:r>
              <a:rPr lang="zh-CN" altLang="en-US" b="1" dirty="0">
                <a:solidFill>
                  <a:schemeClr val="tx2"/>
                </a:solidFill>
                <a:latin typeface="黑体" panose="02010609060101010101" pitchFamily="2" charset="-122"/>
                <a:ea typeface="黑体" panose="02010609060101010101" pitchFamily="2" charset="-122"/>
              </a:rPr>
              <a:t>逗留时间:</a:t>
            </a:r>
            <a:r>
              <a:rPr lang="zh-CN" altLang="en-US" b="1" dirty="0"/>
              <a:t> 可以证明, </a:t>
            </a:r>
            <a:r>
              <a:rPr lang="en-US" altLang="zh-CN" b="1"/>
              <a:t>W</a:t>
            </a:r>
            <a:r>
              <a:rPr lang="en-US" altLang="zh-CN" sz="1600" b="1"/>
              <a:t>s</a:t>
            </a:r>
            <a:r>
              <a:rPr lang="zh-CN" altLang="en-US" b="1" dirty="0"/>
              <a:t>服从参数为</a:t>
            </a:r>
            <a:r>
              <a:rPr lang="en-US" altLang="zh-CN" b="1"/>
              <a:t>μ-λ</a:t>
            </a:r>
            <a:r>
              <a:rPr lang="zh-CN" altLang="en-US" b="1" dirty="0"/>
              <a:t>的负指数分布. 则:</a:t>
            </a:r>
            <a:endParaRPr lang="zh-CN" altLang="en-US" b="1" dirty="0"/>
          </a:p>
          <a:p>
            <a:pPr lvl="1"/>
            <a:endParaRPr lang="zh-CN" altLang="en-US" b="1" dirty="0"/>
          </a:p>
          <a:p>
            <a:pPr lvl="1"/>
            <a:endParaRPr lang="zh-CN" altLang="en-US" b="1" dirty="0"/>
          </a:p>
          <a:p>
            <a:pPr lvl="1"/>
            <a:r>
              <a:rPr lang="zh-CN" altLang="en-US" b="1" dirty="0">
                <a:solidFill>
                  <a:schemeClr val="tx2"/>
                </a:solidFill>
                <a:ea typeface="黑体" panose="02010609060101010101" pitchFamily="2" charset="-122"/>
              </a:rPr>
              <a:t>等待时间</a:t>
            </a:r>
            <a:endParaRPr lang="zh-CN" altLang="en-US" b="1" dirty="0">
              <a:solidFill>
                <a:schemeClr val="tx2"/>
              </a:solidFill>
              <a:ea typeface="黑体" panose="02010609060101010101" pitchFamily="2" charset="-122"/>
            </a:endParaRPr>
          </a:p>
          <a:p>
            <a:pPr lvl="1"/>
            <a:endParaRPr lang="zh-CN" altLang="en-US" dirty="0"/>
          </a:p>
        </p:txBody>
      </p:sp>
      <p:graphicFrame>
        <p:nvGraphicFramePr>
          <p:cNvPr id="122884" name="对象 122883"/>
          <p:cNvGraphicFramePr/>
          <p:nvPr/>
        </p:nvGraphicFramePr>
        <p:xfrm>
          <a:off x="4284663" y="2667000"/>
          <a:ext cx="2374900" cy="1117600"/>
        </p:xfrm>
        <a:graphic>
          <a:graphicData uri="http://schemas.openxmlformats.org/presentationml/2006/ole">
            <mc:AlternateContent xmlns:mc="http://schemas.openxmlformats.org/markup-compatibility/2006">
              <mc:Choice xmlns:v="urn:schemas-microsoft-com:vml" Requires="v">
                <p:oleObj spid="_x0000_s3092" name="" r:id="rId1" imgW="761365" imgH="419100" progId="Equation.3">
                  <p:embed/>
                </p:oleObj>
              </mc:Choice>
              <mc:Fallback>
                <p:oleObj name="" r:id="rId1" imgW="761365" imgH="419100" progId="Equation.3">
                  <p:embed/>
                  <p:pic>
                    <p:nvPicPr>
                      <p:cNvPr id="0" name="图片 3091"/>
                      <p:cNvPicPr/>
                      <p:nvPr/>
                    </p:nvPicPr>
                    <p:blipFill>
                      <a:blip r:embed="rId2"/>
                      <a:stretch>
                        <a:fillRect/>
                      </a:stretch>
                    </p:blipFill>
                    <p:spPr>
                      <a:xfrm>
                        <a:off x="4284663" y="2667000"/>
                        <a:ext cx="2374900" cy="1117600"/>
                      </a:xfrm>
                      <a:prstGeom prst="rect">
                        <a:avLst/>
                      </a:prstGeom>
                      <a:noFill/>
                      <a:ln w="38100">
                        <a:noFill/>
                        <a:miter/>
                      </a:ln>
                    </p:spPr>
                  </p:pic>
                </p:oleObj>
              </mc:Fallback>
            </mc:AlternateContent>
          </a:graphicData>
        </a:graphic>
      </p:graphicFrame>
      <p:graphicFrame>
        <p:nvGraphicFramePr>
          <p:cNvPr id="122885" name="对象 122884"/>
          <p:cNvGraphicFramePr/>
          <p:nvPr/>
        </p:nvGraphicFramePr>
        <p:xfrm>
          <a:off x="1979613" y="4941888"/>
          <a:ext cx="4416425" cy="1219200"/>
        </p:xfrm>
        <a:graphic>
          <a:graphicData uri="http://schemas.openxmlformats.org/presentationml/2006/ole">
            <mc:AlternateContent xmlns:mc="http://schemas.openxmlformats.org/markup-compatibility/2006">
              <mc:Choice xmlns:v="urn:schemas-microsoft-com:vml" Requires="v">
                <p:oleObj spid="_x0000_s3087" name="" r:id="rId3" imgW="1346200" imgH="419100" progId="Equation.3">
                  <p:embed/>
                </p:oleObj>
              </mc:Choice>
              <mc:Fallback>
                <p:oleObj name="" r:id="rId3" imgW="1346200" imgH="419100" progId="Equation.3">
                  <p:embed/>
                  <p:pic>
                    <p:nvPicPr>
                      <p:cNvPr id="0" name="图片 3086"/>
                      <p:cNvPicPr/>
                      <p:nvPr/>
                    </p:nvPicPr>
                    <p:blipFill>
                      <a:blip r:embed="rId4"/>
                      <a:stretch>
                        <a:fillRect/>
                      </a:stretch>
                    </p:blipFill>
                    <p:spPr>
                      <a:xfrm>
                        <a:off x="1979613" y="4941888"/>
                        <a:ext cx="4416425" cy="1219200"/>
                      </a:xfrm>
                      <a:prstGeom prst="rect">
                        <a:avLst/>
                      </a:prstGeom>
                      <a:noFill/>
                      <a:ln w="38100">
                        <a:noFill/>
                        <a:miter/>
                      </a:ln>
                    </p:spPr>
                  </p:pic>
                </p:oleObj>
              </mc:Fallback>
            </mc:AlternateContent>
          </a:graphicData>
        </a:graphic>
      </p:graphicFrame>
      <p:graphicFrame>
        <p:nvGraphicFramePr>
          <p:cNvPr id="122887" name="对象 122886"/>
          <p:cNvGraphicFramePr/>
          <p:nvPr/>
        </p:nvGraphicFramePr>
        <p:xfrm>
          <a:off x="3203575" y="4005263"/>
          <a:ext cx="3286125" cy="696912"/>
        </p:xfrm>
        <a:graphic>
          <a:graphicData uri="http://schemas.openxmlformats.org/presentationml/2006/ole">
            <mc:AlternateContent xmlns:mc="http://schemas.openxmlformats.org/markup-compatibility/2006">
              <mc:Choice xmlns:v="urn:schemas-microsoft-com:vml" Requires="v">
                <p:oleObj spid="_x0000_s3088" name="" r:id="rId5" imgW="1002665" imgH="241300" progId="Equation.3">
                  <p:embed/>
                </p:oleObj>
              </mc:Choice>
              <mc:Fallback>
                <p:oleObj name="" r:id="rId5" imgW="1002665" imgH="241300" progId="Equation.3">
                  <p:embed/>
                  <p:pic>
                    <p:nvPicPr>
                      <p:cNvPr id="0" name="图片 3087"/>
                      <p:cNvPicPr/>
                      <p:nvPr/>
                    </p:nvPicPr>
                    <p:blipFill>
                      <a:blip r:embed="rId6"/>
                      <a:stretch>
                        <a:fillRect/>
                      </a:stretch>
                    </p:blipFill>
                    <p:spPr>
                      <a:xfrm>
                        <a:off x="3203575" y="4005263"/>
                        <a:ext cx="3286125" cy="696912"/>
                      </a:xfrm>
                      <a:prstGeom prst="rect">
                        <a:avLst/>
                      </a:prstGeom>
                      <a:noFill/>
                      <a:ln w="38100">
                        <a:noFill/>
                        <a:miter/>
                      </a:ln>
                    </p:spPr>
                  </p:pic>
                </p:oleObj>
              </mc:Fallback>
            </mc:AlternateContent>
          </a:graphicData>
        </a:graphic>
      </p:graphicFrame>
      <p:sp>
        <p:nvSpPr>
          <p:cNvPr id="122888" name="矩形 122887"/>
          <p:cNvSpPr/>
          <p:nvPr/>
        </p:nvSpPr>
        <p:spPr>
          <a:xfrm>
            <a:off x="1403350" y="908050"/>
            <a:ext cx="3384550" cy="720725"/>
          </a:xfrm>
          <a:prstGeom prst="rect">
            <a:avLst/>
          </a:prstGeom>
          <a:solidFill>
            <a:srgbClr val="FFCCFF"/>
          </a:solidFill>
          <a:ln w="9525">
            <a:noFill/>
          </a:ln>
          <a:effectLst>
            <a:outerShdw sy="50000" kx="-2453608" algn="br" rotWithShape="0">
              <a:schemeClr val="bg2">
                <a:alpha val="50000"/>
              </a:schemeClr>
            </a:outerShdw>
          </a:effectLst>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0">
              <a:buNone/>
            </a:pPr>
            <a:r>
              <a:rPr lang="zh-CN" altLang="en-US" sz="3600" b="1" dirty="0">
                <a:solidFill>
                  <a:schemeClr val="tx2"/>
                </a:solidFill>
                <a:latin typeface="Monotype Corsiva" panose="03010101010201010101" pitchFamily="66" charset="0"/>
                <a:ea typeface="隶书" panose="02010509060101010101" pitchFamily="49" charset="-122"/>
              </a:rPr>
              <a:t>计算有关指标</a:t>
            </a:r>
            <a:endParaRPr lang="zh-CN" altLang="en-US" sz="3600" b="1" dirty="0">
              <a:solidFill>
                <a:schemeClr val="tx2"/>
              </a:solidFill>
              <a:latin typeface="Monotype Corsiva" panose="03010101010201010101" pitchFamily="66" charset="0"/>
              <a:ea typeface="隶书" panose="02010509060101010101" pitchFamily="49" charset="-122"/>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22884"/>
                                        </p:tgtEl>
                                        <p:attrNameLst>
                                          <p:attrName>style.visibility</p:attrName>
                                        </p:attrNameLst>
                                      </p:cBhvr>
                                      <p:to>
                                        <p:strVal val="visible"/>
                                      </p:to>
                                    </p:set>
                                    <p:animEffect transition="in" filter="box(out)">
                                      <p:cBhvr>
                                        <p:cTn id="7" dur="500"/>
                                        <p:tgtEl>
                                          <p:spTgt spid="122884"/>
                                        </p:tgtEl>
                                      </p:cBhvr>
                                    </p:animEffect>
                                  </p:childTnLst>
                                  <p:subTnLst>
                                    <p:audio>
                                      <p:cMediaNode>
                                        <p:cTn display="0" masterRel="sameClick">
                                          <p:stCondLst>
                                            <p:cond evt="begin" delay="0">
                                              <p:tn val="5"/>
                                            </p:cond>
                                          </p:stCondLst>
                                          <p:endCondLst>
                                            <p:cond evt="onStopAudio" delay="0">
                                              <p:tgtEl>
                                                <p:sldTgt/>
                                              </p:tgtEl>
                                            </p:cond>
                                          </p:endCondLst>
                                        </p:cTn>
                                        <p:tgtEl>
                                          <p:sndTgt r:embed="rId7"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22887"/>
                                        </p:tgtEl>
                                        <p:attrNameLst>
                                          <p:attrName>style.visibility</p:attrName>
                                        </p:attrNameLst>
                                      </p:cBhvr>
                                      <p:to>
                                        <p:strVal val="visible"/>
                                      </p:to>
                                    </p:set>
                                    <p:animEffect transition="in" filter="box(out)">
                                      <p:cBhvr>
                                        <p:cTn id="12" dur="500"/>
                                        <p:tgtEl>
                                          <p:spTgt spid="122887"/>
                                        </p:tgtEl>
                                      </p:cBhvr>
                                    </p:animEffect>
                                  </p:childTnLst>
                                  <p:subTnLst>
                                    <p:audio>
                                      <p:cMediaNode>
                                        <p:cTn display="0" masterRel="sameClick">
                                          <p:stCondLst>
                                            <p:cond evt="begin" delay="0">
                                              <p:tn val="10"/>
                                            </p:cond>
                                          </p:stCondLst>
                                          <p:endCondLst>
                                            <p:cond evt="onStopAudio" delay="0">
                                              <p:tgtEl>
                                                <p:sldTgt/>
                                              </p:tgtEl>
                                            </p:cond>
                                          </p:endCondLst>
                                        </p:cTn>
                                        <p:tgtEl>
                                          <p:sndTgt r:embed="rId7"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22885"/>
                                        </p:tgtEl>
                                        <p:attrNameLst>
                                          <p:attrName>style.visibility</p:attrName>
                                        </p:attrNameLst>
                                      </p:cBhvr>
                                      <p:to>
                                        <p:strVal val="visible"/>
                                      </p:to>
                                    </p:set>
                                    <p:animEffect transition="in" filter="box(out)">
                                      <p:cBhvr>
                                        <p:cTn id="17" dur="500"/>
                                        <p:tgtEl>
                                          <p:spTgt spid="122885"/>
                                        </p:tgtEl>
                                      </p:cBhvr>
                                    </p:animEffect>
                                  </p:childTnLst>
                                  <p:subTnLst>
                                    <p:audio>
                                      <p:cMediaNode>
                                        <p:cTn display="0" masterRel="sameClick">
                                          <p:stCondLst>
                                            <p:cond evt="begin" delay="0">
                                              <p:tn val="15"/>
                                            </p:cond>
                                          </p:stCondLst>
                                          <p:endCondLst>
                                            <p:cond evt="onStopAudio" delay="0">
                                              <p:tgtEl>
                                                <p:sldTgt/>
                                              </p:tgtEl>
                                            </p:cond>
                                          </p:endCondLst>
                                        </p:cTn>
                                        <p:tgtEl>
                                          <p:sndTgt r:embed="rId7"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17" name="矩形 175116"/>
          <p:cNvSpPr/>
          <p:nvPr/>
        </p:nvSpPr>
        <p:spPr>
          <a:xfrm>
            <a:off x="1403350" y="908050"/>
            <a:ext cx="3384550" cy="720725"/>
          </a:xfrm>
          <a:prstGeom prst="rect">
            <a:avLst/>
          </a:prstGeom>
          <a:solidFill>
            <a:srgbClr val="FFCCFF"/>
          </a:solidFill>
          <a:ln w="9525">
            <a:noFill/>
          </a:ln>
          <a:effectLst>
            <a:outerShdw sy="50000" kx="-2453608" algn="br" rotWithShape="0">
              <a:schemeClr val="bg2">
                <a:alpha val="50000"/>
              </a:schemeClr>
            </a:outerShdw>
          </a:effectLst>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0">
              <a:buNone/>
            </a:pPr>
            <a:r>
              <a:rPr lang="zh-CN" altLang="en-US" sz="3600" b="1" dirty="0">
                <a:solidFill>
                  <a:schemeClr val="tx2"/>
                </a:solidFill>
                <a:latin typeface="Monotype Corsiva" panose="03010101010201010101" pitchFamily="66" charset="0"/>
                <a:ea typeface="隶书" panose="02010509060101010101" pitchFamily="49" charset="-122"/>
              </a:rPr>
              <a:t>计算有关指标</a:t>
            </a:r>
            <a:endParaRPr lang="zh-CN" altLang="en-US" sz="3600" b="1" dirty="0">
              <a:solidFill>
                <a:schemeClr val="tx2"/>
              </a:solidFill>
              <a:latin typeface="Monotype Corsiva" panose="03010101010201010101" pitchFamily="66" charset="0"/>
              <a:ea typeface="隶书" panose="02010509060101010101" pitchFamily="49" charset="-122"/>
            </a:endParaRPr>
          </a:p>
        </p:txBody>
      </p:sp>
      <p:sp>
        <p:nvSpPr>
          <p:cNvPr id="175106" name="内容占位符 175105"/>
          <p:cNvSpPr>
            <a:spLocks noGrp="1"/>
          </p:cNvSpPr>
          <p:nvPr>
            <p:ph/>
          </p:nvPr>
        </p:nvSpPr>
        <p:spPr>
          <a:xfrm>
            <a:off x="1403350" y="3141663"/>
            <a:ext cx="7443788" cy="1001712"/>
          </a:xfrm>
        </p:spPr>
        <p:txBody>
          <a:bodyPr/>
          <a:p>
            <a:r>
              <a:rPr lang="en-US" altLang="zh-CN"/>
              <a:t>Little</a:t>
            </a:r>
            <a:r>
              <a:rPr lang="zh-CN" altLang="en-US" dirty="0"/>
              <a:t>公式（相互关系）</a:t>
            </a:r>
            <a:endParaRPr lang="zh-CN" altLang="en-US" dirty="0"/>
          </a:p>
        </p:txBody>
      </p:sp>
      <p:graphicFrame>
        <p:nvGraphicFramePr>
          <p:cNvPr id="175107" name="对象 175106"/>
          <p:cNvGraphicFramePr/>
          <p:nvPr/>
        </p:nvGraphicFramePr>
        <p:xfrm>
          <a:off x="1692275" y="3789363"/>
          <a:ext cx="5638800" cy="1981200"/>
        </p:xfrm>
        <a:graphic>
          <a:graphicData uri="http://schemas.openxmlformats.org/presentationml/2006/ole">
            <mc:AlternateContent xmlns:mc="http://schemas.openxmlformats.org/markup-compatibility/2006">
              <mc:Choice xmlns:v="urn:schemas-microsoft-com:vml" Requires="v">
                <p:oleObj spid="_x0000_s3094" name="" r:id="rId1" imgW="1955800" imgH="685800" progId="Equation.3">
                  <p:embed/>
                </p:oleObj>
              </mc:Choice>
              <mc:Fallback>
                <p:oleObj name="" r:id="rId1" imgW="1955800" imgH="685800" progId="Equation.3">
                  <p:embed/>
                  <p:pic>
                    <p:nvPicPr>
                      <p:cNvPr id="0" name="图片 3093"/>
                      <p:cNvPicPr/>
                      <p:nvPr/>
                    </p:nvPicPr>
                    <p:blipFill>
                      <a:blip r:embed="rId2"/>
                      <a:stretch>
                        <a:fillRect/>
                      </a:stretch>
                    </p:blipFill>
                    <p:spPr>
                      <a:xfrm>
                        <a:off x="1692275" y="3789363"/>
                        <a:ext cx="5638800" cy="1981200"/>
                      </a:xfrm>
                      <a:prstGeom prst="rect">
                        <a:avLst/>
                      </a:prstGeom>
                      <a:solidFill>
                        <a:srgbClr val="FFFFCC"/>
                      </a:solidFill>
                      <a:ln w="9525" cap="flat" cmpd="sng">
                        <a:solidFill>
                          <a:schemeClr val="tx1"/>
                        </a:solidFill>
                        <a:prstDash val="solid"/>
                        <a:miter/>
                        <a:headEnd type="none" w="med" len="med"/>
                        <a:tailEnd type="none" w="med" len="med"/>
                      </a:ln>
                    </p:spPr>
                  </p:pic>
                </p:oleObj>
              </mc:Fallback>
            </mc:AlternateContent>
          </a:graphicData>
        </a:graphic>
      </p:graphicFrame>
      <p:sp>
        <p:nvSpPr>
          <p:cNvPr id="175108" name="矩形 175107"/>
          <p:cNvSpPr/>
          <p:nvPr/>
        </p:nvSpPr>
        <p:spPr>
          <a:xfrm>
            <a:off x="323850" y="2781300"/>
            <a:ext cx="647700" cy="2159000"/>
          </a:xfrm>
          <a:prstGeom prst="rect">
            <a:avLst/>
          </a:prstGeom>
          <a:solidFill>
            <a:srgbClr val="FF99FF"/>
          </a:solidFill>
          <a:ln w="9525">
            <a:noFill/>
          </a:ln>
        </p:spPr>
        <p:txBody>
          <a:bodyPr lIns="92075" tIns="46038" rIns="92075" bIns="46038"/>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0">
              <a:buNone/>
            </a:pPr>
            <a:r>
              <a:rPr lang="zh-CN" altLang="en-US" sz="3600" b="1" dirty="0">
                <a:ea typeface="黑体" panose="02010609060101010101" pitchFamily="2" charset="-122"/>
              </a:rPr>
              <a:t>小</a:t>
            </a:r>
            <a:endParaRPr lang="zh-CN" altLang="en-US" sz="3600" b="1" dirty="0">
              <a:ea typeface="黑体" panose="02010609060101010101" pitchFamily="2" charset="-122"/>
            </a:endParaRPr>
          </a:p>
          <a:p>
            <a:pPr lvl="0">
              <a:buNone/>
            </a:pPr>
            <a:endParaRPr lang="zh-CN" altLang="en-US" sz="3600" b="1" dirty="0">
              <a:ea typeface="黑体" panose="02010609060101010101" pitchFamily="2" charset="-122"/>
            </a:endParaRPr>
          </a:p>
          <a:p>
            <a:pPr lvl="0">
              <a:buNone/>
            </a:pPr>
            <a:r>
              <a:rPr lang="zh-CN" altLang="en-US" sz="3600" b="1" dirty="0">
                <a:ea typeface="黑体" panose="02010609060101010101" pitchFamily="2" charset="-122"/>
              </a:rPr>
              <a:t>结</a:t>
            </a:r>
            <a:endParaRPr lang="zh-CN" altLang="en-US" sz="3600" b="1" dirty="0">
              <a:ea typeface="黑体" panose="02010609060101010101" pitchFamily="2" charset="-122"/>
            </a:endParaRPr>
          </a:p>
        </p:txBody>
      </p:sp>
      <p:grpSp>
        <p:nvGrpSpPr>
          <p:cNvPr id="175115" name="组合 175114"/>
          <p:cNvGrpSpPr/>
          <p:nvPr/>
        </p:nvGrpSpPr>
        <p:grpSpPr>
          <a:xfrm>
            <a:off x="1403350" y="549275"/>
            <a:ext cx="6408738" cy="2449513"/>
            <a:chOff x="1247" y="527"/>
            <a:chExt cx="4037" cy="1588"/>
          </a:xfrm>
        </p:grpSpPr>
        <p:sp>
          <p:nvSpPr>
            <p:cNvPr id="175114" name="矩形 175113"/>
            <p:cNvSpPr/>
            <p:nvPr/>
          </p:nvSpPr>
          <p:spPr>
            <a:xfrm>
              <a:off x="1247" y="527"/>
              <a:ext cx="4037" cy="1588"/>
            </a:xfrm>
            <a:prstGeom prst="rect">
              <a:avLst/>
            </a:prstGeom>
            <a:solidFill>
              <a:srgbClr val="FFFFCC"/>
            </a:solidFill>
            <a:ln w="9525" cap="flat" cmpd="sng">
              <a:solidFill>
                <a:schemeClr val="tx1"/>
              </a:solidFill>
              <a:prstDash val="solid"/>
              <a:miter/>
              <a:headEnd type="none" w="med" len="med"/>
              <a:tailEnd type="none" w="med" len="med"/>
            </a:ln>
          </p:spPr>
          <p:txBody>
            <a:bodyPr/>
            <a:p>
              <a:endParaRPr lang="zh-CN" altLang="en-US"/>
            </a:p>
          </p:txBody>
        </p:sp>
        <p:graphicFrame>
          <p:nvGraphicFramePr>
            <p:cNvPr id="175109" name="对象 175108"/>
            <p:cNvGraphicFramePr/>
            <p:nvPr/>
          </p:nvGraphicFramePr>
          <p:xfrm>
            <a:off x="1488" y="1344"/>
            <a:ext cx="1296" cy="745"/>
          </p:xfrm>
          <a:graphic>
            <a:graphicData uri="http://schemas.openxmlformats.org/presentationml/2006/ole">
              <mc:AlternateContent xmlns:mc="http://schemas.openxmlformats.org/markup-compatibility/2006">
                <mc:Choice xmlns:v="urn:schemas-microsoft-com:vml" Requires="v">
                  <p:oleObj spid="_x0000_s3097" name="" r:id="rId3" imgW="761365" imgH="419100" progId="Equation.3">
                    <p:embed/>
                  </p:oleObj>
                </mc:Choice>
                <mc:Fallback>
                  <p:oleObj name="" r:id="rId3" imgW="761365" imgH="419100" progId="Equation.3">
                    <p:embed/>
                    <p:pic>
                      <p:nvPicPr>
                        <p:cNvPr id="0" name="图片 3096"/>
                        <p:cNvPicPr/>
                        <p:nvPr/>
                      </p:nvPicPr>
                      <p:blipFill>
                        <a:blip r:embed="rId4"/>
                        <a:stretch>
                          <a:fillRect/>
                        </a:stretch>
                      </p:blipFill>
                      <p:spPr>
                        <a:xfrm>
                          <a:off x="1488" y="1344"/>
                          <a:ext cx="1296" cy="745"/>
                        </a:xfrm>
                        <a:prstGeom prst="rect">
                          <a:avLst/>
                        </a:prstGeom>
                        <a:noFill/>
                        <a:ln w="38100">
                          <a:noFill/>
                          <a:miter/>
                        </a:ln>
                      </p:spPr>
                    </p:pic>
                  </p:oleObj>
                </mc:Fallback>
              </mc:AlternateContent>
            </a:graphicData>
          </a:graphic>
        </p:graphicFrame>
        <p:graphicFrame>
          <p:nvGraphicFramePr>
            <p:cNvPr id="175110" name="对象 175109"/>
            <p:cNvGraphicFramePr/>
            <p:nvPr/>
          </p:nvGraphicFramePr>
          <p:xfrm>
            <a:off x="3264" y="1344"/>
            <a:ext cx="1574" cy="768"/>
          </p:xfrm>
          <a:graphic>
            <a:graphicData uri="http://schemas.openxmlformats.org/presentationml/2006/ole">
              <mc:AlternateContent xmlns:mc="http://schemas.openxmlformats.org/markup-compatibility/2006">
                <mc:Choice xmlns:v="urn:schemas-microsoft-com:vml" Requires="v">
                  <p:oleObj spid="_x0000_s3093" name="" r:id="rId5" imgW="761365" imgH="419100" progId="Equation.3">
                    <p:embed/>
                  </p:oleObj>
                </mc:Choice>
                <mc:Fallback>
                  <p:oleObj name="" r:id="rId5" imgW="761365" imgH="419100" progId="Equation.3">
                    <p:embed/>
                    <p:pic>
                      <p:nvPicPr>
                        <p:cNvPr id="0" name="图片 3092"/>
                        <p:cNvPicPr/>
                        <p:nvPr/>
                      </p:nvPicPr>
                      <p:blipFill>
                        <a:blip r:embed="rId6"/>
                        <a:stretch>
                          <a:fillRect/>
                        </a:stretch>
                      </p:blipFill>
                      <p:spPr>
                        <a:xfrm>
                          <a:off x="3264" y="1344"/>
                          <a:ext cx="1574" cy="768"/>
                        </a:xfrm>
                        <a:prstGeom prst="rect">
                          <a:avLst/>
                        </a:prstGeom>
                        <a:noFill/>
                        <a:ln w="38100">
                          <a:noFill/>
                          <a:miter/>
                        </a:ln>
                      </p:spPr>
                    </p:pic>
                  </p:oleObj>
                </mc:Fallback>
              </mc:AlternateContent>
            </a:graphicData>
          </a:graphic>
        </p:graphicFrame>
        <p:graphicFrame>
          <p:nvGraphicFramePr>
            <p:cNvPr id="175111" name="对象 175110"/>
            <p:cNvGraphicFramePr/>
            <p:nvPr/>
          </p:nvGraphicFramePr>
          <p:xfrm>
            <a:off x="3312" y="576"/>
            <a:ext cx="1305" cy="777"/>
          </p:xfrm>
          <a:graphic>
            <a:graphicData uri="http://schemas.openxmlformats.org/presentationml/2006/ole">
              <mc:AlternateContent xmlns:mc="http://schemas.openxmlformats.org/markup-compatibility/2006">
                <mc:Choice xmlns:v="urn:schemas-microsoft-com:vml" Requires="v">
                  <p:oleObj spid="_x0000_s3095" name="" r:id="rId7" imgW="698500" imgH="419100" progId="Equation.3">
                    <p:embed/>
                  </p:oleObj>
                </mc:Choice>
                <mc:Fallback>
                  <p:oleObj name="" r:id="rId7" imgW="698500" imgH="419100" progId="Equation.3">
                    <p:embed/>
                    <p:pic>
                      <p:nvPicPr>
                        <p:cNvPr id="0" name="图片 3094"/>
                        <p:cNvPicPr/>
                        <p:nvPr/>
                      </p:nvPicPr>
                      <p:blipFill>
                        <a:blip r:embed="rId8"/>
                        <a:stretch>
                          <a:fillRect/>
                        </a:stretch>
                      </p:blipFill>
                      <p:spPr>
                        <a:xfrm>
                          <a:off x="3312" y="576"/>
                          <a:ext cx="1305" cy="777"/>
                        </a:xfrm>
                        <a:prstGeom prst="rect">
                          <a:avLst/>
                        </a:prstGeom>
                        <a:noFill/>
                        <a:ln w="38100">
                          <a:noFill/>
                          <a:miter/>
                        </a:ln>
                      </p:spPr>
                    </p:pic>
                  </p:oleObj>
                </mc:Fallback>
              </mc:AlternateContent>
            </a:graphicData>
          </a:graphic>
        </p:graphicFrame>
        <p:graphicFrame>
          <p:nvGraphicFramePr>
            <p:cNvPr id="175112" name="对象 175111"/>
            <p:cNvGraphicFramePr/>
            <p:nvPr/>
          </p:nvGraphicFramePr>
          <p:xfrm>
            <a:off x="1632" y="576"/>
            <a:ext cx="1152" cy="768"/>
          </p:xfrm>
          <a:graphic>
            <a:graphicData uri="http://schemas.openxmlformats.org/presentationml/2006/ole">
              <mc:AlternateContent xmlns:mc="http://schemas.openxmlformats.org/markup-compatibility/2006">
                <mc:Choice xmlns:v="urn:schemas-microsoft-com:vml" Requires="v">
                  <p:oleObj spid="_x0000_s3096" name="" r:id="rId9" imgW="698500" imgH="419100" progId="Equation.3">
                    <p:embed/>
                  </p:oleObj>
                </mc:Choice>
                <mc:Fallback>
                  <p:oleObj name="" r:id="rId9" imgW="698500" imgH="419100" progId="Equation.3">
                    <p:embed/>
                    <p:pic>
                      <p:nvPicPr>
                        <p:cNvPr id="0" name="图片 3095"/>
                        <p:cNvPicPr/>
                        <p:nvPr/>
                      </p:nvPicPr>
                      <p:blipFill>
                        <a:blip r:embed="rId10"/>
                        <a:stretch>
                          <a:fillRect/>
                        </a:stretch>
                      </p:blipFill>
                      <p:spPr>
                        <a:xfrm>
                          <a:off x="1632" y="576"/>
                          <a:ext cx="1152" cy="768"/>
                        </a:xfrm>
                        <a:prstGeom prst="rect">
                          <a:avLst/>
                        </a:prstGeom>
                        <a:noFill/>
                        <a:ln w="38100">
                          <a:noFill/>
                          <a:miter/>
                        </a:ln>
                      </p:spPr>
                    </p:pic>
                  </p:oleObj>
                </mc:Fallback>
              </mc:AlternateContent>
            </a:graphicData>
          </a:graphic>
        </p:graphicFrame>
      </p:grpSp>
      <p:sp>
        <p:nvSpPr>
          <p:cNvPr id="175118" name="椭圆形标注 175117"/>
          <p:cNvSpPr/>
          <p:nvPr/>
        </p:nvSpPr>
        <p:spPr>
          <a:xfrm>
            <a:off x="1835150" y="5876925"/>
            <a:ext cx="1657350" cy="720725"/>
          </a:xfrm>
          <a:prstGeom prst="wedgeEllipseCallout">
            <a:avLst>
              <a:gd name="adj1" fmla="val 54023"/>
              <a:gd name="adj2" fmla="val -123569"/>
            </a:avLst>
          </a:prstGeom>
          <a:solidFill>
            <a:srgbClr val="FFCCFF"/>
          </a:solidFill>
          <a:ln w="9525" cap="flat" cmpd="sng">
            <a:solidFill>
              <a:schemeClr val="tx1"/>
            </a:solidFill>
            <a:prstDash val="solid"/>
            <a:miter/>
            <a:headEnd type="none" w="med" len="med"/>
            <a:tailEnd type="none" w="med" len="med"/>
          </a:ln>
        </p:spPr>
        <p:txBody>
          <a:bodyPr/>
          <a:p>
            <a:pPr algn="ctr">
              <a:buClrTx/>
            </a:pPr>
            <a:r>
              <a:rPr lang="zh-CN" altLang="en-US" dirty="0">
                <a:solidFill>
                  <a:schemeClr val="tx2"/>
                </a:solidFill>
                <a:latin typeface="Tahoma" panose="020B0604030504040204" pitchFamily="34" charset="0"/>
              </a:rPr>
              <a:t>平均服务时间</a:t>
            </a:r>
            <a:endParaRPr lang="zh-CN" altLang="en-US" dirty="0">
              <a:latin typeface="Tahoma" panose="020B0604030504040204" pitchFamily="34" charset="0"/>
            </a:endParaRPr>
          </a:p>
        </p:txBody>
      </p:sp>
      <p:sp>
        <p:nvSpPr>
          <p:cNvPr id="175121" name="椭圆形标注 175120"/>
          <p:cNvSpPr/>
          <p:nvPr/>
        </p:nvSpPr>
        <p:spPr>
          <a:xfrm>
            <a:off x="4500563" y="5661025"/>
            <a:ext cx="2592387" cy="1196975"/>
          </a:xfrm>
          <a:prstGeom prst="wedgeEllipseCallout">
            <a:avLst>
              <a:gd name="adj1" fmla="val 42833"/>
              <a:gd name="adj2" fmla="val -81167"/>
            </a:avLst>
          </a:prstGeom>
          <a:solidFill>
            <a:srgbClr val="FFCCFF"/>
          </a:solidFill>
          <a:ln w="9525" cap="flat" cmpd="sng">
            <a:solidFill>
              <a:schemeClr val="tx1"/>
            </a:solidFill>
            <a:prstDash val="solid"/>
            <a:miter/>
            <a:headEnd type="none" w="med" len="med"/>
            <a:tailEnd type="none" w="med" len="med"/>
          </a:ln>
        </p:spPr>
        <p:txBody>
          <a:bodyPr/>
          <a:p>
            <a:pPr algn="ctr">
              <a:buClrTx/>
            </a:pPr>
            <a:r>
              <a:rPr lang="zh-CN" altLang="en-US" dirty="0">
                <a:solidFill>
                  <a:schemeClr val="tx2"/>
                </a:solidFill>
                <a:latin typeface="Tahoma" panose="020B0604030504040204" pitchFamily="34" charset="0"/>
              </a:rPr>
              <a:t>平均在忙的服务台数</a:t>
            </a:r>
            <a:r>
              <a:rPr lang="en-US" altLang="zh-CN">
                <a:solidFill>
                  <a:schemeClr val="tx2"/>
                </a:solidFill>
                <a:latin typeface="Tahoma" panose="020B0604030504040204" pitchFamily="34" charset="0"/>
              </a:rPr>
              <a:t>/</a:t>
            </a:r>
            <a:r>
              <a:rPr lang="zh-CN" altLang="en-US" dirty="0">
                <a:solidFill>
                  <a:schemeClr val="tx2"/>
                </a:solidFill>
                <a:latin typeface="Tahoma" panose="020B0604030504040204" pitchFamily="34" charset="0"/>
              </a:rPr>
              <a:t>正在接受服务的顾客数</a:t>
            </a:r>
            <a:endParaRPr lang="zh-CN" altLang="en-US" dirty="0">
              <a:solidFill>
                <a:schemeClr val="tx2"/>
              </a:solidFill>
              <a:latin typeface="Tahoma" panose="020B0604030504040204" pitchFamily="34" charset="0"/>
            </a:endParaRPr>
          </a:p>
        </p:txBody>
      </p:sp>
      <p:sp>
        <p:nvSpPr>
          <p:cNvPr id="175123" name="椭圆形标注 175122"/>
          <p:cNvSpPr/>
          <p:nvPr/>
        </p:nvSpPr>
        <p:spPr>
          <a:xfrm>
            <a:off x="6732588" y="2852738"/>
            <a:ext cx="2087562" cy="720725"/>
          </a:xfrm>
          <a:prstGeom prst="wedgeEllipseCallout">
            <a:avLst>
              <a:gd name="adj1" fmla="val -67644"/>
              <a:gd name="adj2" fmla="val 92509"/>
            </a:avLst>
          </a:prstGeom>
          <a:solidFill>
            <a:srgbClr val="FFCCFF"/>
          </a:solidFill>
          <a:ln w="9525" cap="flat" cmpd="sng">
            <a:solidFill>
              <a:schemeClr val="tx1"/>
            </a:solidFill>
            <a:prstDash val="solid"/>
            <a:miter/>
            <a:headEnd type="none" w="med" len="med"/>
            <a:tailEnd type="none" w="med" len="med"/>
          </a:ln>
        </p:spPr>
        <p:txBody>
          <a:bodyPr/>
          <a:p>
            <a:pPr algn="ctr">
              <a:buClrTx/>
            </a:pPr>
            <a:r>
              <a:rPr lang="zh-CN" altLang="en-US" dirty="0">
                <a:solidFill>
                  <a:schemeClr val="tx2"/>
                </a:solidFill>
                <a:latin typeface="Tahoma" panose="020B0604030504040204" pitchFamily="34" charset="0"/>
              </a:rPr>
              <a:t>有效到达率</a:t>
            </a:r>
            <a:endParaRPr lang="zh-CN" altLang="en-US" dirty="0">
              <a:latin typeface="Tahoma" panose="020B0604030504040204" pitchFamily="34" charset="0"/>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5115"/>
                                        </p:tgtEl>
                                        <p:attrNameLst>
                                          <p:attrName>style.visibility</p:attrName>
                                        </p:attrNameLst>
                                      </p:cBhvr>
                                      <p:to>
                                        <p:strVal val="visible"/>
                                      </p:to>
                                    </p:set>
                                    <p:animEffect transition="in" filter="blinds(horizontal)">
                                      <p:cBhvr>
                                        <p:cTn id="7" dur="500"/>
                                        <p:tgtEl>
                                          <p:spTgt spid="17511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175106"/>
                                        </p:tgtEl>
                                        <p:attrNameLst>
                                          <p:attrName>style.visibility</p:attrName>
                                        </p:attrNameLst>
                                      </p:cBhvr>
                                      <p:to>
                                        <p:strVal val="visible"/>
                                      </p:to>
                                    </p:set>
                                    <p:anim calcmode="lin" valueType="num">
                                      <p:cBhvr additive="base">
                                        <p:cTn id="12" dur="500" fill="hold"/>
                                        <p:tgtEl>
                                          <p:spTgt spid="175106"/>
                                        </p:tgtEl>
                                        <p:attrNameLst>
                                          <p:attrName>ppt_x</p:attrName>
                                        </p:attrNameLst>
                                      </p:cBhvr>
                                      <p:tavLst>
                                        <p:tav tm="0">
                                          <p:val>
                                            <p:strVal val="0-#ppt_w/2"/>
                                          </p:val>
                                        </p:tav>
                                        <p:tav tm="100000">
                                          <p:val>
                                            <p:strVal val="#ppt_x"/>
                                          </p:val>
                                        </p:tav>
                                      </p:tavLst>
                                    </p:anim>
                                    <p:anim calcmode="lin" valueType="num">
                                      <p:cBhvr additive="base">
                                        <p:cTn id="13" dur="500" fill="hold"/>
                                        <p:tgtEl>
                                          <p:spTgt spid="17510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11" name="WHOOSH.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75107"/>
                                        </p:tgtEl>
                                        <p:attrNameLst>
                                          <p:attrName>style.visibility</p:attrName>
                                        </p:attrNameLst>
                                      </p:cBhvr>
                                      <p:to>
                                        <p:strVal val="visible"/>
                                      </p:to>
                                    </p:set>
                                    <p:animEffect transition="in" filter="box(out)">
                                      <p:cBhvr>
                                        <p:cTn id="18" dur="500"/>
                                        <p:tgtEl>
                                          <p:spTgt spid="175107"/>
                                        </p:tgtEl>
                                      </p:cBhvr>
                                    </p:animEffect>
                                  </p:childTnLst>
                                  <p:subTnLst>
                                    <p:audio>
                                      <p:cMediaNode>
                                        <p:cTn display="0" masterRel="sameClick">
                                          <p:stCondLst>
                                            <p:cond evt="begin" delay="0">
                                              <p:tn val="16"/>
                                            </p:cond>
                                          </p:stCondLst>
                                          <p:endCondLst>
                                            <p:cond evt="onStopAudio" delay="0">
                                              <p:tgtEl>
                                                <p:sldTgt/>
                                              </p:tgtEl>
                                            </p:cond>
                                          </p:endCondLst>
                                        </p:cTn>
                                        <p:tgtEl>
                                          <p:sndTgt r:embed="rId1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1" nodeType="clickEffect">
                                  <p:stCondLst>
                                    <p:cond delay="0"/>
                                  </p:stCondLst>
                                  <p:iterate type="lt">
                                    <p:tmPct val="0"/>
                                  </p:iterate>
                                  <p:childTnLst>
                                    <p:set>
                                      <p:cBhvr>
                                        <p:cTn id="22" dur="1" fill="hold">
                                          <p:stCondLst>
                                            <p:cond delay="0"/>
                                          </p:stCondLst>
                                        </p:cTn>
                                        <p:tgtEl>
                                          <p:spTgt spid="175123"/>
                                        </p:tgtEl>
                                        <p:attrNameLst>
                                          <p:attrName>style.visibility</p:attrName>
                                        </p:attrNameLst>
                                      </p:cBhvr>
                                      <p:to>
                                        <p:strVal val="visible"/>
                                      </p:to>
                                    </p:set>
                                    <p:animEffect transition="in" filter="wipe(left)">
                                      <p:cBhvr>
                                        <p:cTn id="23" dur="500"/>
                                        <p:tgtEl>
                                          <p:spTgt spid="17512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2" fill="hold" grpId="1" nodeType="clickEffect">
                                  <p:stCondLst>
                                    <p:cond delay="0"/>
                                  </p:stCondLst>
                                  <p:iterate type="lt">
                                    <p:tmPct val="0"/>
                                  </p:iterate>
                                  <p:childTnLst>
                                    <p:set>
                                      <p:cBhvr>
                                        <p:cTn id="27" dur="1" fill="hold">
                                          <p:stCondLst>
                                            <p:cond delay="0"/>
                                          </p:stCondLst>
                                        </p:cTn>
                                        <p:tgtEl>
                                          <p:spTgt spid="175118"/>
                                        </p:tgtEl>
                                        <p:attrNameLst>
                                          <p:attrName>style.visibility</p:attrName>
                                        </p:attrNameLst>
                                      </p:cBhvr>
                                      <p:to>
                                        <p:strVal val="visible"/>
                                      </p:to>
                                    </p:set>
                                    <p:animEffect transition="in" filter="wipe(right)">
                                      <p:cBhvr>
                                        <p:cTn id="28" dur="500"/>
                                        <p:tgtEl>
                                          <p:spTgt spid="17511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1" nodeType="clickEffect">
                                  <p:stCondLst>
                                    <p:cond delay="0"/>
                                  </p:stCondLst>
                                  <p:iterate type="lt">
                                    <p:tmPct val="0"/>
                                  </p:iterate>
                                  <p:childTnLst>
                                    <p:set>
                                      <p:cBhvr>
                                        <p:cTn id="32" dur="1" fill="hold">
                                          <p:stCondLst>
                                            <p:cond delay="0"/>
                                          </p:stCondLst>
                                        </p:cTn>
                                        <p:tgtEl>
                                          <p:spTgt spid="175121"/>
                                        </p:tgtEl>
                                        <p:attrNameLst>
                                          <p:attrName>style.visibility</p:attrName>
                                        </p:attrNameLst>
                                      </p:cBhvr>
                                      <p:to>
                                        <p:strVal val="visible"/>
                                      </p:to>
                                    </p:set>
                                    <p:animEffect transition="in" filter="wipe(down)">
                                      <p:cBhvr>
                                        <p:cTn id="33" dur="500"/>
                                        <p:tgtEl>
                                          <p:spTgt spid="175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106" grpId="0"/>
      <p:bldP spid="175118" grpId="1" animBg="1"/>
      <p:bldP spid="175121" grpId="1" animBg="1"/>
      <p:bldP spid="175123" grpId="1"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9443" name="文本占位符 189442"/>
          <p:cNvSpPr>
            <a:spLocks noGrp="1"/>
          </p:cNvSpPr>
          <p:nvPr>
            <p:ph type="body" idx="1"/>
          </p:nvPr>
        </p:nvSpPr>
        <p:spPr>
          <a:xfrm>
            <a:off x="900113" y="2708275"/>
            <a:ext cx="6696075" cy="1150938"/>
          </a:xfrm>
        </p:spPr>
        <p:txBody>
          <a:bodyPr/>
          <a:p>
            <a:r>
              <a:rPr lang="zh-CN" altLang="en-US" sz="2800" dirty="0"/>
              <a:t>平均忙期 </a:t>
            </a:r>
            <a:r>
              <a:rPr lang="en-US" altLang="zh-CN" sz="2800" u="sng"/>
              <a:t>B</a:t>
            </a:r>
            <a:r>
              <a:rPr lang="en-US" altLang="zh-CN" sz="2800"/>
              <a:t> ,  </a:t>
            </a:r>
            <a:r>
              <a:rPr lang="zh-CN" altLang="en-US" sz="2800" dirty="0"/>
              <a:t>忙期出现的概率</a:t>
            </a:r>
            <a:r>
              <a:rPr lang="zh-CN" altLang="en-US" sz="2800" dirty="0">
                <a:sym typeface="Symbol" panose="05050102010706020507" pitchFamily="18" charset="2"/>
              </a:rPr>
              <a:t></a:t>
            </a:r>
            <a:endParaRPr lang="zh-CN" altLang="zh-CN" sz="2800" dirty="0">
              <a:sym typeface="Symbol" panose="05050102010706020507" pitchFamily="18" charset="2"/>
            </a:endParaRPr>
          </a:p>
          <a:p>
            <a:r>
              <a:rPr lang="zh-CN" altLang="en-US" sz="2800" dirty="0"/>
              <a:t>平均闲期 </a:t>
            </a:r>
            <a:r>
              <a:rPr lang="en-US" altLang="zh-CN" sz="2800" u="sng"/>
              <a:t>I </a:t>
            </a:r>
            <a:r>
              <a:rPr lang="en-US" altLang="zh-CN" sz="2800"/>
              <a:t>, </a:t>
            </a:r>
            <a:r>
              <a:rPr lang="zh-CN" altLang="en-US" sz="2800" dirty="0"/>
              <a:t>闲期出现的概率 </a:t>
            </a:r>
            <a:r>
              <a:rPr lang="en-US" altLang="zh-CN" sz="2800"/>
              <a:t>(1-</a:t>
            </a:r>
            <a:r>
              <a:rPr lang="en-US" altLang="zh-CN" sz="2800">
                <a:sym typeface="Symbol" panose="05050102010706020507" pitchFamily="18" charset="2"/>
              </a:rPr>
              <a:t>)</a:t>
            </a:r>
            <a:endParaRPr lang="en-US" altLang="zh-CN" sz="2800" u="sng"/>
          </a:p>
        </p:txBody>
      </p:sp>
      <p:sp>
        <p:nvSpPr>
          <p:cNvPr id="189444" name="矩形 189443"/>
          <p:cNvSpPr/>
          <p:nvPr/>
        </p:nvSpPr>
        <p:spPr>
          <a:xfrm>
            <a:off x="900113" y="3860800"/>
            <a:ext cx="5256212" cy="719138"/>
          </a:xfrm>
          <a:prstGeom prst="rect">
            <a:avLst/>
          </a:prstGeom>
          <a:noFill/>
          <a:ln w="9525">
            <a:noFill/>
          </a:ln>
        </p:spPr>
        <p:txBody>
          <a:bodyPr lIns="92075" tIns="46038" rIns="92075" bIns="46038"/>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0"/>
            <a:r>
              <a:rPr lang="zh-CN" altLang="en-US" sz="2800" b="0" dirty="0"/>
              <a:t>忙期 </a:t>
            </a:r>
            <a:r>
              <a:rPr lang="en-US" altLang="zh-CN" sz="2800" b="0" u="sng"/>
              <a:t>B </a:t>
            </a:r>
            <a:r>
              <a:rPr lang="en-US" altLang="zh-CN" sz="2800" b="0"/>
              <a:t>: </a:t>
            </a:r>
            <a:r>
              <a:rPr lang="zh-CN" altLang="en-US" sz="2800" b="0" dirty="0"/>
              <a:t>闲期 </a:t>
            </a:r>
            <a:r>
              <a:rPr lang="en-US" altLang="zh-CN" sz="2800" b="0" u="sng"/>
              <a:t>I </a:t>
            </a:r>
            <a:r>
              <a:rPr lang="en-US" altLang="zh-CN" sz="2800" b="0"/>
              <a:t>= </a:t>
            </a:r>
            <a:r>
              <a:rPr lang="zh-CN" altLang="en-US" sz="2800" b="0" dirty="0">
                <a:sym typeface="Symbol" panose="05050102010706020507" pitchFamily="18" charset="2"/>
              </a:rPr>
              <a:t> </a:t>
            </a:r>
            <a:r>
              <a:rPr lang="en-US" altLang="zh-CN" sz="2800" b="0"/>
              <a:t>:</a:t>
            </a:r>
            <a:r>
              <a:rPr lang="zh-CN" altLang="en-US" sz="2800" b="0" dirty="0"/>
              <a:t> </a:t>
            </a:r>
            <a:r>
              <a:rPr lang="en-US" altLang="zh-CN" sz="2800" b="0"/>
              <a:t>(1-</a:t>
            </a:r>
            <a:r>
              <a:rPr lang="en-US" altLang="zh-CN" sz="2800" b="0">
                <a:sym typeface="Symbol" panose="05050102010706020507" pitchFamily="18" charset="2"/>
              </a:rPr>
              <a:t>)</a:t>
            </a:r>
            <a:endParaRPr lang="en-US" altLang="zh-CN" sz="2800" b="0">
              <a:sym typeface="Symbol" panose="05050102010706020507" pitchFamily="18" charset="2"/>
            </a:endParaRPr>
          </a:p>
        </p:txBody>
      </p:sp>
      <p:sp>
        <p:nvSpPr>
          <p:cNvPr id="189445" name="矩形 189444"/>
          <p:cNvSpPr/>
          <p:nvPr/>
        </p:nvSpPr>
        <p:spPr>
          <a:xfrm>
            <a:off x="900113" y="4581525"/>
            <a:ext cx="3743325" cy="576263"/>
          </a:xfrm>
          <a:prstGeom prst="rect">
            <a:avLst/>
          </a:prstGeom>
          <a:noFill/>
          <a:ln w="9525">
            <a:noFill/>
          </a:ln>
        </p:spPr>
        <p:txBody>
          <a:bodyPr lIns="92075" tIns="46038" rIns="92075" bIns="46038"/>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0"/>
            <a:r>
              <a:rPr lang="zh-CN" altLang="en-US" sz="2800" b="0" dirty="0"/>
              <a:t>平均闲期 </a:t>
            </a:r>
            <a:r>
              <a:rPr lang="en-US" altLang="zh-CN" sz="2800" b="0" u="sng"/>
              <a:t>I </a:t>
            </a:r>
            <a:r>
              <a:rPr lang="en-US" altLang="zh-CN" sz="2800" b="0">
                <a:sym typeface="Symbol" panose="05050102010706020507" pitchFamily="18" charset="2"/>
              </a:rPr>
              <a:t>= 1 / </a:t>
            </a:r>
            <a:r>
              <a:rPr lang="zh-CN" altLang="en-US" sz="2800" b="0" dirty="0">
                <a:sym typeface="Symbol" panose="05050102010706020507" pitchFamily="18" charset="2"/>
              </a:rPr>
              <a:t></a:t>
            </a:r>
            <a:endParaRPr lang="zh-CN" altLang="en-US" sz="2800" b="0" dirty="0">
              <a:sym typeface="Symbol" panose="05050102010706020507" pitchFamily="18" charset="2"/>
            </a:endParaRPr>
          </a:p>
        </p:txBody>
      </p:sp>
      <p:sp>
        <p:nvSpPr>
          <p:cNvPr id="189448" name="椭圆形标注 189447"/>
          <p:cNvSpPr/>
          <p:nvPr/>
        </p:nvSpPr>
        <p:spPr>
          <a:xfrm>
            <a:off x="4716463" y="4724400"/>
            <a:ext cx="4211637" cy="1873250"/>
          </a:xfrm>
          <a:prstGeom prst="wedgeEllipseCallout">
            <a:avLst>
              <a:gd name="adj1" fmla="val -80495"/>
              <a:gd name="adj2" fmla="val -31778"/>
            </a:avLst>
          </a:prstGeom>
          <a:solidFill>
            <a:srgbClr val="CCFF99"/>
          </a:solidFill>
          <a:ln w="9525" cap="flat" cmpd="sng">
            <a:solidFill>
              <a:schemeClr val="tx1"/>
            </a:solidFill>
            <a:prstDash val="solid"/>
            <a:miter/>
            <a:headEnd type="none" w="med" len="med"/>
            <a:tailEnd type="none" w="med" len="med"/>
          </a:ln>
        </p:spPr>
        <p:txBody>
          <a:bodyPr/>
          <a:p>
            <a:pPr algn="ctr" eaLnBrk="0" hangingPunct="0"/>
            <a:r>
              <a:rPr lang="zh-CN" altLang="en-US" sz="2400" dirty="0">
                <a:solidFill>
                  <a:schemeClr val="bg2"/>
                </a:solidFill>
                <a:latin typeface="楷体_GB2312" pitchFamily="49" charset="-122"/>
                <a:ea typeface="楷体_GB2312" pitchFamily="49" charset="-122"/>
              </a:rPr>
              <a:t>闲期的分布与顾客到达时间间隔的相同</a:t>
            </a:r>
            <a:r>
              <a:rPr lang="en-US" altLang="zh-CN" sz="2400">
                <a:solidFill>
                  <a:schemeClr val="bg2"/>
                </a:solidFill>
                <a:latin typeface="楷体_GB2312" pitchFamily="49" charset="-122"/>
                <a:ea typeface="楷体_GB2312" pitchFamily="49" charset="-122"/>
              </a:rPr>
              <a:t>----</a:t>
            </a:r>
            <a:r>
              <a:rPr lang="zh-CN" altLang="en-US" sz="2400" dirty="0">
                <a:solidFill>
                  <a:schemeClr val="bg2"/>
                </a:solidFill>
                <a:latin typeface="楷体_GB2312" pitchFamily="49" charset="-122"/>
                <a:ea typeface="楷体_GB2312" pitchFamily="49" charset="-122"/>
              </a:rPr>
              <a:t>服从参数为</a:t>
            </a:r>
            <a:r>
              <a:rPr lang="zh-CN" altLang="en-US" sz="2400" dirty="0">
                <a:solidFill>
                  <a:schemeClr val="bg2"/>
                </a:solidFill>
                <a:latin typeface="楷体_GB2312" pitchFamily="49" charset="-122"/>
                <a:ea typeface="楷体_GB2312" pitchFamily="49" charset="-122"/>
                <a:sym typeface="Symbol" panose="05050102010706020507" pitchFamily="18" charset="2"/>
              </a:rPr>
              <a:t>的负指数分布</a:t>
            </a:r>
            <a:endParaRPr lang="zh-CN" altLang="en-US" sz="2400" dirty="0">
              <a:solidFill>
                <a:schemeClr val="bg2"/>
              </a:solidFill>
              <a:latin typeface="楷体_GB2312" pitchFamily="49" charset="-122"/>
              <a:ea typeface="楷体_GB2312" pitchFamily="49" charset="-122"/>
              <a:sym typeface="Symbol" panose="05050102010706020507" pitchFamily="18" charset="2"/>
            </a:endParaRPr>
          </a:p>
        </p:txBody>
      </p:sp>
      <p:sp>
        <p:nvSpPr>
          <p:cNvPr id="189449" name="矩形 189448"/>
          <p:cNvSpPr/>
          <p:nvPr/>
        </p:nvSpPr>
        <p:spPr>
          <a:xfrm>
            <a:off x="1403350" y="908050"/>
            <a:ext cx="3384550" cy="720725"/>
          </a:xfrm>
          <a:prstGeom prst="rect">
            <a:avLst/>
          </a:prstGeom>
          <a:solidFill>
            <a:srgbClr val="FFCCFF"/>
          </a:solidFill>
          <a:ln w="9525">
            <a:noFill/>
          </a:ln>
          <a:effectLst>
            <a:outerShdw sy="50000" kx="-2453608" algn="br" rotWithShape="0">
              <a:schemeClr val="bg2">
                <a:alpha val="50000"/>
              </a:schemeClr>
            </a:outerShdw>
          </a:effectLst>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0">
              <a:buNone/>
            </a:pPr>
            <a:r>
              <a:rPr lang="zh-CN" altLang="en-US" sz="3600" b="1" dirty="0">
                <a:solidFill>
                  <a:schemeClr val="tx2"/>
                </a:solidFill>
                <a:latin typeface="Monotype Corsiva" panose="03010101010201010101" pitchFamily="66" charset="0"/>
                <a:ea typeface="隶书" panose="02010509060101010101" pitchFamily="49" charset="-122"/>
              </a:rPr>
              <a:t>计算有关指标</a:t>
            </a:r>
            <a:endParaRPr lang="zh-CN" altLang="en-US" sz="3600" b="1" dirty="0">
              <a:solidFill>
                <a:schemeClr val="tx2"/>
              </a:solidFill>
              <a:latin typeface="Monotype Corsiva" panose="03010101010201010101" pitchFamily="66" charset="0"/>
              <a:ea typeface="隶书" panose="02010509060101010101" pitchFamily="49" charset="-122"/>
            </a:endParaRPr>
          </a:p>
        </p:txBody>
      </p:sp>
      <p:sp>
        <p:nvSpPr>
          <p:cNvPr id="189450" name="矩形 189449"/>
          <p:cNvSpPr/>
          <p:nvPr/>
        </p:nvSpPr>
        <p:spPr>
          <a:xfrm>
            <a:off x="827088" y="1844675"/>
            <a:ext cx="3419475" cy="63817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1"/>
            <a:r>
              <a:rPr lang="zh-CN" altLang="en-US" b="1" dirty="0">
                <a:solidFill>
                  <a:schemeClr val="tx2"/>
                </a:solidFill>
                <a:latin typeface="黑体" panose="02010609060101010101" pitchFamily="2" charset="-122"/>
                <a:ea typeface="黑体" panose="02010609060101010101" pitchFamily="2" charset="-122"/>
              </a:rPr>
              <a:t>忙期与闲期 </a:t>
            </a:r>
            <a:endParaRPr lang="zh-CN" altLang="en-US" dirty="0">
              <a:solidFill>
                <a:schemeClr val="tx2"/>
              </a:solidFill>
              <a:latin typeface="黑体" panose="02010609060101010101" pitchFamily="2" charset="-122"/>
              <a:ea typeface="黑体" panose="02010609060101010101" pitchFamily="2" charset="-122"/>
            </a:endParaRPr>
          </a:p>
        </p:txBody>
      </p:sp>
      <p:sp>
        <p:nvSpPr>
          <p:cNvPr id="189462" name="云形标注 189461"/>
          <p:cNvSpPr/>
          <p:nvPr/>
        </p:nvSpPr>
        <p:spPr>
          <a:xfrm>
            <a:off x="1331913" y="5300663"/>
            <a:ext cx="1655762" cy="1081087"/>
          </a:xfrm>
          <a:prstGeom prst="cloudCallout">
            <a:avLst>
              <a:gd name="adj1" fmla="val 63037"/>
              <a:gd name="adj2" fmla="val -78343"/>
            </a:avLst>
          </a:prstGeom>
          <a:solidFill>
            <a:srgbClr val="FFFFCC"/>
          </a:solidFill>
          <a:ln w="9525" cap="flat" cmpd="sng">
            <a:solidFill>
              <a:schemeClr val="tx1"/>
            </a:solidFill>
            <a:prstDash val="solid"/>
            <a:headEnd type="none" w="med" len="med"/>
            <a:tailEnd type="none" w="med" len="med"/>
          </a:ln>
        </p:spPr>
        <p:txBody>
          <a:bodyPr/>
          <a:p>
            <a:pPr algn="ctr">
              <a:buClrTx/>
            </a:pPr>
            <a:r>
              <a:rPr lang="en-US" altLang="zh-CN" sz="2800" b="0">
                <a:solidFill>
                  <a:schemeClr val="hlink"/>
                </a:solidFill>
                <a:latin typeface="Tahoma" panose="020B0604030504040204" pitchFamily="34" charset="0"/>
              </a:rPr>
              <a:t>WHY</a:t>
            </a:r>
            <a:endParaRPr lang="en-US" altLang="zh-CN" sz="2800" b="0">
              <a:solidFill>
                <a:schemeClr val="hlink"/>
              </a:solidFill>
              <a:latin typeface="Tahoma" panose="020B0604030504040204" pitchFamily="34" charset="0"/>
            </a:endParaRPr>
          </a:p>
          <a:p>
            <a:pPr algn="ctr">
              <a:buClrTx/>
            </a:pPr>
            <a:r>
              <a:rPr lang="en-US" altLang="zh-CN" sz="2800" b="0">
                <a:solidFill>
                  <a:schemeClr val="hlink"/>
                </a:solidFill>
                <a:latin typeface="Tahoma" panose="020B0604030504040204" pitchFamily="34" charset="0"/>
              </a:rPr>
              <a:t>?</a:t>
            </a:r>
            <a:endParaRPr lang="en-US" altLang="zh-CN" sz="2800" b="0">
              <a:solidFill>
                <a:schemeClr val="hlink"/>
              </a:solidFill>
              <a:latin typeface="Tahoma" panose="020B0604030504040204" pitchFamily="34" charset="0"/>
            </a:endParaRPr>
          </a:p>
        </p:txBody>
      </p:sp>
      <p:sp>
        <p:nvSpPr>
          <p:cNvPr id="189463" name="圆角矩形标注 189462"/>
          <p:cNvSpPr/>
          <p:nvPr/>
        </p:nvSpPr>
        <p:spPr>
          <a:xfrm>
            <a:off x="6372225" y="2060575"/>
            <a:ext cx="1512888" cy="431800"/>
          </a:xfrm>
          <a:prstGeom prst="wedgeRoundRectCallout">
            <a:avLst>
              <a:gd name="adj1" fmla="val -56926"/>
              <a:gd name="adj2" fmla="val 148162"/>
              <a:gd name="adj3" fmla="val 16667"/>
            </a:avLst>
          </a:prstGeom>
          <a:solidFill>
            <a:srgbClr val="FFFFCC"/>
          </a:solidFill>
          <a:ln w="9525" cap="flat" cmpd="sng">
            <a:solidFill>
              <a:schemeClr val="tx1"/>
            </a:solidFill>
            <a:prstDash val="solid"/>
            <a:miter/>
            <a:headEnd type="none" w="med" len="med"/>
            <a:tailEnd type="none" w="med" len="med"/>
          </a:ln>
        </p:spPr>
        <p:txBody>
          <a:bodyPr/>
          <a:p>
            <a:pPr algn="ctr">
              <a:buClrTx/>
            </a:pPr>
            <a:r>
              <a:rPr lang="en-US" altLang="zh-CN">
                <a:latin typeface="Tahoma" panose="020B0604030504040204" pitchFamily="34" charset="0"/>
              </a:rPr>
              <a:t>1-P</a:t>
            </a:r>
            <a:r>
              <a:rPr lang="en-US" altLang="zh-CN" baseline="-25000">
                <a:latin typeface="Tahoma" panose="020B0604030504040204" pitchFamily="34" charset="0"/>
              </a:rPr>
              <a:t>0</a:t>
            </a:r>
            <a:r>
              <a:rPr lang="en-US" altLang="zh-CN">
                <a:latin typeface="Tahoma" panose="020B0604030504040204" pitchFamily="34" charset="0"/>
              </a:rPr>
              <a:t>=</a:t>
            </a:r>
            <a:r>
              <a:rPr lang="en-US" altLang="zh-CN">
                <a:latin typeface="Tahoma" panose="020B0604030504040204" pitchFamily="34" charset="0"/>
                <a:sym typeface="Symbol" panose="05050102010706020507" pitchFamily="18" charset="2"/>
              </a:rPr>
              <a:t></a:t>
            </a:r>
            <a:endParaRPr lang="en-US" altLang="zh-CN">
              <a:latin typeface="Tahoma" panose="020B0604030504040204" pitchFamily="34" charset="0"/>
              <a:sym typeface="Symbol" panose="05050102010706020507" pitchFamily="18" charset="2"/>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9443">
                                            <p:txEl>
                                              <p:charRg st="0" end="19"/>
                                            </p:txEl>
                                          </p:spTgt>
                                        </p:tgtEl>
                                        <p:attrNameLst>
                                          <p:attrName>style.visibility</p:attrName>
                                        </p:attrNameLst>
                                      </p:cBhvr>
                                      <p:to>
                                        <p:strVal val="visible"/>
                                      </p:to>
                                    </p:set>
                                    <p:animEffect transition="in" filter="blinds(horizontal)">
                                      <p:cBhvr>
                                        <p:cTn id="7" dur="500"/>
                                        <p:tgtEl>
                                          <p:spTgt spid="189443">
                                            <p:txEl>
                                              <p:charRg st="0" end="1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9443">
                                            <p:txEl>
                                              <p:charRg st="19" end="42"/>
                                            </p:txEl>
                                          </p:spTgt>
                                        </p:tgtEl>
                                        <p:attrNameLst>
                                          <p:attrName>style.visibility</p:attrName>
                                        </p:attrNameLst>
                                      </p:cBhvr>
                                      <p:to>
                                        <p:strVal val="visible"/>
                                      </p:to>
                                    </p:set>
                                    <p:animEffect transition="in" filter="blinds(horizontal)">
                                      <p:cBhvr>
                                        <p:cTn id="12" dur="500"/>
                                        <p:tgtEl>
                                          <p:spTgt spid="189443">
                                            <p:txEl>
                                              <p:charRg st="19" end="4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89463"/>
                                        </p:tgtEl>
                                        <p:attrNameLst>
                                          <p:attrName>style.visibility</p:attrName>
                                        </p:attrNameLst>
                                      </p:cBhvr>
                                      <p:to>
                                        <p:strVal val="visible"/>
                                      </p:to>
                                    </p:set>
                                    <p:animEffect transition="in" filter="wipe(down)">
                                      <p:cBhvr>
                                        <p:cTn id="17" dur="500"/>
                                        <p:tgtEl>
                                          <p:spTgt spid="18946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89444"/>
                                        </p:tgtEl>
                                        <p:attrNameLst>
                                          <p:attrName>style.visibility</p:attrName>
                                        </p:attrNameLst>
                                      </p:cBhvr>
                                      <p:to>
                                        <p:strVal val="visible"/>
                                      </p:to>
                                    </p:set>
                                    <p:animEffect transition="in" filter="wipe(down)">
                                      <p:cBhvr>
                                        <p:cTn id="22" dur="500"/>
                                        <p:tgtEl>
                                          <p:spTgt spid="189444"/>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189445">
                                            <p:txEl>
                                              <p:charRg st="0" end="15"/>
                                            </p:txEl>
                                          </p:spTgt>
                                        </p:tgtEl>
                                        <p:attrNameLst>
                                          <p:attrName>style.visibility</p:attrName>
                                        </p:attrNameLst>
                                      </p:cBhvr>
                                      <p:to>
                                        <p:strVal val="visible"/>
                                      </p:to>
                                    </p:set>
                                    <p:animEffect transition="in" filter="diamond(in)">
                                      <p:cBhvr>
                                        <p:cTn id="27" dur="2000"/>
                                        <p:tgtEl>
                                          <p:spTgt spid="189445">
                                            <p:txEl>
                                              <p:charRg st="0" end="1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1" presetClass="entr" presetSubtype="0" fill="hold" grpId="0" nodeType="clickEffect">
                                  <p:stCondLst>
                                    <p:cond delay="0"/>
                                  </p:stCondLst>
                                  <p:childTnLst>
                                    <p:set>
                                      <p:cBhvr>
                                        <p:cTn id="31" dur="1000">
                                          <p:stCondLst>
                                            <p:cond delay="0"/>
                                          </p:stCondLst>
                                        </p:cTn>
                                        <p:tgtEl>
                                          <p:spTgt spid="189462"/>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grpId="0" nodeType="clickEffect">
                                  <p:stCondLst>
                                    <p:cond delay="0"/>
                                  </p:stCondLst>
                                  <p:childTnLst>
                                    <p:set>
                                      <p:cBhvr>
                                        <p:cTn id="35" dur="1" fill="hold">
                                          <p:stCondLst>
                                            <p:cond delay="0"/>
                                          </p:stCondLst>
                                        </p:cTn>
                                        <p:tgtEl>
                                          <p:spTgt spid="189448"/>
                                        </p:tgtEl>
                                        <p:attrNameLst>
                                          <p:attrName>style.visibility</p:attrName>
                                        </p:attrNameLst>
                                      </p:cBhvr>
                                      <p:to>
                                        <p:strVal val="visible"/>
                                      </p:to>
                                    </p:set>
                                    <p:animEffect transition="in" filter="wipe(right)">
                                      <p:cBhvr>
                                        <p:cTn id="36" dur="500"/>
                                        <p:tgtEl>
                                          <p:spTgt spid="189448"/>
                                        </p:tgtEl>
                                      </p:cBhvr>
                                    </p:animEffect>
                                  </p:childTnLst>
                                </p:cTn>
                              </p:par>
                            </p:childTnLst>
                          </p:cTn>
                        </p:par>
                      </p:childTnLst>
                    </p:cTn>
                  </p:par>
                  <p:par>
                    <p:cTn id="37" fill="hold">
                      <p:stCondLst>
                        <p:cond delay="indefinite"/>
                      </p:stCondLst>
                      <p:childTnLst>
                        <p:par>
                          <p:cTn id="38" fill="hold">
                            <p:stCondLst>
                              <p:cond delay="0"/>
                            </p:stCondLst>
                            <p:childTnLst>
                              <p:par>
                                <p:cTn id="39" presetID="30" presetClass="emph" presetSubtype="0" fill="hold" grpId="1" nodeType="clickEffect">
                                  <p:stCondLst>
                                    <p:cond delay="0"/>
                                  </p:stCondLst>
                                  <p:childTnLst>
                                    <p:animClr clrSpc="hsl" dir="cw">
                                      <p:cBhvr override="childStyle">
                                        <p:cTn id="40" dur="500" fill="hold"/>
                                        <p:tgtEl>
                                          <p:spTgt spid="189448"/>
                                        </p:tgtEl>
                                        <p:attrNameLst>
                                          <p:attrName>style.color</p:attrName>
                                        </p:attrNameLst>
                                      </p:cBhvr>
                                      <p:by>
                                        <p:hsl h="0" s="12544" l="25088"/>
                                      </p:by>
                                    </p:animClr>
                                    <p:animClr clrSpc="hsl" dir="cw">
                                      <p:cBhvr>
                                        <p:cTn id="41" dur="500" fill="hold"/>
                                        <p:tgtEl>
                                          <p:spTgt spid="189448"/>
                                        </p:tgtEl>
                                        <p:attrNameLst>
                                          <p:attrName>fillcolor</p:attrName>
                                        </p:attrNameLst>
                                      </p:cBhvr>
                                      <p:by>
                                        <p:hsl h="0" s="12544" l="25088"/>
                                      </p:by>
                                    </p:animClr>
                                    <p:animClr clrSpc="hsl" dir="cw">
                                      <p:cBhvr>
                                        <p:cTn id="42" dur="500" fill="hold"/>
                                        <p:tgtEl>
                                          <p:spTgt spid="189448"/>
                                        </p:tgtEl>
                                        <p:attrNameLst>
                                          <p:attrName>stroke.color</p:attrName>
                                        </p:attrNameLst>
                                      </p:cBhvr>
                                      <p:by>
                                        <p:hsl h="0" s="12544" l="25088"/>
                                      </p:by>
                                    </p:animClr>
                                    <p:set>
                                      <p:cBhvr>
                                        <p:cTn id="43" dur="500" fill="hold"/>
                                        <p:tgtEl>
                                          <p:spTgt spid="189448"/>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9443" grpId="0" build="p"/>
      <p:bldP spid="189448" grpId="0" animBg="1"/>
      <p:bldP spid="189448" grpId="1" animBg="1"/>
      <p:bldP spid="189462" grpId="0" animBg="1"/>
      <p:bldP spid="18946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7874" name="文本占位符 207873"/>
          <p:cNvSpPr>
            <a:spLocks noGrp="1"/>
          </p:cNvSpPr>
          <p:nvPr>
            <p:ph type="body" idx="1"/>
          </p:nvPr>
        </p:nvSpPr>
        <p:spPr>
          <a:xfrm>
            <a:off x="900113" y="2708275"/>
            <a:ext cx="6696075" cy="1150938"/>
          </a:xfrm>
        </p:spPr>
        <p:txBody>
          <a:bodyPr/>
          <a:p>
            <a:r>
              <a:rPr lang="zh-CN" altLang="en-US" sz="2800" b="1" dirty="0"/>
              <a:t>平均忙期 </a:t>
            </a:r>
            <a:r>
              <a:rPr lang="en-US" altLang="zh-CN" sz="2800" b="1" u="sng"/>
              <a:t>B</a:t>
            </a:r>
            <a:r>
              <a:rPr lang="en-US" altLang="zh-CN" sz="2800" b="1"/>
              <a:t> ,  </a:t>
            </a:r>
            <a:r>
              <a:rPr lang="zh-CN" altLang="en-US" sz="2800" b="1" dirty="0"/>
              <a:t>忙期出现的概率</a:t>
            </a:r>
            <a:r>
              <a:rPr lang="zh-CN" altLang="en-US" sz="2800" b="1" dirty="0">
                <a:sym typeface="Symbol" panose="05050102010706020507" pitchFamily="18" charset="2"/>
              </a:rPr>
              <a:t></a:t>
            </a:r>
            <a:endParaRPr lang="zh-CN" altLang="zh-CN" sz="2800" b="1" dirty="0">
              <a:sym typeface="Symbol" panose="05050102010706020507" pitchFamily="18" charset="2"/>
            </a:endParaRPr>
          </a:p>
          <a:p>
            <a:r>
              <a:rPr lang="zh-CN" altLang="en-US" sz="2800" b="1" dirty="0"/>
              <a:t>平均闲期 </a:t>
            </a:r>
            <a:r>
              <a:rPr lang="en-US" altLang="zh-CN" sz="2800" b="1" u="sng"/>
              <a:t>I </a:t>
            </a:r>
            <a:r>
              <a:rPr lang="en-US" altLang="zh-CN" sz="2800" b="1"/>
              <a:t>, </a:t>
            </a:r>
            <a:r>
              <a:rPr lang="zh-CN" altLang="en-US" sz="2800" b="1" dirty="0"/>
              <a:t>闲期出现的概率 </a:t>
            </a:r>
            <a:r>
              <a:rPr lang="en-US" altLang="zh-CN" sz="2800" b="1"/>
              <a:t>(1-</a:t>
            </a:r>
            <a:r>
              <a:rPr lang="en-US" altLang="zh-CN" sz="2800" b="1">
                <a:sym typeface="Symbol" panose="05050102010706020507" pitchFamily="18" charset="2"/>
              </a:rPr>
              <a:t>)</a:t>
            </a:r>
            <a:endParaRPr lang="en-US" altLang="zh-CN" sz="2800" b="1" u="sng"/>
          </a:p>
        </p:txBody>
      </p:sp>
      <p:sp>
        <p:nvSpPr>
          <p:cNvPr id="207875" name="矩形 207874"/>
          <p:cNvSpPr/>
          <p:nvPr/>
        </p:nvSpPr>
        <p:spPr>
          <a:xfrm>
            <a:off x="900113" y="3860800"/>
            <a:ext cx="5256212" cy="719138"/>
          </a:xfrm>
          <a:prstGeom prst="rect">
            <a:avLst/>
          </a:prstGeom>
          <a:noFill/>
          <a:ln w="9525">
            <a:noFill/>
          </a:ln>
        </p:spPr>
        <p:txBody>
          <a:bodyPr lIns="92075" tIns="46038" rIns="92075" bIns="46038"/>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0"/>
            <a:r>
              <a:rPr lang="zh-CN" altLang="en-US" sz="2800" b="1" dirty="0"/>
              <a:t>忙期 </a:t>
            </a:r>
            <a:r>
              <a:rPr lang="en-US" altLang="zh-CN" sz="2800" b="1" u="sng"/>
              <a:t>B </a:t>
            </a:r>
            <a:r>
              <a:rPr lang="en-US" altLang="zh-CN" sz="2800" b="1"/>
              <a:t>: </a:t>
            </a:r>
            <a:r>
              <a:rPr lang="zh-CN" altLang="en-US" sz="2800" b="1" dirty="0"/>
              <a:t>闲期 </a:t>
            </a:r>
            <a:r>
              <a:rPr lang="en-US" altLang="zh-CN" sz="2800" b="1" u="sng"/>
              <a:t>I </a:t>
            </a:r>
            <a:r>
              <a:rPr lang="en-US" altLang="zh-CN" sz="2800" b="1"/>
              <a:t>= </a:t>
            </a:r>
            <a:r>
              <a:rPr lang="zh-CN" altLang="en-US" sz="2800" b="1" dirty="0">
                <a:sym typeface="Symbol" panose="05050102010706020507" pitchFamily="18" charset="2"/>
              </a:rPr>
              <a:t> </a:t>
            </a:r>
            <a:r>
              <a:rPr lang="en-US" altLang="zh-CN" sz="2800" b="1"/>
              <a:t>:</a:t>
            </a:r>
            <a:r>
              <a:rPr lang="zh-CN" altLang="en-US" sz="2800" b="1" dirty="0"/>
              <a:t> </a:t>
            </a:r>
            <a:r>
              <a:rPr lang="en-US" altLang="zh-CN" sz="2800" b="1"/>
              <a:t>(1-</a:t>
            </a: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207876" name="矩形 207875"/>
          <p:cNvSpPr/>
          <p:nvPr/>
        </p:nvSpPr>
        <p:spPr>
          <a:xfrm>
            <a:off x="900113" y="4581525"/>
            <a:ext cx="3887787" cy="576263"/>
          </a:xfrm>
          <a:prstGeom prst="rect">
            <a:avLst/>
          </a:prstGeom>
          <a:solidFill>
            <a:srgbClr val="CCECFF"/>
          </a:solidFill>
          <a:ln w="9525">
            <a:noFill/>
          </a:ln>
        </p:spPr>
        <p:txBody>
          <a:bodyPr lIns="92075" tIns="46038" rIns="92075" bIns="46038"/>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0"/>
            <a:r>
              <a:rPr lang="zh-CN" altLang="en-US" sz="2800" b="1" dirty="0"/>
              <a:t>平均闲期 </a:t>
            </a:r>
            <a:r>
              <a:rPr lang="en-US" altLang="zh-CN" sz="2800" b="1" u="sng"/>
              <a:t>I </a:t>
            </a:r>
            <a:r>
              <a:rPr lang="en-US" altLang="zh-CN" sz="2800" b="1">
                <a:sym typeface="Symbol" panose="05050102010706020507" pitchFamily="18" charset="2"/>
              </a:rPr>
              <a:t>= 1 / </a:t>
            </a:r>
            <a:r>
              <a:rPr lang="zh-CN" altLang="en-US" sz="2800" b="1" dirty="0">
                <a:sym typeface="Symbol" panose="05050102010706020507" pitchFamily="18" charset="2"/>
              </a:rPr>
              <a:t></a:t>
            </a:r>
            <a:endParaRPr lang="zh-CN" altLang="en-US" sz="2800" b="1" dirty="0">
              <a:sym typeface="Symbol" panose="05050102010706020507" pitchFamily="18" charset="2"/>
            </a:endParaRPr>
          </a:p>
        </p:txBody>
      </p:sp>
      <p:sp>
        <p:nvSpPr>
          <p:cNvPr id="207877" name="矩形 207876"/>
          <p:cNvSpPr/>
          <p:nvPr/>
        </p:nvSpPr>
        <p:spPr>
          <a:xfrm>
            <a:off x="900113" y="5445125"/>
            <a:ext cx="7920037" cy="531813"/>
          </a:xfrm>
          <a:prstGeom prst="rect">
            <a:avLst/>
          </a:prstGeom>
          <a:solidFill>
            <a:srgbClr val="CCFF99"/>
          </a:solidFill>
          <a:ln w="9525">
            <a:noFill/>
          </a:ln>
        </p:spPr>
        <p:txBody>
          <a:bodyPr lIns="92075" tIns="46038" rIns="92075" bIns="46038"/>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0"/>
            <a:r>
              <a:rPr lang="zh-CN" altLang="en-US" sz="2800" b="1" dirty="0"/>
              <a:t>平均忙期 </a:t>
            </a:r>
            <a:r>
              <a:rPr lang="en-US" altLang="zh-CN" sz="2800" b="1" u="sng"/>
              <a:t>B </a:t>
            </a:r>
            <a:r>
              <a:rPr lang="en-US" altLang="zh-CN" sz="2800" b="1"/>
              <a:t>= (</a:t>
            </a:r>
            <a:r>
              <a:rPr lang="zh-CN" altLang="en-US" sz="2800" b="1" dirty="0">
                <a:sym typeface="Symbol" panose="05050102010706020507" pitchFamily="18" charset="2"/>
              </a:rPr>
              <a:t> </a:t>
            </a:r>
            <a:r>
              <a:rPr lang="en-US" altLang="zh-CN" sz="2800" b="1">
                <a:sym typeface="Symbol" panose="05050102010706020507" pitchFamily="18" charset="2"/>
              </a:rPr>
              <a:t>/</a:t>
            </a:r>
            <a:r>
              <a:rPr lang="en-US" altLang="zh-CN" sz="2800" b="1"/>
              <a:t> (1-</a:t>
            </a:r>
            <a:r>
              <a:rPr lang="en-US" altLang="zh-CN" sz="2800" b="1">
                <a:sym typeface="Symbol" panose="05050102010706020507" pitchFamily="18" charset="2"/>
              </a:rPr>
              <a:t>)) / </a:t>
            </a:r>
            <a:r>
              <a:rPr lang="zh-CN" altLang="en-US" sz="2800" b="1" dirty="0">
                <a:sym typeface="Symbol" panose="05050102010706020507" pitchFamily="18" charset="2"/>
              </a:rPr>
              <a:t></a:t>
            </a:r>
            <a:r>
              <a:rPr lang="en-US" altLang="zh-CN" sz="2800" b="1">
                <a:sym typeface="Symbol" panose="05050102010706020507" pitchFamily="18" charset="2"/>
              </a:rPr>
              <a:t>= 1/(</a:t>
            </a:r>
            <a:r>
              <a:rPr lang="zh-CN" altLang="en-US" sz="2800" b="1" dirty="0">
                <a:sym typeface="Symbol" panose="05050102010706020507" pitchFamily="18" charset="2"/>
              </a:rPr>
              <a:t> </a:t>
            </a:r>
            <a:r>
              <a:rPr lang="en-US" altLang="zh-CN" sz="2800" b="1">
                <a:sym typeface="Symbol" panose="05050102010706020507" pitchFamily="18" charset="2"/>
              </a:rPr>
              <a:t>- </a:t>
            </a:r>
            <a:r>
              <a:rPr lang="zh-CN" altLang="en-US" sz="2800" b="1" dirty="0">
                <a:sym typeface="Symbol" panose="05050102010706020507" pitchFamily="18" charset="2"/>
              </a:rPr>
              <a:t></a:t>
            </a:r>
            <a:r>
              <a:rPr lang="en-US" altLang="zh-CN" sz="2800" b="1">
                <a:sym typeface="Symbol" panose="05050102010706020507" pitchFamily="18" charset="2"/>
              </a:rPr>
              <a:t>)</a:t>
            </a:r>
            <a:endParaRPr lang="en-US" altLang="zh-CN" sz="2800" b="1">
              <a:sym typeface="Symbol" panose="05050102010706020507" pitchFamily="18" charset="2"/>
            </a:endParaRPr>
          </a:p>
        </p:txBody>
      </p:sp>
      <p:sp>
        <p:nvSpPr>
          <p:cNvPr id="207879" name="矩形 207878"/>
          <p:cNvSpPr/>
          <p:nvPr/>
        </p:nvSpPr>
        <p:spPr>
          <a:xfrm>
            <a:off x="1403350" y="908050"/>
            <a:ext cx="3384550" cy="720725"/>
          </a:xfrm>
          <a:prstGeom prst="rect">
            <a:avLst/>
          </a:prstGeom>
          <a:solidFill>
            <a:srgbClr val="FFCCFF"/>
          </a:solidFill>
          <a:ln w="9525">
            <a:noFill/>
          </a:ln>
          <a:effectLst>
            <a:outerShdw sy="50000" kx="-2453608" algn="br" rotWithShape="0">
              <a:schemeClr val="bg2">
                <a:alpha val="50000"/>
              </a:schemeClr>
            </a:outerShdw>
          </a:effectLst>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0">
              <a:buNone/>
            </a:pPr>
            <a:r>
              <a:rPr lang="zh-CN" altLang="en-US" sz="3600" b="1" dirty="0">
                <a:solidFill>
                  <a:schemeClr val="tx2"/>
                </a:solidFill>
                <a:latin typeface="Monotype Corsiva" panose="03010101010201010101" pitchFamily="66" charset="0"/>
                <a:ea typeface="隶书" panose="02010509060101010101" pitchFamily="49" charset="-122"/>
              </a:rPr>
              <a:t>计算有关指标</a:t>
            </a:r>
            <a:endParaRPr lang="zh-CN" altLang="en-US" sz="3600" b="1" dirty="0">
              <a:solidFill>
                <a:schemeClr val="tx2"/>
              </a:solidFill>
              <a:latin typeface="Monotype Corsiva" panose="03010101010201010101" pitchFamily="66" charset="0"/>
              <a:ea typeface="隶书" panose="02010509060101010101" pitchFamily="49" charset="-122"/>
            </a:endParaRPr>
          </a:p>
        </p:txBody>
      </p:sp>
      <p:sp>
        <p:nvSpPr>
          <p:cNvPr id="207880" name="矩形 207879"/>
          <p:cNvSpPr/>
          <p:nvPr/>
        </p:nvSpPr>
        <p:spPr>
          <a:xfrm>
            <a:off x="827088" y="1844675"/>
            <a:ext cx="3419475" cy="63817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1"/>
            <a:r>
              <a:rPr lang="zh-CN" altLang="en-US" b="1" dirty="0">
                <a:solidFill>
                  <a:schemeClr val="tx2"/>
                </a:solidFill>
                <a:latin typeface="黑体" panose="02010609060101010101" pitchFamily="2" charset="-122"/>
                <a:ea typeface="黑体" panose="02010609060101010101" pitchFamily="2" charset="-122"/>
              </a:rPr>
              <a:t>忙期与闲期 </a:t>
            </a:r>
            <a:endParaRPr lang="zh-CN" altLang="en-US" dirty="0">
              <a:solidFill>
                <a:schemeClr val="tx2"/>
              </a:solidFill>
              <a:latin typeface="黑体" panose="02010609060101010101" pitchFamily="2" charset="-122"/>
              <a:ea typeface="黑体" panose="02010609060101010101" pitchFamily="2" charset="-122"/>
            </a:endParaRPr>
          </a:p>
        </p:txBody>
      </p:sp>
      <p:sp>
        <p:nvSpPr>
          <p:cNvPr id="207882" name="云形标注 207881"/>
          <p:cNvSpPr/>
          <p:nvPr/>
        </p:nvSpPr>
        <p:spPr>
          <a:xfrm>
            <a:off x="6084888" y="3500438"/>
            <a:ext cx="2736850" cy="1655762"/>
          </a:xfrm>
          <a:prstGeom prst="cloudCallout">
            <a:avLst>
              <a:gd name="adj1" fmla="val -46634"/>
              <a:gd name="adj2" fmla="val 63329"/>
            </a:avLst>
          </a:prstGeom>
          <a:solidFill>
            <a:srgbClr val="FFFFCC"/>
          </a:solidFill>
          <a:ln w="9525" cap="flat" cmpd="sng">
            <a:solidFill>
              <a:schemeClr val="tx1"/>
            </a:solidFill>
            <a:prstDash val="solid"/>
            <a:headEnd type="none" w="med" len="med"/>
            <a:tailEnd type="none" w="med" len="med"/>
          </a:ln>
        </p:spPr>
        <p:txBody>
          <a:bodyPr/>
          <a:p>
            <a:pPr algn="ctr">
              <a:buClrTx/>
            </a:pPr>
            <a:r>
              <a:rPr lang="zh-CN" altLang="en-US" sz="2400" dirty="0">
                <a:solidFill>
                  <a:schemeClr val="hlink"/>
                </a:solidFill>
                <a:latin typeface="楷体_GB2312" pitchFamily="49" charset="-122"/>
                <a:ea typeface="楷体_GB2312" pitchFamily="49" charset="-122"/>
              </a:rPr>
              <a:t>与逗留时间</a:t>
            </a:r>
            <a:r>
              <a:rPr lang="en-US" altLang="zh-CN" sz="2400">
                <a:solidFill>
                  <a:schemeClr val="hlink"/>
                </a:solidFill>
                <a:latin typeface="楷体_GB2312" pitchFamily="49" charset="-122"/>
                <a:ea typeface="楷体_GB2312" pitchFamily="49" charset="-122"/>
              </a:rPr>
              <a:t>Ws</a:t>
            </a:r>
            <a:r>
              <a:rPr lang="zh-CN" altLang="en-US" sz="2400" dirty="0">
                <a:solidFill>
                  <a:schemeClr val="hlink"/>
                </a:solidFill>
                <a:latin typeface="楷体_GB2312" pitchFamily="49" charset="-122"/>
                <a:ea typeface="楷体_GB2312" pitchFamily="49" charset="-122"/>
              </a:rPr>
              <a:t>相同</a:t>
            </a:r>
            <a:r>
              <a:rPr lang="en-US" altLang="zh-CN" sz="2400">
                <a:solidFill>
                  <a:schemeClr val="hlink"/>
                </a:solidFill>
                <a:latin typeface="楷体_GB2312" pitchFamily="49" charset="-122"/>
                <a:ea typeface="楷体_GB2312" pitchFamily="49" charset="-122"/>
              </a:rPr>
              <a:t>!!!</a:t>
            </a:r>
            <a:endParaRPr lang="en-US" altLang="zh-CN" sz="2400">
              <a:solidFill>
                <a:schemeClr val="hlink"/>
              </a:solidFill>
              <a:latin typeface="楷体_GB2312" pitchFamily="49" charset="-122"/>
              <a:ea typeface="楷体_GB2312" pitchFamily="49" charset="-122"/>
            </a:endParaRPr>
          </a:p>
          <a:p>
            <a:pPr algn="ctr">
              <a:buClrTx/>
            </a:pPr>
            <a:r>
              <a:rPr lang="en-US" altLang="zh-CN" sz="4000" b="0">
                <a:solidFill>
                  <a:schemeClr val="hlink"/>
                </a:solidFill>
                <a:latin typeface="Tahoma" panose="020B0604030504040204" pitchFamily="34" charset="0"/>
              </a:rPr>
              <a:t>?</a:t>
            </a:r>
            <a:endParaRPr lang="en-US" altLang="zh-CN" sz="4000" b="0">
              <a:solidFill>
                <a:schemeClr val="hlink"/>
              </a:solidFill>
              <a:latin typeface="Tahoma" panose="020B0604030504040204" pitchFamily="34" charset="0"/>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7877"/>
                                        </p:tgtEl>
                                        <p:attrNameLst>
                                          <p:attrName>style.visibility</p:attrName>
                                        </p:attrNameLst>
                                      </p:cBhvr>
                                      <p:to>
                                        <p:strVal val="visible"/>
                                      </p:to>
                                    </p:set>
                                    <p:anim calcmode="lin" valueType="num">
                                      <p:cBhvr additive="base">
                                        <p:cTn id="7" dur="500" fill="hold"/>
                                        <p:tgtEl>
                                          <p:spTgt spid="207877"/>
                                        </p:tgtEl>
                                        <p:attrNameLst>
                                          <p:attrName>ppt_x</p:attrName>
                                        </p:attrNameLst>
                                      </p:cBhvr>
                                      <p:tavLst>
                                        <p:tav tm="0">
                                          <p:val>
                                            <p:strVal val="#ppt_x"/>
                                          </p:val>
                                        </p:tav>
                                        <p:tav tm="100000">
                                          <p:val>
                                            <p:strVal val="#ppt_x"/>
                                          </p:val>
                                        </p:tav>
                                      </p:tavLst>
                                    </p:anim>
                                    <p:anim calcmode="lin" valueType="num">
                                      <p:cBhvr additive="base">
                                        <p:cTn id="8" dur="500" fill="hold"/>
                                        <p:tgtEl>
                                          <p:spTgt spid="20787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5" presetClass="entr" presetSubtype="0" fill="hold" grpId="0" nodeType="clickEffect">
                                  <p:stCondLst>
                                    <p:cond delay="0"/>
                                  </p:stCondLst>
                                  <p:iterate type="lt">
                                    <p:tmPct val="10000"/>
                                  </p:iterate>
                                  <p:childTnLst>
                                    <p:set>
                                      <p:cBhvr>
                                        <p:cTn id="12" dur="1" fill="hold">
                                          <p:stCondLst>
                                            <p:cond delay="0"/>
                                          </p:stCondLst>
                                        </p:cTn>
                                        <p:tgtEl>
                                          <p:spTgt spid="207882"/>
                                        </p:tgtEl>
                                        <p:attrNameLst>
                                          <p:attrName>style.visibility</p:attrName>
                                        </p:attrNameLst>
                                      </p:cBhvr>
                                      <p:to>
                                        <p:strVal val="visible"/>
                                      </p:to>
                                    </p:set>
                                    <p:animEffect transition="in" filter="fade">
                                      <p:cBhvr>
                                        <p:cTn id="13" dur="2000"/>
                                        <p:tgtEl>
                                          <p:spTgt spid="207882"/>
                                        </p:tgtEl>
                                      </p:cBhvr>
                                    </p:animEffect>
                                    <p:anim calcmode="lin" valueType="num">
                                      <p:cBhvr>
                                        <p:cTn id="14" dur="2000" fill="hold"/>
                                        <p:tgtEl>
                                          <p:spTgt spid="207882"/>
                                        </p:tgtEl>
                                        <p:attrNameLst>
                                          <p:attrName>ppt_w</p:attrName>
                                        </p:attrNameLst>
                                      </p:cBhvr>
                                      <p:tavLst>
                                        <p:tav tm="0" fmla="#ppt_w*sin(2.5*pi*$)">
                                          <p:val>
                                            <p:fltVal val="0.000000"/>
                                          </p:val>
                                        </p:tav>
                                        <p:tav tm="100000">
                                          <p:val>
                                            <p:fltVal val="1.000000"/>
                                          </p:val>
                                        </p:tav>
                                      </p:tavLst>
                                    </p:anim>
                                    <p:anim calcmode="lin" valueType="num">
                                      <p:cBhvr>
                                        <p:cTn id="15" dur="2000" fill="hold"/>
                                        <p:tgtEl>
                                          <p:spTgt spid="20788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877" grpId="0" animBg="1"/>
      <p:bldP spid="20788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30" name="内容占位符 176129"/>
          <p:cNvSpPr>
            <a:spLocks noGrp="1"/>
          </p:cNvSpPr>
          <p:nvPr>
            <p:ph/>
          </p:nvPr>
        </p:nvSpPr>
        <p:spPr>
          <a:xfrm>
            <a:off x="1187450" y="692150"/>
            <a:ext cx="7296150" cy="990600"/>
          </a:xfrm>
        </p:spPr>
        <p:txBody>
          <a:bodyPr/>
          <a:p>
            <a:pPr>
              <a:buNone/>
            </a:pPr>
            <a:r>
              <a:rPr lang="zh-CN" altLang="en-US" sz="2800" b="1" dirty="0"/>
              <a:t>例：某医院手术室每小时就诊病人数和手术  </a:t>
            </a:r>
            <a:endParaRPr lang="zh-CN" altLang="en-US" sz="2800" b="1" dirty="0"/>
          </a:p>
          <a:p>
            <a:pPr>
              <a:buNone/>
            </a:pPr>
            <a:r>
              <a:rPr lang="zh-CN" altLang="en-US" sz="2800" b="1" dirty="0"/>
              <a:t>        时间的记录如下：</a:t>
            </a:r>
            <a:endParaRPr lang="zh-CN" altLang="en-US" sz="2800" b="1" dirty="0"/>
          </a:p>
        </p:txBody>
      </p:sp>
      <p:grpSp>
        <p:nvGrpSpPr>
          <p:cNvPr id="176141" name="组合 176140"/>
          <p:cNvGrpSpPr/>
          <p:nvPr/>
        </p:nvGrpSpPr>
        <p:grpSpPr>
          <a:xfrm>
            <a:off x="762000" y="1828800"/>
            <a:ext cx="3581400" cy="4329113"/>
            <a:chOff x="432" y="960"/>
            <a:chExt cx="2256" cy="2727"/>
          </a:xfrm>
        </p:grpSpPr>
        <p:sp>
          <p:nvSpPr>
            <p:cNvPr id="176131" name="文本框 176130"/>
            <p:cNvSpPr txBox="1"/>
            <p:nvPr/>
          </p:nvSpPr>
          <p:spPr>
            <a:xfrm>
              <a:off x="432" y="960"/>
              <a:ext cx="2256" cy="2727"/>
            </a:xfrm>
            <a:prstGeom prst="rect">
              <a:avLst/>
            </a:prstGeom>
            <a:solidFill>
              <a:srgbClr val="FFFF99"/>
            </a:solidFill>
            <a:ln w="28575" cap="flat" cmpd="sng">
              <a:solidFill>
                <a:srgbClr val="996600"/>
              </a:solidFill>
              <a:prstDash val="solid"/>
              <a:miter/>
              <a:headEnd type="none" w="med" len="med"/>
              <a:tailEnd type="none" w="med" len="med"/>
            </a:ln>
          </p:spPr>
          <p:txBody>
            <a:bodyPr wrap="none" anchor="t">
              <a:spAutoFit/>
            </a:bodyPr>
            <a:p>
              <a:r>
                <a:rPr lang="zh-CN" altLang="en-US" sz="2400" dirty="0">
                  <a:solidFill>
                    <a:schemeClr val="bg2"/>
                  </a:solidFill>
                  <a:latin typeface="Times New Roman" panose="02020603050405020304" pitchFamily="18" charset="0"/>
                </a:rPr>
                <a:t>到达的病人数    出现次数</a:t>
              </a:r>
              <a:endParaRPr lang="zh-CN" altLang="en-US" sz="2400" dirty="0">
                <a:solidFill>
                  <a:schemeClr val="bg2"/>
                </a:solidFill>
                <a:latin typeface="Times New Roman" panose="02020603050405020304" pitchFamily="18" charset="0"/>
              </a:endParaRPr>
            </a:p>
            <a:p>
              <a:r>
                <a:rPr lang="zh-CN" altLang="en-US" sz="2400" dirty="0">
                  <a:solidFill>
                    <a:schemeClr val="bg2"/>
                  </a:solidFill>
                  <a:latin typeface="Times New Roman" panose="02020603050405020304" pitchFamily="18" charset="0"/>
                </a:rPr>
                <a:t>         </a:t>
              </a:r>
              <a:r>
                <a:rPr lang="en-US" altLang="zh-CN" sz="2800">
                  <a:solidFill>
                    <a:schemeClr val="bg2"/>
                  </a:solidFill>
                  <a:latin typeface="Times New Roman" panose="02020603050405020304" pitchFamily="18" charset="0"/>
                </a:rPr>
                <a:t>n                   u</a:t>
              </a:r>
              <a:r>
                <a:rPr lang="en-US" altLang="zh-CN" sz="2800" baseline="-25000">
                  <a:solidFill>
                    <a:schemeClr val="bg2"/>
                  </a:solidFill>
                  <a:latin typeface="Times New Roman" panose="02020603050405020304" pitchFamily="18" charset="0"/>
                </a:rPr>
                <a:t>n</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0                 10</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1                 28</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2                 29</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3                 16</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4                 10</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5                   6</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6 </a:t>
              </a:r>
              <a:r>
                <a:rPr lang="zh-CN" altLang="en-US" sz="2800" dirty="0">
                  <a:solidFill>
                    <a:schemeClr val="bg2"/>
                  </a:solidFill>
                  <a:latin typeface="Times New Roman" panose="02020603050405020304" pitchFamily="18" charset="0"/>
                </a:rPr>
                <a:t>以上              1</a:t>
              </a:r>
              <a:endParaRPr lang="zh-CN" altLang="en-US" sz="2800" dirty="0">
                <a:solidFill>
                  <a:schemeClr val="bg2"/>
                </a:solidFill>
                <a:latin typeface="Times New Roman" panose="02020603050405020304" pitchFamily="18" charset="0"/>
              </a:endParaRPr>
            </a:p>
            <a:p>
              <a:r>
                <a:rPr lang="zh-CN" altLang="en-US" sz="2800" dirty="0">
                  <a:solidFill>
                    <a:schemeClr val="bg2"/>
                  </a:solidFill>
                  <a:latin typeface="Times New Roman" panose="02020603050405020304" pitchFamily="18" charset="0"/>
                </a:rPr>
                <a:t>     合计              100</a:t>
              </a:r>
              <a:endParaRPr lang="zh-CN" altLang="en-US" sz="2800" dirty="0">
                <a:solidFill>
                  <a:schemeClr val="bg2"/>
                </a:solidFill>
                <a:latin typeface="Times New Roman" panose="02020603050405020304" pitchFamily="18" charset="0"/>
              </a:endParaRPr>
            </a:p>
          </p:txBody>
        </p:sp>
        <p:sp>
          <p:nvSpPr>
            <p:cNvPr id="176132" name="直接连接符 176131"/>
            <p:cNvSpPr/>
            <p:nvPr/>
          </p:nvSpPr>
          <p:spPr>
            <a:xfrm>
              <a:off x="432" y="1488"/>
              <a:ext cx="2208" cy="0"/>
            </a:xfrm>
            <a:prstGeom prst="line">
              <a:avLst/>
            </a:prstGeom>
            <a:ln w="9525" cap="flat" cmpd="sng">
              <a:solidFill>
                <a:srgbClr val="996600"/>
              </a:solidFill>
              <a:prstDash val="solid"/>
              <a:headEnd type="none" w="med" len="med"/>
              <a:tailEnd type="none" w="med" len="med"/>
            </a:ln>
          </p:spPr>
        </p:sp>
        <p:sp>
          <p:nvSpPr>
            <p:cNvPr id="176133" name="直接连接符 176132"/>
            <p:cNvSpPr/>
            <p:nvPr/>
          </p:nvSpPr>
          <p:spPr>
            <a:xfrm>
              <a:off x="1738" y="982"/>
              <a:ext cx="0" cy="2688"/>
            </a:xfrm>
            <a:prstGeom prst="line">
              <a:avLst/>
            </a:prstGeom>
            <a:ln w="9525" cap="flat" cmpd="sng">
              <a:solidFill>
                <a:srgbClr val="996600"/>
              </a:solidFill>
              <a:prstDash val="solid"/>
              <a:headEnd type="none" w="med" len="med"/>
              <a:tailEnd type="none" w="med" len="med"/>
            </a:ln>
          </p:spPr>
        </p:sp>
        <p:sp>
          <p:nvSpPr>
            <p:cNvPr id="176134" name="直接连接符 176133"/>
            <p:cNvSpPr/>
            <p:nvPr/>
          </p:nvSpPr>
          <p:spPr>
            <a:xfrm>
              <a:off x="442" y="3382"/>
              <a:ext cx="2208" cy="0"/>
            </a:xfrm>
            <a:prstGeom prst="line">
              <a:avLst/>
            </a:prstGeom>
            <a:ln w="9525" cap="flat" cmpd="sng">
              <a:solidFill>
                <a:srgbClr val="996600"/>
              </a:solidFill>
              <a:prstDash val="solid"/>
              <a:headEnd type="none" w="med" len="med"/>
              <a:tailEnd type="none" w="med" len="med"/>
            </a:ln>
          </p:spPr>
        </p:sp>
      </p:grpSp>
      <p:grpSp>
        <p:nvGrpSpPr>
          <p:cNvPr id="176142" name="组合 176141"/>
          <p:cNvGrpSpPr/>
          <p:nvPr/>
        </p:nvGrpSpPr>
        <p:grpSpPr>
          <a:xfrm>
            <a:off x="4800600" y="1828800"/>
            <a:ext cx="3581400" cy="4329113"/>
            <a:chOff x="3024" y="960"/>
            <a:chExt cx="2256" cy="2727"/>
          </a:xfrm>
        </p:grpSpPr>
        <p:sp>
          <p:nvSpPr>
            <p:cNvPr id="176135" name="文本框 176134"/>
            <p:cNvSpPr txBox="1"/>
            <p:nvPr/>
          </p:nvSpPr>
          <p:spPr>
            <a:xfrm>
              <a:off x="3024" y="960"/>
              <a:ext cx="2256" cy="2727"/>
            </a:xfrm>
            <a:prstGeom prst="rect">
              <a:avLst/>
            </a:prstGeom>
            <a:solidFill>
              <a:srgbClr val="FFCCFF"/>
            </a:solidFill>
            <a:ln w="28575" cap="flat" cmpd="sng">
              <a:solidFill>
                <a:schemeClr val="tx1"/>
              </a:solidFill>
              <a:prstDash val="solid"/>
              <a:miter/>
              <a:headEnd type="none" w="med" len="med"/>
              <a:tailEnd type="none" w="med" len="med"/>
            </a:ln>
          </p:spPr>
          <p:txBody>
            <a:bodyPr wrap="none" anchor="t">
              <a:spAutoFit/>
            </a:bodyPr>
            <a:p>
              <a:r>
                <a:rPr lang="zh-CN" altLang="en-US" sz="2400" dirty="0">
                  <a:solidFill>
                    <a:schemeClr val="bg2"/>
                  </a:solidFill>
                  <a:latin typeface="Times New Roman" panose="02020603050405020304" pitchFamily="18" charset="0"/>
                </a:rPr>
                <a:t>完成手术时间    出现次数</a:t>
              </a:r>
              <a:endParaRPr lang="zh-CN" altLang="en-US" sz="2400" dirty="0">
                <a:solidFill>
                  <a:schemeClr val="bg2"/>
                </a:solidFill>
                <a:latin typeface="Times New Roman" panose="02020603050405020304" pitchFamily="18" charset="0"/>
              </a:endParaRPr>
            </a:p>
            <a:p>
              <a:r>
                <a:rPr lang="zh-CN" altLang="en-US" sz="2400" dirty="0">
                  <a:solidFill>
                    <a:schemeClr val="bg2"/>
                  </a:solidFill>
                  <a:latin typeface="Times New Roman" panose="02020603050405020304" pitchFamily="18" charset="0"/>
                </a:rPr>
                <a:t>         </a:t>
              </a:r>
              <a:r>
                <a:rPr lang="en-US" altLang="zh-CN" sz="2800">
                  <a:solidFill>
                    <a:schemeClr val="bg2"/>
                  </a:solidFill>
                  <a:latin typeface="Times New Roman" panose="02020603050405020304" pitchFamily="18" charset="0"/>
                </a:rPr>
                <a:t> r                  </a:t>
              </a:r>
              <a:r>
                <a:rPr lang="en-US" altLang="zh-CN" sz="2800" err="1">
                  <a:solidFill>
                    <a:schemeClr val="bg2"/>
                  </a:solidFill>
                  <a:latin typeface="Times New Roman" panose="02020603050405020304" pitchFamily="18" charset="0"/>
                </a:rPr>
                <a:t>v</a:t>
              </a:r>
              <a:r>
                <a:rPr lang="en-US" altLang="zh-CN" sz="2800" baseline="-25000" err="1">
                  <a:solidFill>
                    <a:schemeClr val="bg2"/>
                  </a:solidFill>
                  <a:latin typeface="Times New Roman" panose="02020603050405020304" pitchFamily="18" charset="0"/>
                </a:rPr>
                <a:t>r</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0.0~0.2            38</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0.2~0.4            25</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0.4~0.6            17</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0.6~0.8             9</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0.8~1.0             6</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1.0~1.2             5</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1.2 </a:t>
              </a:r>
              <a:r>
                <a:rPr lang="zh-CN" altLang="en-US" sz="2800" dirty="0">
                  <a:solidFill>
                    <a:schemeClr val="bg2"/>
                  </a:solidFill>
                  <a:latin typeface="Times New Roman" panose="02020603050405020304" pitchFamily="18" charset="0"/>
                </a:rPr>
                <a:t>以上          0</a:t>
              </a:r>
              <a:endParaRPr lang="zh-CN" altLang="en-US" sz="2800" dirty="0">
                <a:solidFill>
                  <a:schemeClr val="bg2"/>
                </a:solidFill>
                <a:latin typeface="Times New Roman" panose="02020603050405020304" pitchFamily="18" charset="0"/>
              </a:endParaRPr>
            </a:p>
            <a:p>
              <a:r>
                <a:rPr lang="zh-CN" altLang="en-US" sz="2800" dirty="0">
                  <a:solidFill>
                    <a:schemeClr val="bg2"/>
                  </a:solidFill>
                  <a:latin typeface="Times New Roman" panose="02020603050405020304" pitchFamily="18" charset="0"/>
                </a:rPr>
                <a:t>     合计              100</a:t>
              </a:r>
              <a:endParaRPr lang="zh-CN" altLang="en-US" sz="2800" dirty="0">
                <a:solidFill>
                  <a:schemeClr val="bg2"/>
                </a:solidFill>
                <a:latin typeface="Times New Roman" panose="02020603050405020304" pitchFamily="18" charset="0"/>
              </a:endParaRPr>
            </a:p>
          </p:txBody>
        </p:sp>
        <p:sp>
          <p:nvSpPr>
            <p:cNvPr id="176136" name="直接连接符 176135"/>
            <p:cNvSpPr/>
            <p:nvPr/>
          </p:nvSpPr>
          <p:spPr>
            <a:xfrm>
              <a:off x="3024" y="1488"/>
              <a:ext cx="2256" cy="0"/>
            </a:xfrm>
            <a:prstGeom prst="line">
              <a:avLst/>
            </a:prstGeom>
            <a:ln w="9525" cap="flat" cmpd="sng">
              <a:solidFill>
                <a:schemeClr val="tx1"/>
              </a:solidFill>
              <a:prstDash val="solid"/>
              <a:headEnd type="none" w="med" len="med"/>
              <a:tailEnd type="none" w="med" len="med"/>
            </a:ln>
          </p:spPr>
        </p:sp>
        <p:sp>
          <p:nvSpPr>
            <p:cNvPr id="176137" name="直接连接符 176136"/>
            <p:cNvSpPr/>
            <p:nvPr/>
          </p:nvSpPr>
          <p:spPr>
            <a:xfrm>
              <a:off x="4330" y="982"/>
              <a:ext cx="0" cy="2688"/>
            </a:xfrm>
            <a:prstGeom prst="line">
              <a:avLst/>
            </a:prstGeom>
            <a:ln w="9525" cap="flat" cmpd="sng">
              <a:solidFill>
                <a:schemeClr val="tx1"/>
              </a:solidFill>
              <a:prstDash val="solid"/>
              <a:headEnd type="none" w="med" len="med"/>
              <a:tailEnd type="none" w="med" len="med"/>
            </a:ln>
          </p:spPr>
        </p:sp>
        <p:sp>
          <p:nvSpPr>
            <p:cNvPr id="176138" name="直接连接符 176137"/>
            <p:cNvSpPr/>
            <p:nvPr/>
          </p:nvSpPr>
          <p:spPr>
            <a:xfrm>
              <a:off x="3034" y="3382"/>
              <a:ext cx="2208" cy="0"/>
            </a:xfrm>
            <a:prstGeom prst="line">
              <a:avLst/>
            </a:prstGeom>
            <a:ln w="9525" cap="flat" cmpd="sng">
              <a:solidFill>
                <a:schemeClr val="tx1"/>
              </a:solidFill>
              <a:prstDash val="solid"/>
              <a:headEnd type="none" w="med" len="med"/>
              <a:tailEnd type="none" w="med" len="med"/>
            </a:ln>
          </p:spPr>
        </p:sp>
      </p:grpSp>
    </p:spTree>
  </p:cSld>
  <p:clrMapOvr>
    <a:masterClrMapping/>
  </p:clrMapOvr>
  <p:transition spd="slow">
    <p:strips dir="r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8" name="内容占位符 178177"/>
          <p:cNvSpPr>
            <a:spLocks noGrp="1"/>
          </p:cNvSpPr>
          <p:nvPr>
            <p:ph/>
          </p:nvPr>
        </p:nvSpPr>
        <p:spPr>
          <a:xfrm>
            <a:off x="1150938" y="214313"/>
            <a:ext cx="7804150" cy="739775"/>
          </a:xfrm>
        </p:spPr>
        <p:txBody>
          <a:bodyPr/>
          <a:p>
            <a:r>
              <a:rPr lang="zh-CN" altLang="en-US" dirty="0"/>
              <a:t>解：</a:t>
            </a:r>
            <a:endParaRPr lang="zh-CN" altLang="en-US" sz="2400" b="1" dirty="0"/>
          </a:p>
        </p:txBody>
      </p:sp>
      <p:grpSp>
        <p:nvGrpSpPr>
          <p:cNvPr id="178179" name="组合 178178"/>
          <p:cNvGrpSpPr/>
          <p:nvPr/>
        </p:nvGrpSpPr>
        <p:grpSpPr>
          <a:xfrm>
            <a:off x="827088" y="1557338"/>
            <a:ext cx="3565525" cy="4329112"/>
            <a:chOff x="432" y="960"/>
            <a:chExt cx="2246" cy="2727"/>
          </a:xfrm>
        </p:grpSpPr>
        <p:sp>
          <p:nvSpPr>
            <p:cNvPr id="178180" name="文本框 178179"/>
            <p:cNvSpPr txBox="1"/>
            <p:nvPr/>
          </p:nvSpPr>
          <p:spPr>
            <a:xfrm>
              <a:off x="432" y="960"/>
              <a:ext cx="2246" cy="2727"/>
            </a:xfrm>
            <a:prstGeom prst="rect">
              <a:avLst/>
            </a:prstGeom>
            <a:solidFill>
              <a:srgbClr val="FFFF99"/>
            </a:solidFill>
            <a:ln w="28575" cap="flat" cmpd="sng">
              <a:solidFill>
                <a:srgbClr val="996600"/>
              </a:solidFill>
              <a:prstDash val="solid"/>
              <a:miter/>
              <a:headEnd type="none" w="med" len="med"/>
              <a:tailEnd type="none" w="med" len="med"/>
            </a:ln>
          </p:spPr>
          <p:txBody>
            <a:bodyPr wrap="none" anchor="t">
              <a:spAutoFit/>
            </a:bodyPr>
            <a:p>
              <a:r>
                <a:rPr lang="zh-CN" altLang="en-US" sz="2400" b="0" dirty="0">
                  <a:solidFill>
                    <a:schemeClr val="bg2"/>
                  </a:solidFill>
                  <a:latin typeface="Times New Roman" panose="02020603050405020304" pitchFamily="18" charset="0"/>
                </a:rPr>
                <a:t>到达的病人数    出现次数</a:t>
              </a:r>
              <a:endParaRPr lang="zh-CN" altLang="en-US" sz="2400" b="0" dirty="0">
                <a:solidFill>
                  <a:schemeClr val="bg2"/>
                </a:solidFill>
                <a:latin typeface="Times New Roman" panose="02020603050405020304" pitchFamily="18" charset="0"/>
              </a:endParaRPr>
            </a:p>
            <a:p>
              <a:r>
                <a:rPr lang="zh-CN" altLang="en-US" sz="2400" b="0" dirty="0">
                  <a:solidFill>
                    <a:schemeClr val="bg2"/>
                  </a:solidFill>
                  <a:latin typeface="Times New Roman" panose="02020603050405020304" pitchFamily="18" charset="0"/>
                </a:rPr>
                <a:t>         </a:t>
              </a:r>
              <a:r>
                <a:rPr lang="en-US" altLang="zh-CN" sz="2800" b="0">
                  <a:solidFill>
                    <a:schemeClr val="bg2"/>
                  </a:solidFill>
                  <a:latin typeface="Times New Roman" panose="02020603050405020304" pitchFamily="18" charset="0"/>
                </a:rPr>
                <a:t>n                   u</a:t>
              </a:r>
              <a:r>
                <a:rPr lang="en-US" altLang="zh-CN" sz="2800" b="0" baseline="-25000">
                  <a:solidFill>
                    <a:schemeClr val="bg2"/>
                  </a:solidFill>
                  <a:latin typeface="Times New Roman" panose="02020603050405020304" pitchFamily="18" charset="0"/>
                </a:rPr>
                <a:t>n</a:t>
              </a:r>
              <a:endParaRPr lang="en-US" altLang="zh-CN" sz="2800" b="0">
                <a:solidFill>
                  <a:schemeClr val="bg2"/>
                </a:solidFill>
                <a:latin typeface="Times New Roman" panose="02020603050405020304" pitchFamily="18" charset="0"/>
              </a:endParaRPr>
            </a:p>
            <a:p>
              <a:r>
                <a:rPr lang="en-US" altLang="zh-CN" sz="2800" b="0">
                  <a:solidFill>
                    <a:schemeClr val="bg2"/>
                  </a:solidFill>
                  <a:latin typeface="Times New Roman" panose="02020603050405020304" pitchFamily="18" charset="0"/>
                </a:rPr>
                <a:t>         0                 10</a:t>
              </a:r>
              <a:endParaRPr lang="en-US" altLang="zh-CN" sz="2800" b="0">
                <a:solidFill>
                  <a:schemeClr val="bg2"/>
                </a:solidFill>
                <a:latin typeface="Times New Roman" panose="02020603050405020304" pitchFamily="18" charset="0"/>
              </a:endParaRPr>
            </a:p>
            <a:p>
              <a:r>
                <a:rPr lang="en-US" altLang="zh-CN" sz="2800" b="0">
                  <a:solidFill>
                    <a:schemeClr val="bg2"/>
                  </a:solidFill>
                  <a:latin typeface="Times New Roman" panose="02020603050405020304" pitchFamily="18" charset="0"/>
                </a:rPr>
                <a:t>         1                 28</a:t>
              </a:r>
              <a:endParaRPr lang="en-US" altLang="zh-CN" sz="2800" b="0">
                <a:solidFill>
                  <a:schemeClr val="bg2"/>
                </a:solidFill>
                <a:latin typeface="Times New Roman" panose="02020603050405020304" pitchFamily="18" charset="0"/>
              </a:endParaRPr>
            </a:p>
            <a:p>
              <a:r>
                <a:rPr lang="en-US" altLang="zh-CN" sz="2800" b="0">
                  <a:solidFill>
                    <a:schemeClr val="bg2"/>
                  </a:solidFill>
                  <a:latin typeface="Times New Roman" panose="02020603050405020304" pitchFamily="18" charset="0"/>
                </a:rPr>
                <a:t>         2                 29</a:t>
              </a:r>
              <a:endParaRPr lang="en-US" altLang="zh-CN" sz="2800" b="0">
                <a:solidFill>
                  <a:schemeClr val="bg2"/>
                </a:solidFill>
                <a:latin typeface="Times New Roman" panose="02020603050405020304" pitchFamily="18" charset="0"/>
              </a:endParaRPr>
            </a:p>
            <a:p>
              <a:r>
                <a:rPr lang="en-US" altLang="zh-CN" sz="2800" b="0">
                  <a:solidFill>
                    <a:schemeClr val="bg2"/>
                  </a:solidFill>
                  <a:latin typeface="Times New Roman" panose="02020603050405020304" pitchFamily="18" charset="0"/>
                </a:rPr>
                <a:t>         3                 16</a:t>
              </a:r>
              <a:endParaRPr lang="en-US" altLang="zh-CN" sz="2800" b="0">
                <a:solidFill>
                  <a:schemeClr val="bg2"/>
                </a:solidFill>
                <a:latin typeface="Times New Roman" panose="02020603050405020304" pitchFamily="18" charset="0"/>
              </a:endParaRPr>
            </a:p>
            <a:p>
              <a:r>
                <a:rPr lang="en-US" altLang="zh-CN" sz="2800" b="0">
                  <a:solidFill>
                    <a:schemeClr val="bg2"/>
                  </a:solidFill>
                  <a:latin typeface="Times New Roman" panose="02020603050405020304" pitchFamily="18" charset="0"/>
                </a:rPr>
                <a:t>         4                 10</a:t>
              </a:r>
              <a:endParaRPr lang="en-US" altLang="zh-CN" sz="2800" b="0">
                <a:solidFill>
                  <a:schemeClr val="bg2"/>
                </a:solidFill>
                <a:latin typeface="Times New Roman" panose="02020603050405020304" pitchFamily="18" charset="0"/>
              </a:endParaRPr>
            </a:p>
            <a:p>
              <a:r>
                <a:rPr lang="en-US" altLang="zh-CN" sz="2800" b="0">
                  <a:solidFill>
                    <a:schemeClr val="bg2"/>
                  </a:solidFill>
                  <a:latin typeface="Times New Roman" panose="02020603050405020304" pitchFamily="18" charset="0"/>
                </a:rPr>
                <a:t>         5                   6</a:t>
              </a:r>
              <a:endParaRPr lang="en-US" altLang="zh-CN" sz="2800" b="0">
                <a:solidFill>
                  <a:schemeClr val="bg2"/>
                </a:solidFill>
                <a:latin typeface="Times New Roman" panose="02020603050405020304" pitchFamily="18" charset="0"/>
              </a:endParaRPr>
            </a:p>
            <a:p>
              <a:r>
                <a:rPr lang="en-US" altLang="zh-CN" sz="2800" b="0">
                  <a:solidFill>
                    <a:schemeClr val="bg2"/>
                  </a:solidFill>
                  <a:latin typeface="Times New Roman" panose="02020603050405020304" pitchFamily="18" charset="0"/>
                </a:rPr>
                <a:t>     6 </a:t>
              </a:r>
              <a:r>
                <a:rPr lang="zh-CN" altLang="en-US" sz="2800" b="0" dirty="0">
                  <a:solidFill>
                    <a:schemeClr val="bg2"/>
                  </a:solidFill>
                  <a:latin typeface="Times New Roman" panose="02020603050405020304" pitchFamily="18" charset="0"/>
                </a:rPr>
                <a:t>以上              1</a:t>
              </a:r>
              <a:endParaRPr lang="zh-CN" altLang="en-US" sz="2800" b="0" dirty="0">
                <a:solidFill>
                  <a:schemeClr val="bg2"/>
                </a:solidFill>
                <a:latin typeface="Times New Roman" panose="02020603050405020304" pitchFamily="18" charset="0"/>
              </a:endParaRPr>
            </a:p>
            <a:p>
              <a:r>
                <a:rPr lang="zh-CN" altLang="en-US" sz="2800" b="0" dirty="0">
                  <a:solidFill>
                    <a:schemeClr val="bg2"/>
                  </a:solidFill>
                  <a:latin typeface="Times New Roman" panose="02020603050405020304" pitchFamily="18" charset="0"/>
                </a:rPr>
                <a:t>     合计              100</a:t>
              </a:r>
              <a:endParaRPr lang="zh-CN" altLang="en-US" sz="2800" b="0" dirty="0">
                <a:solidFill>
                  <a:schemeClr val="bg2"/>
                </a:solidFill>
                <a:latin typeface="Times New Roman" panose="02020603050405020304" pitchFamily="18" charset="0"/>
              </a:endParaRPr>
            </a:p>
          </p:txBody>
        </p:sp>
        <p:sp>
          <p:nvSpPr>
            <p:cNvPr id="178181" name="直接连接符 178180"/>
            <p:cNvSpPr/>
            <p:nvPr/>
          </p:nvSpPr>
          <p:spPr>
            <a:xfrm>
              <a:off x="432" y="1488"/>
              <a:ext cx="2208" cy="0"/>
            </a:xfrm>
            <a:prstGeom prst="line">
              <a:avLst/>
            </a:prstGeom>
            <a:ln w="9525" cap="flat" cmpd="sng">
              <a:solidFill>
                <a:srgbClr val="996600"/>
              </a:solidFill>
              <a:prstDash val="solid"/>
              <a:headEnd type="none" w="med" len="med"/>
              <a:tailEnd type="none" w="med" len="med"/>
            </a:ln>
          </p:spPr>
        </p:sp>
        <p:sp>
          <p:nvSpPr>
            <p:cNvPr id="178182" name="直接连接符 178181"/>
            <p:cNvSpPr/>
            <p:nvPr/>
          </p:nvSpPr>
          <p:spPr>
            <a:xfrm>
              <a:off x="1738" y="982"/>
              <a:ext cx="0" cy="2688"/>
            </a:xfrm>
            <a:prstGeom prst="line">
              <a:avLst/>
            </a:prstGeom>
            <a:ln w="9525" cap="flat" cmpd="sng">
              <a:solidFill>
                <a:srgbClr val="996600"/>
              </a:solidFill>
              <a:prstDash val="solid"/>
              <a:headEnd type="none" w="med" len="med"/>
              <a:tailEnd type="none" w="med" len="med"/>
            </a:ln>
          </p:spPr>
        </p:sp>
        <p:sp>
          <p:nvSpPr>
            <p:cNvPr id="178183" name="直接连接符 178182"/>
            <p:cNvSpPr/>
            <p:nvPr/>
          </p:nvSpPr>
          <p:spPr>
            <a:xfrm>
              <a:off x="442" y="3382"/>
              <a:ext cx="2208" cy="0"/>
            </a:xfrm>
            <a:prstGeom prst="line">
              <a:avLst/>
            </a:prstGeom>
            <a:ln w="9525" cap="flat" cmpd="sng">
              <a:solidFill>
                <a:srgbClr val="996600"/>
              </a:solidFill>
              <a:prstDash val="solid"/>
              <a:headEnd type="none" w="med" len="med"/>
              <a:tailEnd type="none" w="med" len="med"/>
            </a:ln>
          </p:spPr>
        </p:sp>
      </p:grpSp>
      <p:grpSp>
        <p:nvGrpSpPr>
          <p:cNvPr id="178192" name="组合 178191"/>
          <p:cNvGrpSpPr/>
          <p:nvPr/>
        </p:nvGrpSpPr>
        <p:grpSpPr>
          <a:xfrm>
            <a:off x="4495800" y="609600"/>
            <a:ext cx="4427538" cy="1593850"/>
            <a:chOff x="2976" y="591"/>
            <a:chExt cx="2789" cy="1004"/>
          </a:xfrm>
        </p:grpSpPr>
        <p:sp>
          <p:nvSpPr>
            <p:cNvPr id="178189" name="文本框 178188"/>
            <p:cNvSpPr txBox="1"/>
            <p:nvPr/>
          </p:nvSpPr>
          <p:spPr>
            <a:xfrm>
              <a:off x="2976" y="591"/>
              <a:ext cx="2366" cy="327"/>
            </a:xfrm>
            <a:prstGeom prst="rect">
              <a:avLst/>
            </a:prstGeom>
            <a:noFill/>
            <a:ln w="9525">
              <a:noFill/>
            </a:ln>
          </p:spPr>
          <p:txBody>
            <a:bodyPr wrap="none" anchor="t">
              <a:spAutoFit/>
            </a:bodyPr>
            <a:p>
              <a:r>
                <a:rPr lang="zh-CN" altLang="en-US" sz="2800" dirty="0">
                  <a:latin typeface="Times New Roman" panose="02020603050405020304" pitchFamily="18" charset="0"/>
                </a:rPr>
                <a:t>每小时病人平均到达率</a:t>
              </a:r>
              <a:endParaRPr lang="zh-CN" altLang="en-US" sz="2800" dirty="0">
                <a:latin typeface="Times New Roman" panose="02020603050405020304" pitchFamily="18" charset="0"/>
              </a:endParaRPr>
            </a:p>
          </p:txBody>
        </p:sp>
        <p:graphicFrame>
          <p:nvGraphicFramePr>
            <p:cNvPr id="178190" name="对象 178189"/>
            <p:cNvGraphicFramePr/>
            <p:nvPr/>
          </p:nvGraphicFramePr>
          <p:xfrm>
            <a:off x="3024" y="960"/>
            <a:ext cx="1640" cy="635"/>
          </p:xfrm>
          <a:graphic>
            <a:graphicData uri="http://schemas.openxmlformats.org/presentationml/2006/ole">
              <mc:AlternateContent xmlns:mc="http://schemas.openxmlformats.org/markup-compatibility/2006">
                <mc:Choice xmlns:v="urn:schemas-microsoft-com:vml" Requires="v">
                  <p:oleObj spid="_x0000_s3176" name="" r:id="rId1" imgW="926465" imgH="431800" progId="Equation.3">
                    <p:embed/>
                  </p:oleObj>
                </mc:Choice>
                <mc:Fallback>
                  <p:oleObj name="" r:id="rId1" imgW="926465" imgH="431800" progId="Equation.3">
                    <p:embed/>
                    <p:pic>
                      <p:nvPicPr>
                        <p:cNvPr id="0" name="图片 3175"/>
                        <p:cNvPicPr/>
                        <p:nvPr/>
                      </p:nvPicPr>
                      <p:blipFill>
                        <a:blip r:embed="rId2">
                          <a:clrChange>
                            <a:clrFrom>
                              <a:srgbClr val="000000"/>
                            </a:clrFrom>
                            <a:clrTo>
                              <a:srgbClr val="000000"/>
                            </a:clrTo>
                          </a:clrChange>
                        </a:blip>
                        <a:stretch>
                          <a:fillRect/>
                        </a:stretch>
                      </p:blipFill>
                      <p:spPr>
                        <a:xfrm>
                          <a:off x="3024" y="960"/>
                          <a:ext cx="1640" cy="635"/>
                        </a:xfrm>
                        <a:prstGeom prst="rect">
                          <a:avLst/>
                        </a:prstGeom>
                        <a:noFill/>
                        <a:ln w="38100">
                          <a:noFill/>
                          <a:miter/>
                        </a:ln>
                      </p:spPr>
                    </p:pic>
                  </p:oleObj>
                </mc:Fallback>
              </mc:AlternateContent>
            </a:graphicData>
          </a:graphic>
        </p:graphicFrame>
        <p:sp>
          <p:nvSpPr>
            <p:cNvPr id="178191" name="文本框 178190"/>
            <p:cNvSpPr txBox="1"/>
            <p:nvPr/>
          </p:nvSpPr>
          <p:spPr>
            <a:xfrm>
              <a:off x="4462" y="1104"/>
              <a:ext cx="1303" cy="327"/>
            </a:xfrm>
            <a:prstGeom prst="rect">
              <a:avLst/>
            </a:prstGeom>
            <a:noFill/>
            <a:ln w="9525">
              <a:noFill/>
            </a:ln>
          </p:spPr>
          <p:txBody>
            <a:bodyPr wrap="none" anchor="t">
              <a:spAutoFit/>
            </a:bodyPr>
            <a:p>
              <a:r>
                <a:rPr lang="zh-CN" altLang="en-US" sz="2800" dirty="0">
                  <a:latin typeface="Times New Roman" panose="02020603050405020304" pitchFamily="18" charset="0"/>
                </a:rPr>
                <a:t>（人/小时）</a:t>
              </a:r>
              <a:endParaRPr lang="zh-CN" altLang="en-US" sz="2800" dirty="0">
                <a:latin typeface="Times New Roman" panose="02020603050405020304" pitchFamily="18" charset="0"/>
              </a:endParaRPr>
            </a:p>
          </p:txBody>
        </p:sp>
      </p:grpSp>
      <p:grpSp>
        <p:nvGrpSpPr>
          <p:cNvPr id="178208" name="组合 178207"/>
          <p:cNvGrpSpPr/>
          <p:nvPr/>
        </p:nvGrpSpPr>
        <p:grpSpPr>
          <a:xfrm>
            <a:off x="4495800" y="2438400"/>
            <a:ext cx="4351338" cy="1617663"/>
            <a:chOff x="2832" y="1536"/>
            <a:chExt cx="2741" cy="1019"/>
          </a:xfrm>
        </p:grpSpPr>
        <p:sp>
          <p:nvSpPr>
            <p:cNvPr id="178193" name="文本框 178192"/>
            <p:cNvSpPr txBox="1"/>
            <p:nvPr/>
          </p:nvSpPr>
          <p:spPr>
            <a:xfrm>
              <a:off x="2832" y="1536"/>
              <a:ext cx="1916" cy="327"/>
            </a:xfrm>
            <a:prstGeom prst="rect">
              <a:avLst/>
            </a:prstGeom>
            <a:noFill/>
            <a:ln w="9525">
              <a:noFill/>
            </a:ln>
          </p:spPr>
          <p:txBody>
            <a:bodyPr wrap="none" anchor="t">
              <a:spAutoFit/>
            </a:bodyPr>
            <a:p>
              <a:r>
                <a:rPr lang="zh-CN" altLang="en-US" sz="2800" dirty="0">
                  <a:latin typeface="Times New Roman" panose="02020603050405020304" pitchFamily="18" charset="0"/>
                </a:rPr>
                <a:t>每次手术平均时间</a:t>
              </a:r>
              <a:endParaRPr lang="zh-CN" altLang="en-US" sz="2800" dirty="0">
                <a:latin typeface="Times New Roman" panose="02020603050405020304" pitchFamily="18" charset="0"/>
              </a:endParaRPr>
            </a:p>
          </p:txBody>
        </p:sp>
        <p:graphicFrame>
          <p:nvGraphicFramePr>
            <p:cNvPr id="178196" name="对象 178195"/>
            <p:cNvGraphicFramePr/>
            <p:nvPr/>
          </p:nvGraphicFramePr>
          <p:xfrm>
            <a:off x="2869" y="1920"/>
            <a:ext cx="1640" cy="635"/>
          </p:xfrm>
          <a:graphic>
            <a:graphicData uri="http://schemas.openxmlformats.org/presentationml/2006/ole">
              <mc:AlternateContent xmlns:mc="http://schemas.openxmlformats.org/markup-compatibility/2006">
                <mc:Choice xmlns:v="urn:schemas-microsoft-com:vml" Requires="v">
                  <p:oleObj spid="_x0000_s3183" name="" r:id="rId3" imgW="926465" imgH="431800" progId="Equation.3">
                    <p:embed/>
                  </p:oleObj>
                </mc:Choice>
                <mc:Fallback>
                  <p:oleObj name="" r:id="rId3" imgW="926465" imgH="431800" progId="Equation.3">
                    <p:embed/>
                    <p:pic>
                      <p:nvPicPr>
                        <p:cNvPr id="0" name="图片 3182"/>
                        <p:cNvPicPr/>
                        <p:nvPr/>
                      </p:nvPicPr>
                      <p:blipFill>
                        <a:blip r:embed="rId4">
                          <a:clrChange>
                            <a:clrFrom>
                              <a:srgbClr val="000000"/>
                            </a:clrFrom>
                            <a:clrTo>
                              <a:srgbClr val="000000"/>
                            </a:clrTo>
                          </a:clrChange>
                        </a:blip>
                        <a:stretch>
                          <a:fillRect/>
                        </a:stretch>
                      </p:blipFill>
                      <p:spPr>
                        <a:xfrm>
                          <a:off x="2869" y="1920"/>
                          <a:ext cx="1640" cy="635"/>
                        </a:xfrm>
                        <a:prstGeom prst="rect">
                          <a:avLst/>
                        </a:prstGeom>
                        <a:noFill/>
                        <a:ln w="38100">
                          <a:noFill/>
                          <a:miter/>
                        </a:ln>
                      </p:spPr>
                    </p:pic>
                  </p:oleObj>
                </mc:Fallback>
              </mc:AlternateContent>
            </a:graphicData>
          </a:graphic>
        </p:graphicFrame>
        <p:sp>
          <p:nvSpPr>
            <p:cNvPr id="178197" name="文本框 178196"/>
            <p:cNvSpPr txBox="1"/>
            <p:nvPr/>
          </p:nvSpPr>
          <p:spPr>
            <a:xfrm>
              <a:off x="4270" y="2064"/>
              <a:ext cx="1303" cy="327"/>
            </a:xfrm>
            <a:prstGeom prst="rect">
              <a:avLst/>
            </a:prstGeom>
            <a:noFill/>
            <a:ln w="9525">
              <a:noFill/>
            </a:ln>
          </p:spPr>
          <p:txBody>
            <a:bodyPr wrap="none" anchor="t">
              <a:spAutoFit/>
            </a:bodyPr>
            <a:p>
              <a:r>
                <a:rPr lang="zh-CN" altLang="en-US" sz="2800" dirty="0">
                  <a:latin typeface="Times New Roman" panose="02020603050405020304" pitchFamily="18" charset="0"/>
                </a:rPr>
                <a:t>（小时/人）</a:t>
              </a:r>
              <a:endParaRPr lang="zh-CN" altLang="en-US" sz="2800" dirty="0">
                <a:latin typeface="Times New Roman" panose="02020603050405020304" pitchFamily="18" charset="0"/>
              </a:endParaRPr>
            </a:p>
          </p:txBody>
        </p:sp>
      </p:grpSp>
      <p:grpSp>
        <p:nvGrpSpPr>
          <p:cNvPr id="178201" name="组合 178200"/>
          <p:cNvGrpSpPr/>
          <p:nvPr/>
        </p:nvGrpSpPr>
        <p:grpSpPr>
          <a:xfrm>
            <a:off x="4572000" y="4191000"/>
            <a:ext cx="4086225" cy="1843088"/>
            <a:chOff x="3024" y="2880"/>
            <a:chExt cx="2574" cy="1161"/>
          </a:xfrm>
        </p:grpSpPr>
        <p:sp>
          <p:nvSpPr>
            <p:cNvPr id="178195" name="文本框 178194"/>
            <p:cNvSpPr txBox="1"/>
            <p:nvPr/>
          </p:nvSpPr>
          <p:spPr>
            <a:xfrm>
              <a:off x="3024" y="2880"/>
              <a:ext cx="2141" cy="596"/>
            </a:xfrm>
            <a:prstGeom prst="rect">
              <a:avLst/>
            </a:prstGeom>
            <a:noFill/>
            <a:ln w="9525">
              <a:noFill/>
            </a:ln>
          </p:spPr>
          <p:txBody>
            <a:bodyPr wrap="none" anchor="t">
              <a:spAutoFit/>
            </a:bodyPr>
            <a:p>
              <a:r>
                <a:rPr lang="zh-CN" altLang="en-US" sz="2800" dirty="0">
                  <a:latin typeface="Times New Roman" panose="02020603050405020304" pitchFamily="18" charset="0"/>
                </a:rPr>
                <a:t>每小时完成手术人数</a:t>
              </a:r>
              <a:endParaRPr lang="zh-CN" altLang="en-US" sz="2800" dirty="0">
                <a:latin typeface="Times New Roman" panose="02020603050405020304" pitchFamily="18" charset="0"/>
              </a:endParaRPr>
            </a:p>
            <a:p>
              <a:r>
                <a:rPr lang="zh-CN" altLang="en-US" sz="2800" dirty="0">
                  <a:latin typeface="Times New Roman" panose="02020603050405020304" pitchFamily="18" charset="0"/>
                </a:rPr>
                <a:t>（平均服务率）</a:t>
              </a:r>
              <a:endParaRPr lang="zh-CN" altLang="en-US" sz="2800" dirty="0">
                <a:latin typeface="Times New Roman" panose="02020603050405020304" pitchFamily="18" charset="0"/>
              </a:endParaRPr>
            </a:p>
          </p:txBody>
        </p:sp>
        <p:graphicFrame>
          <p:nvGraphicFramePr>
            <p:cNvPr id="178198" name="对象 178197"/>
            <p:cNvGraphicFramePr/>
            <p:nvPr/>
          </p:nvGraphicFramePr>
          <p:xfrm>
            <a:off x="3216" y="3408"/>
            <a:ext cx="1400" cy="633"/>
          </p:xfrm>
          <a:graphic>
            <a:graphicData uri="http://schemas.openxmlformats.org/presentationml/2006/ole">
              <mc:AlternateContent xmlns:mc="http://schemas.openxmlformats.org/markup-compatibility/2006">
                <mc:Choice xmlns:v="urn:schemas-microsoft-com:vml" Requires="v">
                  <p:oleObj spid="_x0000_s3182" name="" r:id="rId5" imgW="723900" imgH="393700" progId="Equation.3">
                    <p:embed/>
                  </p:oleObj>
                </mc:Choice>
                <mc:Fallback>
                  <p:oleObj name="" r:id="rId5" imgW="723900" imgH="393700" progId="Equation.3">
                    <p:embed/>
                    <p:pic>
                      <p:nvPicPr>
                        <p:cNvPr id="0" name="图片 3181"/>
                        <p:cNvPicPr/>
                        <p:nvPr/>
                      </p:nvPicPr>
                      <p:blipFill>
                        <a:blip r:embed="rId6">
                          <a:clrChange>
                            <a:clrFrom>
                              <a:srgbClr val="000000"/>
                            </a:clrFrom>
                            <a:clrTo>
                              <a:srgbClr val="000000"/>
                            </a:clrTo>
                          </a:clrChange>
                        </a:blip>
                        <a:stretch>
                          <a:fillRect/>
                        </a:stretch>
                      </p:blipFill>
                      <p:spPr>
                        <a:xfrm>
                          <a:off x="3216" y="3408"/>
                          <a:ext cx="1400" cy="633"/>
                        </a:xfrm>
                        <a:prstGeom prst="rect">
                          <a:avLst/>
                        </a:prstGeom>
                        <a:noFill/>
                        <a:ln w="38100">
                          <a:noFill/>
                          <a:miter/>
                        </a:ln>
                      </p:spPr>
                    </p:pic>
                  </p:oleObj>
                </mc:Fallback>
              </mc:AlternateContent>
            </a:graphicData>
          </a:graphic>
        </p:graphicFrame>
        <p:sp>
          <p:nvSpPr>
            <p:cNvPr id="178200" name="文本框 178199"/>
            <p:cNvSpPr txBox="1"/>
            <p:nvPr/>
          </p:nvSpPr>
          <p:spPr>
            <a:xfrm>
              <a:off x="4464" y="3552"/>
              <a:ext cx="1134" cy="288"/>
            </a:xfrm>
            <a:prstGeom prst="rect">
              <a:avLst/>
            </a:prstGeom>
            <a:noFill/>
            <a:ln w="9525">
              <a:noFill/>
            </a:ln>
          </p:spPr>
          <p:txBody>
            <a:bodyPr wrap="none" anchor="t">
              <a:spAutoFit/>
            </a:bodyPr>
            <a:p>
              <a:r>
                <a:rPr lang="zh-CN" altLang="en-US" sz="2400" dirty="0">
                  <a:latin typeface="Times New Roman" panose="02020603050405020304" pitchFamily="18" charset="0"/>
                </a:rPr>
                <a:t>（人/小时）</a:t>
              </a:r>
              <a:endParaRPr lang="zh-CN" altLang="en-US" sz="2400" dirty="0">
                <a:latin typeface="Times New Roman" panose="02020603050405020304" pitchFamily="18" charset="0"/>
              </a:endParaRPr>
            </a:p>
          </p:txBody>
        </p:sp>
      </p:grpSp>
      <p:graphicFrame>
        <p:nvGraphicFramePr>
          <p:cNvPr id="178207" name="对象 178206"/>
          <p:cNvGraphicFramePr/>
          <p:nvPr/>
        </p:nvGraphicFramePr>
        <p:xfrm>
          <a:off x="1547813" y="836613"/>
          <a:ext cx="2190750" cy="609600"/>
        </p:xfrm>
        <a:graphic>
          <a:graphicData uri="http://schemas.openxmlformats.org/presentationml/2006/ole">
            <mc:AlternateContent xmlns:mc="http://schemas.openxmlformats.org/markup-compatibility/2006">
              <mc:Choice xmlns:v="urn:schemas-microsoft-com:vml" Requires="v">
                <p:oleObj spid="_x0000_s3181" name="" r:id="rId7" imgW="723265" imgH="203200" progId="Equation.3">
                  <p:embed/>
                </p:oleObj>
              </mc:Choice>
              <mc:Fallback>
                <p:oleObj name="" r:id="rId7" imgW="723265" imgH="203200" progId="Equation.3">
                  <p:embed/>
                  <p:pic>
                    <p:nvPicPr>
                      <p:cNvPr id="0" name="图片 3180"/>
                      <p:cNvPicPr/>
                      <p:nvPr/>
                    </p:nvPicPr>
                    <p:blipFill>
                      <a:blip r:embed="rId8"/>
                      <a:stretch>
                        <a:fillRect/>
                      </a:stretch>
                    </p:blipFill>
                    <p:spPr>
                      <a:xfrm>
                        <a:off x="1547813" y="836613"/>
                        <a:ext cx="2190750" cy="609600"/>
                      </a:xfrm>
                      <a:prstGeom prst="rect">
                        <a:avLst/>
                      </a:prstGeom>
                      <a:solidFill>
                        <a:srgbClr val="FFFFCC"/>
                      </a:solidFill>
                      <a:ln w="38100">
                        <a:noFill/>
                        <a:miter/>
                      </a:ln>
                    </p:spPr>
                  </p:pic>
                </p:oleObj>
              </mc:Fallback>
            </mc:AlternateContent>
          </a:graphicData>
        </a:graphic>
      </p:graphicFrame>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78192"/>
                                        </p:tgtEl>
                                        <p:attrNameLst>
                                          <p:attrName>style.visibility</p:attrName>
                                        </p:attrNameLst>
                                      </p:cBhvr>
                                      <p:to>
                                        <p:strVal val="visible"/>
                                      </p:to>
                                    </p:set>
                                    <p:animEffect transition="in" filter="box(out)">
                                      <p:cBhvr>
                                        <p:cTn id="7" dur="500"/>
                                        <p:tgtEl>
                                          <p:spTgt spid="178192"/>
                                        </p:tgtEl>
                                      </p:cBhvr>
                                    </p:animEffect>
                                  </p:childTnLst>
                                  <p:subTnLst>
                                    <p:audio>
                                      <p:cMediaNode>
                                        <p:cTn display="0" masterRel="sameClick">
                                          <p:stCondLst>
                                            <p:cond evt="begin" delay="0">
                                              <p:tn val="5"/>
                                            </p:cond>
                                          </p:stCondLst>
                                          <p:endCondLst>
                                            <p:cond evt="onStopAudio" delay="0">
                                              <p:tgtEl>
                                                <p:sldTgt/>
                                              </p:tgtEl>
                                            </p:cond>
                                          </p:endCondLst>
                                        </p:cTn>
                                        <p:tgtEl>
                                          <p:sndTgt r:embed="rId9"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178208"/>
                                        </p:tgtEl>
                                        <p:attrNameLst>
                                          <p:attrName>style.visibility</p:attrName>
                                        </p:attrNameLst>
                                      </p:cBhvr>
                                      <p:to>
                                        <p:strVal val="visible"/>
                                      </p:to>
                                    </p:set>
                                    <p:anim calcmode="lin" valueType="num">
                                      <p:cBhvr additive="base">
                                        <p:cTn id="12" dur="500" fill="hold"/>
                                        <p:tgtEl>
                                          <p:spTgt spid="178208"/>
                                        </p:tgtEl>
                                        <p:attrNameLst>
                                          <p:attrName>ppt_x</p:attrName>
                                        </p:attrNameLst>
                                      </p:cBhvr>
                                      <p:tavLst>
                                        <p:tav tm="0">
                                          <p:val>
                                            <p:strVal val="1+#ppt_w/2"/>
                                          </p:val>
                                        </p:tav>
                                        <p:tav tm="100000">
                                          <p:val>
                                            <p:strVal val="#ppt_x"/>
                                          </p:val>
                                        </p:tav>
                                      </p:tavLst>
                                    </p:anim>
                                    <p:anim calcmode="lin" valueType="num">
                                      <p:cBhvr additive="base">
                                        <p:cTn id="13" dur="500" fill="hold"/>
                                        <p:tgtEl>
                                          <p:spTgt spid="178208"/>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10" name="carbrake.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178201"/>
                                        </p:tgtEl>
                                        <p:attrNameLst>
                                          <p:attrName>style.visibility</p:attrName>
                                        </p:attrNameLst>
                                      </p:cBhvr>
                                      <p:to>
                                        <p:strVal val="visible"/>
                                      </p:to>
                                    </p:set>
                                    <p:animEffect transition="in" filter="box(out)">
                                      <p:cBhvr>
                                        <p:cTn id="18" dur="500"/>
                                        <p:tgtEl>
                                          <p:spTgt spid="178201"/>
                                        </p:tgtEl>
                                      </p:cBhvr>
                                    </p:animEffect>
                                  </p:childTnLst>
                                  <p:subTnLst>
                                    <p:audio>
                                      <p:cMediaNode>
                                        <p:cTn display="0" masterRel="sameClick">
                                          <p:stCondLst>
                                            <p:cond evt="begin" delay="0">
                                              <p:tn val="16"/>
                                            </p:cond>
                                          </p:stCondLst>
                                          <p:endCondLst>
                                            <p:cond evt="onStopAudio" delay="0">
                                              <p:tgtEl>
                                                <p:sldTgt/>
                                              </p:tgtEl>
                                            </p:cond>
                                          </p:endCondLst>
                                        </p:cTn>
                                        <p:tgtEl>
                                          <p:sndTgt r:embed="rId9"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 fill="hold">
                                          <p:stCondLst>
                                            <p:cond delay="0"/>
                                          </p:stCondLst>
                                        </p:cTn>
                                        <p:tgtEl>
                                          <p:spTgt spid="178207"/>
                                        </p:tgtEl>
                                        <p:attrNameLst>
                                          <p:attrName>style.visibility</p:attrName>
                                        </p:attrNameLst>
                                      </p:cBhvr>
                                      <p:to>
                                        <p:strVal val="visible"/>
                                      </p:to>
                                    </p:set>
                                    <p:animEffect transition="in" filter="box(out)">
                                      <p:cBhvr>
                                        <p:cTn id="23" dur="500"/>
                                        <p:tgtEl>
                                          <p:spTgt spid="178207"/>
                                        </p:tgtEl>
                                      </p:cBhvr>
                                    </p:animEffect>
                                  </p:childTnLst>
                                  <p:subTnLst>
                                    <p:audio>
                                      <p:cMediaNode>
                                        <p:cTn display="0" masterRel="sameClick">
                                          <p:stCondLst>
                                            <p:cond evt="begin" delay="0">
                                              <p:tn val="21"/>
                                            </p:cond>
                                          </p:stCondLst>
                                          <p:endCondLst>
                                            <p:cond evt="onStopAudio" delay="0">
                                              <p:tgtEl>
                                                <p:sldTgt/>
                                              </p:tgtEl>
                                            </p:cond>
                                          </p:endCondLst>
                                        </p:cTn>
                                        <p:tgtEl>
                                          <p:sndTgt r:embed="rId9"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6066" name="内容占位符 216065"/>
          <p:cNvSpPr>
            <a:spLocks noGrp="1"/>
          </p:cNvSpPr>
          <p:nvPr>
            <p:ph/>
          </p:nvPr>
        </p:nvSpPr>
        <p:spPr>
          <a:xfrm>
            <a:off x="1150938" y="214313"/>
            <a:ext cx="7804150" cy="739775"/>
          </a:xfrm>
        </p:spPr>
        <p:txBody>
          <a:bodyPr/>
          <a:p>
            <a:r>
              <a:rPr lang="zh-CN" altLang="en-US" dirty="0"/>
              <a:t>解：</a:t>
            </a:r>
            <a:endParaRPr lang="zh-CN" altLang="en-US" sz="2400" b="1" dirty="0"/>
          </a:p>
        </p:txBody>
      </p:sp>
      <p:grpSp>
        <p:nvGrpSpPr>
          <p:cNvPr id="216067" name="组合 216066"/>
          <p:cNvGrpSpPr/>
          <p:nvPr/>
        </p:nvGrpSpPr>
        <p:grpSpPr>
          <a:xfrm>
            <a:off x="685800" y="1524000"/>
            <a:ext cx="3565525" cy="4329113"/>
            <a:chOff x="432" y="960"/>
            <a:chExt cx="2246" cy="2727"/>
          </a:xfrm>
        </p:grpSpPr>
        <p:sp>
          <p:nvSpPr>
            <p:cNvPr id="216068" name="文本框 216067"/>
            <p:cNvSpPr txBox="1"/>
            <p:nvPr/>
          </p:nvSpPr>
          <p:spPr>
            <a:xfrm>
              <a:off x="432" y="960"/>
              <a:ext cx="2246" cy="2727"/>
            </a:xfrm>
            <a:prstGeom prst="rect">
              <a:avLst/>
            </a:prstGeom>
            <a:solidFill>
              <a:srgbClr val="FFFF99"/>
            </a:solidFill>
            <a:ln w="28575" cap="flat" cmpd="sng">
              <a:solidFill>
                <a:srgbClr val="996600"/>
              </a:solidFill>
              <a:prstDash val="solid"/>
              <a:miter/>
              <a:headEnd type="none" w="med" len="med"/>
              <a:tailEnd type="none" w="med" len="med"/>
            </a:ln>
          </p:spPr>
          <p:txBody>
            <a:bodyPr wrap="none" anchor="t">
              <a:spAutoFit/>
            </a:bodyPr>
            <a:p>
              <a:r>
                <a:rPr lang="zh-CN" altLang="en-US" sz="2400" b="0" dirty="0">
                  <a:solidFill>
                    <a:schemeClr val="bg2"/>
                  </a:solidFill>
                  <a:latin typeface="Times New Roman" panose="02020603050405020304" pitchFamily="18" charset="0"/>
                </a:rPr>
                <a:t>到达的病人数    出现次数</a:t>
              </a:r>
              <a:endParaRPr lang="zh-CN" altLang="en-US" sz="2400" b="0" dirty="0">
                <a:solidFill>
                  <a:schemeClr val="bg2"/>
                </a:solidFill>
                <a:latin typeface="Times New Roman" panose="02020603050405020304" pitchFamily="18" charset="0"/>
              </a:endParaRPr>
            </a:p>
            <a:p>
              <a:r>
                <a:rPr lang="zh-CN" altLang="en-US" sz="2400" b="0" dirty="0">
                  <a:solidFill>
                    <a:schemeClr val="bg2"/>
                  </a:solidFill>
                  <a:latin typeface="Times New Roman" panose="02020603050405020304" pitchFamily="18" charset="0"/>
                </a:rPr>
                <a:t>         </a:t>
              </a:r>
              <a:r>
                <a:rPr lang="en-US" altLang="zh-CN" sz="2800" b="0">
                  <a:solidFill>
                    <a:schemeClr val="bg2"/>
                  </a:solidFill>
                  <a:latin typeface="Times New Roman" panose="02020603050405020304" pitchFamily="18" charset="0"/>
                </a:rPr>
                <a:t>n                   u</a:t>
              </a:r>
              <a:r>
                <a:rPr lang="en-US" altLang="zh-CN" sz="2800" b="0" baseline="-25000">
                  <a:solidFill>
                    <a:schemeClr val="bg2"/>
                  </a:solidFill>
                  <a:latin typeface="Times New Roman" panose="02020603050405020304" pitchFamily="18" charset="0"/>
                </a:rPr>
                <a:t>n</a:t>
              </a:r>
              <a:endParaRPr lang="en-US" altLang="zh-CN" sz="2800" b="0">
                <a:solidFill>
                  <a:schemeClr val="bg2"/>
                </a:solidFill>
                <a:latin typeface="Times New Roman" panose="02020603050405020304" pitchFamily="18" charset="0"/>
              </a:endParaRPr>
            </a:p>
            <a:p>
              <a:r>
                <a:rPr lang="en-US" altLang="zh-CN" sz="2800" b="0">
                  <a:solidFill>
                    <a:schemeClr val="bg2"/>
                  </a:solidFill>
                  <a:latin typeface="Times New Roman" panose="02020603050405020304" pitchFamily="18" charset="0"/>
                </a:rPr>
                <a:t>         0                 10</a:t>
              </a:r>
              <a:endParaRPr lang="en-US" altLang="zh-CN" sz="2800" b="0">
                <a:solidFill>
                  <a:schemeClr val="bg2"/>
                </a:solidFill>
                <a:latin typeface="Times New Roman" panose="02020603050405020304" pitchFamily="18" charset="0"/>
              </a:endParaRPr>
            </a:p>
            <a:p>
              <a:r>
                <a:rPr lang="en-US" altLang="zh-CN" sz="2800" b="0">
                  <a:solidFill>
                    <a:schemeClr val="bg2"/>
                  </a:solidFill>
                  <a:latin typeface="Times New Roman" panose="02020603050405020304" pitchFamily="18" charset="0"/>
                </a:rPr>
                <a:t>         1                 28</a:t>
              </a:r>
              <a:endParaRPr lang="en-US" altLang="zh-CN" sz="2800" b="0">
                <a:solidFill>
                  <a:schemeClr val="bg2"/>
                </a:solidFill>
                <a:latin typeface="Times New Roman" panose="02020603050405020304" pitchFamily="18" charset="0"/>
              </a:endParaRPr>
            </a:p>
            <a:p>
              <a:r>
                <a:rPr lang="en-US" altLang="zh-CN" sz="2800" b="0">
                  <a:solidFill>
                    <a:schemeClr val="bg2"/>
                  </a:solidFill>
                  <a:latin typeface="Times New Roman" panose="02020603050405020304" pitchFamily="18" charset="0"/>
                </a:rPr>
                <a:t>         2                 29</a:t>
              </a:r>
              <a:endParaRPr lang="en-US" altLang="zh-CN" sz="2800" b="0">
                <a:solidFill>
                  <a:schemeClr val="bg2"/>
                </a:solidFill>
                <a:latin typeface="Times New Roman" panose="02020603050405020304" pitchFamily="18" charset="0"/>
              </a:endParaRPr>
            </a:p>
            <a:p>
              <a:r>
                <a:rPr lang="en-US" altLang="zh-CN" sz="2800" b="0">
                  <a:solidFill>
                    <a:schemeClr val="bg2"/>
                  </a:solidFill>
                  <a:latin typeface="Times New Roman" panose="02020603050405020304" pitchFamily="18" charset="0"/>
                </a:rPr>
                <a:t>         3                 16</a:t>
              </a:r>
              <a:endParaRPr lang="en-US" altLang="zh-CN" sz="2800" b="0">
                <a:solidFill>
                  <a:schemeClr val="bg2"/>
                </a:solidFill>
                <a:latin typeface="Times New Roman" panose="02020603050405020304" pitchFamily="18" charset="0"/>
              </a:endParaRPr>
            </a:p>
            <a:p>
              <a:r>
                <a:rPr lang="en-US" altLang="zh-CN" sz="2800" b="0">
                  <a:solidFill>
                    <a:schemeClr val="bg2"/>
                  </a:solidFill>
                  <a:latin typeface="Times New Roman" panose="02020603050405020304" pitchFamily="18" charset="0"/>
                </a:rPr>
                <a:t>         4                 10</a:t>
              </a:r>
              <a:endParaRPr lang="en-US" altLang="zh-CN" sz="2800" b="0">
                <a:solidFill>
                  <a:schemeClr val="bg2"/>
                </a:solidFill>
                <a:latin typeface="Times New Roman" panose="02020603050405020304" pitchFamily="18" charset="0"/>
              </a:endParaRPr>
            </a:p>
            <a:p>
              <a:r>
                <a:rPr lang="en-US" altLang="zh-CN" sz="2800" b="0">
                  <a:solidFill>
                    <a:schemeClr val="bg2"/>
                  </a:solidFill>
                  <a:latin typeface="Times New Roman" panose="02020603050405020304" pitchFamily="18" charset="0"/>
                </a:rPr>
                <a:t>         5                   6</a:t>
              </a:r>
              <a:endParaRPr lang="en-US" altLang="zh-CN" sz="2800" b="0">
                <a:solidFill>
                  <a:schemeClr val="bg2"/>
                </a:solidFill>
                <a:latin typeface="Times New Roman" panose="02020603050405020304" pitchFamily="18" charset="0"/>
              </a:endParaRPr>
            </a:p>
            <a:p>
              <a:r>
                <a:rPr lang="en-US" altLang="zh-CN" sz="2800" b="0">
                  <a:solidFill>
                    <a:schemeClr val="bg2"/>
                  </a:solidFill>
                  <a:latin typeface="Times New Roman" panose="02020603050405020304" pitchFamily="18" charset="0"/>
                </a:rPr>
                <a:t>     6 </a:t>
              </a:r>
              <a:r>
                <a:rPr lang="zh-CN" altLang="en-US" sz="2800" b="0" dirty="0">
                  <a:solidFill>
                    <a:schemeClr val="bg2"/>
                  </a:solidFill>
                  <a:latin typeface="Times New Roman" panose="02020603050405020304" pitchFamily="18" charset="0"/>
                </a:rPr>
                <a:t>以上              1</a:t>
              </a:r>
              <a:endParaRPr lang="zh-CN" altLang="en-US" sz="2800" b="0" dirty="0">
                <a:solidFill>
                  <a:schemeClr val="bg2"/>
                </a:solidFill>
                <a:latin typeface="Times New Roman" panose="02020603050405020304" pitchFamily="18" charset="0"/>
              </a:endParaRPr>
            </a:p>
            <a:p>
              <a:r>
                <a:rPr lang="zh-CN" altLang="en-US" sz="2800" b="0" dirty="0">
                  <a:solidFill>
                    <a:schemeClr val="bg2"/>
                  </a:solidFill>
                  <a:latin typeface="Times New Roman" panose="02020603050405020304" pitchFamily="18" charset="0"/>
                </a:rPr>
                <a:t>     合计              100</a:t>
              </a:r>
              <a:endParaRPr lang="zh-CN" altLang="en-US" sz="2800" b="0" dirty="0">
                <a:solidFill>
                  <a:schemeClr val="bg2"/>
                </a:solidFill>
                <a:latin typeface="Times New Roman" panose="02020603050405020304" pitchFamily="18" charset="0"/>
              </a:endParaRPr>
            </a:p>
          </p:txBody>
        </p:sp>
        <p:sp>
          <p:nvSpPr>
            <p:cNvPr id="216069" name="直接连接符 216068"/>
            <p:cNvSpPr/>
            <p:nvPr/>
          </p:nvSpPr>
          <p:spPr>
            <a:xfrm>
              <a:off x="432" y="1488"/>
              <a:ext cx="2208" cy="0"/>
            </a:xfrm>
            <a:prstGeom prst="line">
              <a:avLst/>
            </a:prstGeom>
            <a:ln w="9525" cap="flat" cmpd="sng">
              <a:solidFill>
                <a:srgbClr val="996600"/>
              </a:solidFill>
              <a:prstDash val="solid"/>
              <a:headEnd type="none" w="med" len="med"/>
              <a:tailEnd type="none" w="med" len="med"/>
            </a:ln>
          </p:spPr>
        </p:sp>
        <p:sp>
          <p:nvSpPr>
            <p:cNvPr id="216070" name="直接连接符 216069"/>
            <p:cNvSpPr/>
            <p:nvPr/>
          </p:nvSpPr>
          <p:spPr>
            <a:xfrm>
              <a:off x="1738" y="982"/>
              <a:ext cx="0" cy="2688"/>
            </a:xfrm>
            <a:prstGeom prst="line">
              <a:avLst/>
            </a:prstGeom>
            <a:ln w="9525" cap="flat" cmpd="sng">
              <a:solidFill>
                <a:srgbClr val="996600"/>
              </a:solidFill>
              <a:prstDash val="solid"/>
              <a:headEnd type="none" w="med" len="med"/>
              <a:tailEnd type="none" w="med" len="med"/>
            </a:ln>
          </p:spPr>
        </p:sp>
        <p:sp>
          <p:nvSpPr>
            <p:cNvPr id="216071" name="直接连接符 216070"/>
            <p:cNvSpPr/>
            <p:nvPr/>
          </p:nvSpPr>
          <p:spPr>
            <a:xfrm>
              <a:off x="442" y="3382"/>
              <a:ext cx="2208" cy="0"/>
            </a:xfrm>
            <a:prstGeom prst="line">
              <a:avLst/>
            </a:prstGeom>
            <a:ln w="9525" cap="flat" cmpd="sng">
              <a:solidFill>
                <a:srgbClr val="996600"/>
              </a:solidFill>
              <a:prstDash val="solid"/>
              <a:headEnd type="none" w="med" len="med"/>
              <a:tailEnd type="none" w="med" len="med"/>
            </a:ln>
          </p:spPr>
        </p:sp>
      </p:grpSp>
      <p:grpSp>
        <p:nvGrpSpPr>
          <p:cNvPr id="216072" name="组合 216071"/>
          <p:cNvGrpSpPr/>
          <p:nvPr/>
        </p:nvGrpSpPr>
        <p:grpSpPr>
          <a:xfrm>
            <a:off x="4495800" y="609600"/>
            <a:ext cx="4427538" cy="1593850"/>
            <a:chOff x="2976" y="591"/>
            <a:chExt cx="2789" cy="1004"/>
          </a:xfrm>
        </p:grpSpPr>
        <p:sp>
          <p:nvSpPr>
            <p:cNvPr id="216073" name="文本框 216072"/>
            <p:cNvSpPr txBox="1"/>
            <p:nvPr/>
          </p:nvSpPr>
          <p:spPr>
            <a:xfrm>
              <a:off x="2976" y="591"/>
              <a:ext cx="2366" cy="327"/>
            </a:xfrm>
            <a:prstGeom prst="rect">
              <a:avLst/>
            </a:prstGeom>
            <a:noFill/>
            <a:ln w="9525">
              <a:noFill/>
            </a:ln>
          </p:spPr>
          <p:txBody>
            <a:bodyPr wrap="none" anchor="t">
              <a:spAutoFit/>
            </a:bodyPr>
            <a:p>
              <a:r>
                <a:rPr lang="zh-CN" altLang="en-US" sz="2800" dirty="0">
                  <a:latin typeface="Times New Roman" panose="02020603050405020304" pitchFamily="18" charset="0"/>
                </a:rPr>
                <a:t>每小时病人平均到达率</a:t>
              </a:r>
              <a:endParaRPr lang="zh-CN" altLang="en-US" sz="2800" dirty="0">
                <a:latin typeface="Times New Roman" panose="02020603050405020304" pitchFamily="18" charset="0"/>
              </a:endParaRPr>
            </a:p>
          </p:txBody>
        </p:sp>
        <p:graphicFrame>
          <p:nvGraphicFramePr>
            <p:cNvPr id="216074" name="对象 216073"/>
            <p:cNvGraphicFramePr/>
            <p:nvPr/>
          </p:nvGraphicFramePr>
          <p:xfrm>
            <a:off x="3024" y="960"/>
            <a:ext cx="1640" cy="635"/>
          </p:xfrm>
          <a:graphic>
            <a:graphicData uri="http://schemas.openxmlformats.org/presentationml/2006/ole">
              <mc:AlternateContent xmlns:mc="http://schemas.openxmlformats.org/markup-compatibility/2006">
                <mc:Choice xmlns:v="urn:schemas-microsoft-com:vml" Requires="v">
                  <p:oleObj spid="_x0000_s3179" name="" r:id="rId1" imgW="926465" imgH="431800" progId="Equation.3">
                    <p:embed/>
                  </p:oleObj>
                </mc:Choice>
                <mc:Fallback>
                  <p:oleObj name="" r:id="rId1" imgW="926465" imgH="431800" progId="Equation.3">
                    <p:embed/>
                    <p:pic>
                      <p:nvPicPr>
                        <p:cNvPr id="0" name="图片 3178"/>
                        <p:cNvPicPr/>
                        <p:nvPr/>
                      </p:nvPicPr>
                      <p:blipFill>
                        <a:blip r:embed="rId2">
                          <a:clrChange>
                            <a:clrFrom>
                              <a:srgbClr val="000000"/>
                            </a:clrFrom>
                            <a:clrTo>
                              <a:srgbClr val="000000"/>
                            </a:clrTo>
                          </a:clrChange>
                        </a:blip>
                        <a:stretch>
                          <a:fillRect/>
                        </a:stretch>
                      </p:blipFill>
                      <p:spPr>
                        <a:xfrm>
                          <a:off x="3024" y="960"/>
                          <a:ext cx="1640" cy="635"/>
                        </a:xfrm>
                        <a:prstGeom prst="rect">
                          <a:avLst/>
                        </a:prstGeom>
                        <a:noFill/>
                        <a:ln w="38100">
                          <a:noFill/>
                          <a:miter/>
                        </a:ln>
                      </p:spPr>
                    </p:pic>
                  </p:oleObj>
                </mc:Fallback>
              </mc:AlternateContent>
            </a:graphicData>
          </a:graphic>
        </p:graphicFrame>
        <p:sp>
          <p:nvSpPr>
            <p:cNvPr id="216075" name="文本框 216074"/>
            <p:cNvSpPr txBox="1"/>
            <p:nvPr/>
          </p:nvSpPr>
          <p:spPr>
            <a:xfrm>
              <a:off x="4462" y="1104"/>
              <a:ext cx="1303" cy="327"/>
            </a:xfrm>
            <a:prstGeom prst="rect">
              <a:avLst/>
            </a:prstGeom>
            <a:noFill/>
            <a:ln w="9525">
              <a:noFill/>
            </a:ln>
          </p:spPr>
          <p:txBody>
            <a:bodyPr wrap="none" anchor="t">
              <a:spAutoFit/>
            </a:bodyPr>
            <a:p>
              <a:r>
                <a:rPr lang="zh-CN" altLang="en-US" sz="2800" dirty="0">
                  <a:latin typeface="Times New Roman" panose="02020603050405020304" pitchFamily="18" charset="0"/>
                </a:rPr>
                <a:t>（人/小时）</a:t>
              </a:r>
              <a:endParaRPr lang="zh-CN" altLang="en-US" sz="2800" dirty="0">
                <a:latin typeface="Times New Roman" panose="02020603050405020304" pitchFamily="18" charset="0"/>
              </a:endParaRPr>
            </a:p>
          </p:txBody>
        </p:sp>
      </p:grpSp>
      <p:grpSp>
        <p:nvGrpSpPr>
          <p:cNvPr id="216076" name="组合 216075"/>
          <p:cNvGrpSpPr/>
          <p:nvPr/>
        </p:nvGrpSpPr>
        <p:grpSpPr>
          <a:xfrm>
            <a:off x="4495800" y="2438400"/>
            <a:ext cx="4351338" cy="1617663"/>
            <a:chOff x="2832" y="1536"/>
            <a:chExt cx="2741" cy="1019"/>
          </a:xfrm>
        </p:grpSpPr>
        <p:sp>
          <p:nvSpPr>
            <p:cNvPr id="216077" name="文本框 216076"/>
            <p:cNvSpPr txBox="1"/>
            <p:nvPr/>
          </p:nvSpPr>
          <p:spPr>
            <a:xfrm>
              <a:off x="2832" y="1536"/>
              <a:ext cx="1916" cy="327"/>
            </a:xfrm>
            <a:prstGeom prst="rect">
              <a:avLst/>
            </a:prstGeom>
            <a:noFill/>
            <a:ln w="9525">
              <a:noFill/>
            </a:ln>
          </p:spPr>
          <p:txBody>
            <a:bodyPr wrap="none" anchor="t">
              <a:spAutoFit/>
            </a:bodyPr>
            <a:p>
              <a:r>
                <a:rPr lang="zh-CN" altLang="en-US" sz="2800" dirty="0">
                  <a:latin typeface="Times New Roman" panose="02020603050405020304" pitchFamily="18" charset="0"/>
                </a:rPr>
                <a:t>每次手术平均时间</a:t>
              </a:r>
              <a:endParaRPr lang="zh-CN" altLang="en-US" sz="2800" dirty="0">
                <a:latin typeface="Times New Roman" panose="02020603050405020304" pitchFamily="18" charset="0"/>
              </a:endParaRPr>
            </a:p>
          </p:txBody>
        </p:sp>
        <p:graphicFrame>
          <p:nvGraphicFramePr>
            <p:cNvPr id="216078" name="对象 216077"/>
            <p:cNvGraphicFramePr/>
            <p:nvPr/>
          </p:nvGraphicFramePr>
          <p:xfrm>
            <a:off x="2869" y="1920"/>
            <a:ext cx="1640" cy="635"/>
          </p:xfrm>
          <a:graphic>
            <a:graphicData uri="http://schemas.openxmlformats.org/presentationml/2006/ole">
              <mc:AlternateContent xmlns:mc="http://schemas.openxmlformats.org/markup-compatibility/2006">
                <mc:Choice xmlns:v="urn:schemas-microsoft-com:vml" Requires="v">
                  <p:oleObj spid="_x0000_s3177" name="" r:id="rId3" imgW="926465" imgH="431800" progId="Equation.3">
                    <p:embed/>
                  </p:oleObj>
                </mc:Choice>
                <mc:Fallback>
                  <p:oleObj name="" r:id="rId3" imgW="926465" imgH="431800" progId="Equation.3">
                    <p:embed/>
                    <p:pic>
                      <p:nvPicPr>
                        <p:cNvPr id="0" name="图片 3176"/>
                        <p:cNvPicPr/>
                        <p:nvPr/>
                      </p:nvPicPr>
                      <p:blipFill>
                        <a:blip r:embed="rId4">
                          <a:clrChange>
                            <a:clrFrom>
                              <a:srgbClr val="000000"/>
                            </a:clrFrom>
                            <a:clrTo>
                              <a:srgbClr val="000000"/>
                            </a:clrTo>
                          </a:clrChange>
                        </a:blip>
                        <a:stretch>
                          <a:fillRect/>
                        </a:stretch>
                      </p:blipFill>
                      <p:spPr>
                        <a:xfrm>
                          <a:off x="2869" y="1920"/>
                          <a:ext cx="1640" cy="635"/>
                        </a:xfrm>
                        <a:prstGeom prst="rect">
                          <a:avLst/>
                        </a:prstGeom>
                        <a:noFill/>
                        <a:ln w="38100">
                          <a:noFill/>
                          <a:miter/>
                        </a:ln>
                      </p:spPr>
                    </p:pic>
                  </p:oleObj>
                </mc:Fallback>
              </mc:AlternateContent>
            </a:graphicData>
          </a:graphic>
        </p:graphicFrame>
        <p:sp>
          <p:nvSpPr>
            <p:cNvPr id="216079" name="文本框 216078"/>
            <p:cNvSpPr txBox="1"/>
            <p:nvPr/>
          </p:nvSpPr>
          <p:spPr>
            <a:xfrm>
              <a:off x="4270" y="2064"/>
              <a:ext cx="1303" cy="327"/>
            </a:xfrm>
            <a:prstGeom prst="rect">
              <a:avLst/>
            </a:prstGeom>
            <a:noFill/>
            <a:ln w="9525">
              <a:noFill/>
            </a:ln>
          </p:spPr>
          <p:txBody>
            <a:bodyPr wrap="none" anchor="t">
              <a:spAutoFit/>
            </a:bodyPr>
            <a:p>
              <a:r>
                <a:rPr lang="zh-CN" altLang="en-US" sz="2800" dirty="0">
                  <a:latin typeface="Times New Roman" panose="02020603050405020304" pitchFamily="18" charset="0"/>
                </a:rPr>
                <a:t>（小时/人）</a:t>
              </a:r>
              <a:endParaRPr lang="zh-CN" altLang="en-US" sz="2800" dirty="0">
                <a:latin typeface="Times New Roman" panose="02020603050405020304" pitchFamily="18" charset="0"/>
              </a:endParaRPr>
            </a:p>
          </p:txBody>
        </p:sp>
      </p:grpSp>
      <p:grpSp>
        <p:nvGrpSpPr>
          <p:cNvPr id="216080" name="组合 216079"/>
          <p:cNvGrpSpPr/>
          <p:nvPr/>
        </p:nvGrpSpPr>
        <p:grpSpPr>
          <a:xfrm>
            <a:off x="4572000" y="4191000"/>
            <a:ext cx="4086225" cy="1843088"/>
            <a:chOff x="3024" y="2880"/>
            <a:chExt cx="2574" cy="1161"/>
          </a:xfrm>
        </p:grpSpPr>
        <p:sp>
          <p:nvSpPr>
            <p:cNvPr id="216081" name="文本框 216080"/>
            <p:cNvSpPr txBox="1"/>
            <p:nvPr/>
          </p:nvSpPr>
          <p:spPr>
            <a:xfrm>
              <a:off x="3024" y="2880"/>
              <a:ext cx="2141" cy="596"/>
            </a:xfrm>
            <a:prstGeom prst="rect">
              <a:avLst/>
            </a:prstGeom>
            <a:noFill/>
            <a:ln w="9525">
              <a:noFill/>
            </a:ln>
          </p:spPr>
          <p:txBody>
            <a:bodyPr wrap="none" anchor="t">
              <a:spAutoFit/>
            </a:bodyPr>
            <a:p>
              <a:r>
                <a:rPr lang="zh-CN" altLang="en-US" sz="2800" dirty="0">
                  <a:latin typeface="Times New Roman" panose="02020603050405020304" pitchFamily="18" charset="0"/>
                </a:rPr>
                <a:t>每小时完成手术人数</a:t>
              </a:r>
              <a:endParaRPr lang="zh-CN" altLang="en-US" sz="2800" dirty="0">
                <a:latin typeface="Times New Roman" panose="02020603050405020304" pitchFamily="18" charset="0"/>
              </a:endParaRPr>
            </a:p>
            <a:p>
              <a:r>
                <a:rPr lang="zh-CN" altLang="en-US" sz="2800" dirty="0">
                  <a:latin typeface="Times New Roman" panose="02020603050405020304" pitchFamily="18" charset="0"/>
                </a:rPr>
                <a:t>（平均服务率）</a:t>
              </a:r>
              <a:endParaRPr lang="zh-CN" altLang="en-US" sz="2800" dirty="0">
                <a:latin typeface="Times New Roman" panose="02020603050405020304" pitchFamily="18" charset="0"/>
              </a:endParaRPr>
            </a:p>
          </p:txBody>
        </p:sp>
        <p:graphicFrame>
          <p:nvGraphicFramePr>
            <p:cNvPr id="216082" name="对象 216081"/>
            <p:cNvGraphicFramePr/>
            <p:nvPr/>
          </p:nvGraphicFramePr>
          <p:xfrm>
            <a:off x="3216" y="3408"/>
            <a:ext cx="1400" cy="633"/>
          </p:xfrm>
          <a:graphic>
            <a:graphicData uri="http://schemas.openxmlformats.org/presentationml/2006/ole">
              <mc:AlternateContent xmlns:mc="http://schemas.openxmlformats.org/markup-compatibility/2006">
                <mc:Choice xmlns:v="urn:schemas-microsoft-com:vml" Requires="v">
                  <p:oleObj spid="_x0000_s3180" name="" r:id="rId5" imgW="723900" imgH="393700" progId="Equation.3">
                    <p:embed/>
                  </p:oleObj>
                </mc:Choice>
                <mc:Fallback>
                  <p:oleObj name="" r:id="rId5" imgW="723900" imgH="393700" progId="Equation.3">
                    <p:embed/>
                    <p:pic>
                      <p:nvPicPr>
                        <p:cNvPr id="0" name="图片 3179"/>
                        <p:cNvPicPr/>
                        <p:nvPr/>
                      </p:nvPicPr>
                      <p:blipFill>
                        <a:blip r:embed="rId6">
                          <a:clrChange>
                            <a:clrFrom>
                              <a:srgbClr val="000000"/>
                            </a:clrFrom>
                            <a:clrTo>
                              <a:srgbClr val="000000"/>
                            </a:clrTo>
                          </a:clrChange>
                        </a:blip>
                        <a:stretch>
                          <a:fillRect/>
                        </a:stretch>
                      </p:blipFill>
                      <p:spPr>
                        <a:xfrm>
                          <a:off x="3216" y="3408"/>
                          <a:ext cx="1400" cy="633"/>
                        </a:xfrm>
                        <a:prstGeom prst="rect">
                          <a:avLst/>
                        </a:prstGeom>
                        <a:noFill/>
                        <a:ln w="38100">
                          <a:noFill/>
                          <a:miter/>
                        </a:ln>
                      </p:spPr>
                    </p:pic>
                  </p:oleObj>
                </mc:Fallback>
              </mc:AlternateContent>
            </a:graphicData>
          </a:graphic>
        </p:graphicFrame>
        <p:sp>
          <p:nvSpPr>
            <p:cNvPr id="216083" name="文本框 216082"/>
            <p:cNvSpPr txBox="1"/>
            <p:nvPr/>
          </p:nvSpPr>
          <p:spPr>
            <a:xfrm>
              <a:off x="4464" y="3552"/>
              <a:ext cx="1134" cy="288"/>
            </a:xfrm>
            <a:prstGeom prst="rect">
              <a:avLst/>
            </a:prstGeom>
            <a:noFill/>
            <a:ln w="9525">
              <a:noFill/>
            </a:ln>
          </p:spPr>
          <p:txBody>
            <a:bodyPr wrap="none" anchor="t">
              <a:spAutoFit/>
            </a:bodyPr>
            <a:p>
              <a:r>
                <a:rPr lang="zh-CN" altLang="en-US" sz="2400" dirty="0">
                  <a:latin typeface="Times New Roman" panose="02020603050405020304" pitchFamily="18" charset="0"/>
                </a:rPr>
                <a:t>（人/小时）</a:t>
              </a:r>
              <a:endParaRPr lang="zh-CN" altLang="en-US" sz="2400" dirty="0">
                <a:latin typeface="Times New Roman" panose="02020603050405020304" pitchFamily="18" charset="0"/>
              </a:endParaRPr>
            </a:p>
          </p:txBody>
        </p:sp>
      </p:grpSp>
      <p:grpSp>
        <p:nvGrpSpPr>
          <p:cNvPr id="216084" name="组合 216083"/>
          <p:cNvGrpSpPr/>
          <p:nvPr/>
        </p:nvGrpSpPr>
        <p:grpSpPr>
          <a:xfrm>
            <a:off x="685800" y="1524000"/>
            <a:ext cx="3581400" cy="4329113"/>
            <a:chOff x="3024" y="960"/>
            <a:chExt cx="2256" cy="2727"/>
          </a:xfrm>
        </p:grpSpPr>
        <p:sp>
          <p:nvSpPr>
            <p:cNvPr id="216085" name="文本框 216084"/>
            <p:cNvSpPr txBox="1"/>
            <p:nvPr/>
          </p:nvSpPr>
          <p:spPr>
            <a:xfrm>
              <a:off x="3024" y="960"/>
              <a:ext cx="2256" cy="2727"/>
            </a:xfrm>
            <a:prstGeom prst="rect">
              <a:avLst/>
            </a:prstGeom>
            <a:solidFill>
              <a:srgbClr val="FFCCFF"/>
            </a:solidFill>
            <a:ln w="28575" cap="flat" cmpd="sng">
              <a:solidFill>
                <a:schemeClr val="tx1"/>
              </a:solidFill>
              <a:prstDash val="solid"/>
              <a:miter/>
              <a:headEnd type="none" w="med" len="med"/>
              <a:tailEnd type="none" w="med" len="med"/>
            </a:ln>
          </p:spPr>
          <p:txBody>
            <a:bodyPr wrap="none" anchor="t">
              <a:spAutoFit/>
            </a:bodyPr>
            <a:p>
              <a:r>
                <a:rPr lang="zh-CN" altLang="en-US" sz="2400" dirty="0">
                  <a:solidFill>
                    <a:schemeClr val="bg2"/>
                  </a:solidFill>
                  <a:latin typeface="Times New Roman" panose="02020603050405020304" pitchFamily="18" charset="0"/>
                </a:rPr>
                <a:t>完成手术时间    出现次数</a:t>
              </a:r>
              <a:endParaRPr lang="zh-CN" altLang="en-US" sz="2400" dirty="0">
                <a:solidFill>
                  <a:schemeClr val="bg2"/>
                </a:solidFill>
                <a:latin typeface="Times New Roman" panose="02020603050405020304" pitchFamily="18" charset="0"/>
              </a:endParaRPr>
            </a:p>
            <a:p>
              <a:r>
                <a:rPr lang="zh-CN" altLang="en-US" sz="2400" dirty="0">
                  <a:solidFill>
                    <a:schemeClr val="bg2"/>
                  </a:solidFill>
                  <a:latin typeface="Times New Roman" panose="02020603050405020304" pitchFamily="18" charset="0"/>
                </a:rPr>
                <a:t>         </a:t>
              </a:r>
              <a:r>
                <a:rPr lang="en-US" altLang="zh-CN" sz="2800">
                  <a:solidFill>
                    <a:schemeClr val="bg2"/>
                  </a:solidFill>
                  <a:latin typeface="Times New Roman" panose="02020603050405020304" pitchFamily="18" charset="0"/>
                </a:rPr>
                <a:t> r                  </a:t>
              </a:r>
              <a:r>
                <a:rPr lang="en-US" altLang="zh-CN" sz="2800" err="1">
                  <a:solidFill>
                    <a:schemeClr val="bg2"/>
                  </a:solidFill>
                  <a:latin typeface="Times New Roman" panose="02020603050405020304" pitchFamily="18" charset="0"/>
                </a:rPr>
                <a:t>v</a:t>
              </a:r>
              <a:r>
                <a:rPr lang="en-US" altLang="zh-CN" sz="2800" baseline="-25000" err="1">
                  <a:solidFill>
                    <a:schemeClr val="bg2"/>
                  </a:solidFill>
                  <a:latin typeface="Times New Roman" panose="02020603050405020304" pitchFamily="18" charset="0"/>
                </a:rPr>
                <a:t>r</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0.0~0.2            38</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0.2~0.4            25</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0.4~0.6            17</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0.6~0.8             9</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0.8~1.0             6</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1.0~1.2             5</a:t>
              </a:r>
              <a:endParaRPr lang="en-US" altLang="zh-CN" sz="2800">
                <a:solidFill>
                  <a:schemeClr val="bg2"/>
                </a:solidFill>
                <a:latin typeface="Times New Roman" panose="02020603050405020304" pitchFamily="18" charset="0"/>
              </a:endParaRPr>
            </a:p>
            <a:p>
              <a:r>
                <a:rPr lang="en-US" altLang="zh-CN" sz="2800">
                  <a:solidFill>
                    <a:schemeClr val="bg2"/>
                  </a:solidFill>
                  <a:latin typeface="Times New Roman" panose="02020603050405020304" pitchFamily="18" charset="0"/>
                </a:rPr>
                <a:t>    1.2 </a:t>
              </a:r>
              <a:r>
                <a:rPr lang="zh-CN" altLang="en-US" sz="2800" dirty="0">
                  <a:solidFill>
                    <a:schemeClr val="bg2"/>
                  </a:solidFill>
                  <a:latin typeface="Times New Roman" panose="02020603050405020304" pitchFamily="18" charset="0"/>
                </a:rPr>
                <a:t>以上          0</a:t>
              </a:r>
              <a:endParaRPr lang="zh-CN" altLang="en-US" sz="2800" dirty="0">
                <a:solidFill>
                  <a:schemeClr val="bg2"/>
                </a:solidFill>
                <a:latin typeface="Times New Roman" panose="02020603050405020304" pitchFamily="18" charset="0"/>
              </a:endParaRPr>
            </a:p>
            <a:p>
              <a:r>
                <a:rPr lang="zh-CN" altLang="en-US" sz="2800" dirty="0">
                  <a:solidFill>
                    <a:schemeClr val="bg2"/>
                  </a:solidFill>
                  <a:latin typeface="Times New Roman" panose="02020603050405020304" pitchFamily="18" charset="0"/>
                </a:rPr>
                <a:t>     合计              100</a:t>
              </a:r>
              <a:endParaRPr lang="zh-CN" altLang="en-US" sz="2800" dirty="0">
                <a:solidFill>
                  <a:schemeClr val="bg2"/>
                </a:solidFill>
                <a:latin typeface="Times New Roman" panose="02020603050405020304" pitchFamily="18" charset="0"/>
              </a:endParaRPr>
            </a:p>
          </p:txBody>
        </p:sp>
        <p:sp>
          <p:nvSpPr>
            <p:cNvPr id="216086" name="直接连接符 216085"/>
            <p:cNvSpPr/>
            <p:nvPr/>
          </p:nvSpPr>
          <p:spPr>
            <a:xfrm>
              <a:off x="3024" y="1488"/>
              <a:ext cx="2256" cy="0"/>
            </a:xfrm>
            <a:prstGeom prst="line">
              <a:avLst/>
            </a:prstGeom>
            <a:ln w="9525" cap="flat" cmpd="sng">
              <a:solidFill>
                <a:schemeClr val="tx1"/>
              </a:solidFill>
              <a:prstDash val="solid"/>
              <a:headEnd type="none" w="med" len="med"/>
              <a:tailEnd type="none" w="med" len="med"/>
            </a:ln>
          </p:spPr>
        </p:sp>
        <p:sp>
          <p:nvSpPr>
            <p:cNvPr id="216087" name="直接连接符 216086"/>
            <p:cNvSpPr/>
            <p:nvPr/>
          </p:nvSpPr>
          <p:spPr>
            <a:xfrm>
              <a:off x="4330" y="982"/>
              <a:ext cx="0" cy="2688"/>
            </a:xfrm>
            <a:prstGeom prst="line">
              <a:avLst/>
            </a:prstGeom>
            <a:ln w="9525" cap="flat" cmpd="sng">
              <a:solidFill>
                <a:schemeClr val="tx1"/>
              </a:solidFill>
              <a:prstDash val="solid"/>
              <a:headEnd type="none" w="med" len="med"/>
              <a:tailEnd type="none" w="med" len="med"/>
            </a:ln>
          </p:spPr>
        </p:sp>
        <p:sp>
          <p:nvSpPr>
            <p:cNvPr id="216088" name="直接连接符 216087"/>
            <p:cNvSpPr/>
            <p:nvPr/>
          </p:nvSpPr>
          <p:spPr>
            <a:xfrm>
              <a:off x="3034" y="3382"/>
              <a:ext cx="2208" cy="0"/>
            </a:xfrm>
            <a:prstGeom prst="line">
              <a:avLst/>
            </a:prstGeom>
            <a:ln w="9525" cap="flat" cmpd="sng">
              <a:solidFill>
                <a:schemeClr val="tx1"/>
              </a:solidFill>
              <a:prstDash val="solid"/>
              <a:headEnd type="none" w="med" len="med"/>
              <a:tailEnd type="none" w="med" len="med"/>
            </a:ln>
          </p:spPr>
        </p:sp>
      </p:grpSp>
      <p:graphicFrame>
        <p:nvGraphicFramePr>
          <p:cNvPr id="216089" name="对象 216088"/>
          <p:cNvGraphicFramePr/>
          <p:nvPr/>
        </p:nvGraphicFramePr>
        <p:xfrm>
          <a:off x="1187450" y="765175"/>
          <a:ext cx="2921000" cy="609600"/>
        </p:xfrm>
        <a:graphic>
          <a:graphicData uri="http://schemas.openxmlformats.org/presentationml/2006/ole">
            <mc:AlternateContent xmlns:mc="http://schemas.openxmlformats.org/markup-compatibility/2006">
              <mc:Choice xmlns:v="urn:schemas-microsoft-com:vml" Requires="v">
                <p:oleObj spid="_x0000_s3178" name="" r:id="rId7" imgW="964565" imgH="203200" progId="Equation.3">
                  <p:embed/>
                </p:oleObj>
              </mc:Choice>
              <mc:Fallback>
                <p:oleObj name="" r:id="rId7" imgW="964565" imgH="203200" progId="Equation.3">
                  <p:embed/>
                  <p:pic>
                    <p:nvPicPr>
                      <p:cNvPr id="0" name="图片 3177"/>
                      <p:cNvPicPr/>
                      <p:nvPr/>
                    </p:nvPicPr>
                    <p:blipFill>
                      <a:blip r:embed="rId8"/>
                      <a:stretch>
                        <a:fillRect/>
                      </a:stretch>
                    </p:blipFill>
                    <p:spPr>
                      <a:xfrm>
                        <a:off x="1187450" y="765175"/>
                        <a:ext cx="2921000" cy="609600"/>
                      </a:xfrm>
                      <a:prstGeom prst="rect">
                        <a:avLst/>
                      </a:prstGeom>
                      <a:solidFill>
                        <a:srgbClr val="FFFFCC"/>
                      </a:solidFill>
                      <a:ln w="38100">
                        <a:noFill/>
                        <a:miter/>
                      </a:ln>
                    </p:spPr>
                  </p:pic>
                </p:oleObj>
              </mc:Fallback>
            </mc:AlternateContent>
          </a:graphicData>
        </a:graphic>
      </p:graphicFrame>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216072"/>
                                        </p:tgtEl>
                                        <p:attrNameLst>
                                          <p:attrName>style.visibility</p:attrName>
                                        </p:attrNameLst>
                                      </p:cBhvr>
                                      <p:to>
                                        <p:strVal val="visible"/>
                                      </p:to>
                                    </p:set>
                                    <p:animEffect transition="in" filter="box(out)">
                                      <p:cBhvr>
                                        <p:cTn id="7" dur="500"/>
                                        <p:tgtEl>
                                          <p:spTgt spid="216072"/>
                                        </p:tgtEl>
                                      </p:cBhvr>
                                    </p:animEffect>
                                  </p:childTnLst>
                                  <p:subTnLst>
                                    <p:audio>
                                      <p:cMediaNode>
                                        <p:cTn display="0" masterRel="sameClick">
                                          <p:stCondLst>
                                            <p:cond evt="begin" delay="0">
                                              <p:tn val="5"/>
                                            </p:cond>
                                          </p:stCondLst>
                                          <p:endCondLst>
                                            <p:cond evt="onStopAudio" delay="0">
                                              <p:tgtEl>
                                                <p:sldTgt/>
                                              </p:tgtEl>
                                            </p:cond>
                                          </p:endCondLst>
                                        </p:cTn>
                                        <p:tgtEl>
                                          <p:sndTgt r:embed="rId9" name="CAMERA.WAV"/>
                                        </p:tgtEl>
                                      </p:cMediaNode>
                                    </p:audio>
                                  </p:sub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21608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2" fill="hold" nodeType="clickEffect">
                                  <p:stCondLst>
                                    <p:cond delay="0"/>
                                  </p:stCondLst>
                                  <p:childTnLst>
                                    <p:set>
                                      <p:cBhvr>
                                        <p:cTn id="15" dur="1" fill="hold">
                                          <p:stCondLst>
                                            <p:cond delay="0"/>
                                          </p:stCondLst>
                                        </p:cTn>
                                        <p:tgtEl>
                                          <p:spTgt spid="216076"/>
                                        </p:tgtEl>
                                        <p:attrNameLst>
                                          <p:attrName>style.visibility</p:attrName>
                                        </p:attrNameLst>
                                      </p:cBhvr>
                                      <p:to>
                                        <p:strVal val="visible"/>
                                      </p:to>
                                    </p:set>
                                    <p:anim calcmode="lin" valueType="num">
                                      <p:cBhvr additive="base">
                                        <p:cTn id="16" dur="500" fill="hold"/>
                                        <p:tgtEl>
                                          <p:spTgt spid="216076"/>
                                        </p:tgtEl>
                                        <p:attrNameLst>
                                          <p:attrName>ppt_x</p:attrName>
                                        </p:attrNameLst>
                                      </p:cBhvr>
                                      <p:tavLst>
                                        <p:tav tm="0">
                                          <p:val>
                                            <p:strVal val="1+#ppt_w/2"/>
                                          </p:val>
                                        </p:tav>
                                        <p:tav tm="100000">
                                          <p:val>
                                            <p:strVal val="#ppt_x"/>
                                          </p:val>
                                        </p:tav>
                                      </p:tavLst>
                                    </p:anim>
                                    <p:anim calcmode="lin" valueType="num">
                                      <p:cBhvr additive="base">
                                        <p:cTn id="17" dur="500" fill="hold"/>
                                        <p:tgtEl>
                                          <p:spTgt spid="216076"/>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4"/>
                                            </p:cond>
                                          </p:stCondLst>
                                          <p:endCondLst>
                                            <p:cond evt="onStopAudio" delay="0">
                                              <p:tgtEl>
                                                <p:sldTgt/>
                                              </p:tgtEl>
                                            </p:cond>
                                          </p:endCondLst>
                                        </p:cTn>
                                        <p:tgtEl>
                                          <p:sndTgt r:embed="rId10" name="carbrake.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16080"/>
                                        </p:tgtEl>
                                        <p:attrNameLst>
                                          <p:attrName>style.visibility</p:attrName>
                                        </p:attrNameLst>
                                      </p:cBhvr>
                                      <p:to>
                                        <p:strVal val="visible"/>
                                      </p:to>
                                    </p:set>
                                    <p:animEffect transition="in" filter="box(out)">
                                      <p:cBhvr>
                                        <p:cTn id="22" dur="500"/>
                                        <p:tgtEl>
                                          <p:spTgt spid="216080"/>
                                        </p:tgtEl>
                                      </p:cBhvr>
                                    </p:animEffect>
                                  </p:childTnLst>
                                  <p:subTnLst>
                                    <p:audio>
                                      <p:cMediaNode>
                                        <p:cTn display="0" masterRel="sameClick">
                                          <p:stCondLst>
                                            <p:cond evt="begin" delay="0">
                                              <p:tn val="20"/>
                                            </p:cond>
                                          </p:stCondLst>
                                          <p:endCondLst>
                                            <p:cond evt="onStopAudio" delay="0">
                                              <p:tgtEl>
                                                <p:sldTgt/>
                                              </p:tgtEl>
                                            </p:cond>
                                          </p:endCondLst>
                                        </p:cTn>
                                        <p:tgtEl>
                                          <p:sndTgt r:embed="rId9"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216089"/>
                                        </p:tgtEl>
                                        <p:attrNameLst>
                                          <p:attrName>style.visibility</p:attrName>
                                        </p:attrNameLst>
                                      </p:cBhvr>
                                      <p:to>
                                        <p:strVal val="visible"/>
                                      </p:to>
                                    </p:set>
                                    <p:animEffect transition="in" filter="box(out)">
                                      <p:cBhvr>
                                        <p:cTn id="27" dur="500"/>
                                        <p:tgtEl>
                                          <p:spTgt spid="216089"/>
                                        </p:tgtEl>
                                      </p:cBhvr>
                                    </p:animEffect>
                                  </p:childTnLst>
                                  <p:subTnLst>
                                    <p:audio>
                                      <p:cMediaNode>
                                        <p:cTn display="0" masterRel="sameClick">
                                          <p:stCondLst>
                                            <p:cond evt="begin" delay="0">
                                              <p:tn val="25"/>
                                            </p:cond>
                                          </p:stCondLst>
                                          <p:endCondLst>
                                            <p:cond evt="onStopAudio" delay="0">
                                              <p:tgtEl>
                                                <p:sldTgt/>
                                              </p:tgtEl>
                                            </p:cond>
                                          </p:endCondLst>
                                        </p:cTn>
                                        <p:tgtEl>
                                          <p:sndTgt r:embed="rId9"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79" name="矩形 181278"/>
          <p:cNvSpPr/>
          <p:nvPr/>
        </p:nvSpPr>
        <p:spPr>
          <a:xfrm>
            <a:off x="1258888" y="765175"/>
            <a:ext cx="6842125" cy="5472113"/>
          </a:xfrm>
          <a:prstGeom prst="rect">
            <a:avLst/>
          </a:prstGeom>
          <a:solidFill>
            <a:srgbClr val="FFFFCC"/>
          </a:solidFill>
          <a:ln w="57150" cap="flat" cmpd="sng">
            <a:solidFill>
              <a:schemeClr val="accent2"/>
            </a:solidFill>
            <a:prstDash val="solid"/>
            <a:miter/>
            <a:headEnd type="none" w="med" len="med"/>
            <a:tailEnd type="none" w="med" len="med"/>
          </a:ln>
        </p:spPr>
        <p:txBody>
          <a:bodyPr/>
          <a:p>
            <a:endParaRPr lang="zh-CN" altLang="en-US"/>
          </a:p>
        </p:txBody>
      </p:sp>
      <p:sp>
        <p:nvSpPr>
          <p:cNvPr id="181250" name="内容占位符 181249"/>
          <p:cNvSpPr>
            <a:spLocks noGrp="1"/>
          </p:cNvSpPr>
          <p:nvPr>
            <p:ph/>
          </p:nvPr>
        </p:nvSpPr>
        <p:spPr>
          <a:xfrm>
            <a:off x="250825" y="765175"/>
            <a:ext cx="1441450" cy="685800"/>
          </a:xfrm>
        </p:spPr>
        <p:txBody>
          <a:bodyPr/>
          <a:p>
            <a:pPr>
              <a:buNone/>
            </a:pPr>
            <a:r>
              <a:rPr lang="zh-CN" altLang="en-US" dirty="0"/>
              <a:t>解：</a:t>
            </a:r>
            <a:endParaRPr lang="zh-CN" altLang="en-US" sz="2400" b="1" dirty="0"/>
          </a:p>
        </p:txBody>
      </p:sp>
      <p:graphicFrame>
        <p:nvGraphicFramePr>
          <p:cNvPr id="181273" name="对象 181272"/>
          <p:cNvGraphicFramePr/>
          <p:nvPr/>
        </p:nvGraphicFramePr>
        <p:xfrm>
          <a:off x="1692275" y="981075"/>
          <a:ext cx="2921000" cy="609600"/>
        </p:xfrm>
        <a:graphic>
          <a:graphicData uri="http://schemas.openxmlformats.org/presentationml/2006/ole">
            <mc:AlternateContent xmlns:mc="http://schemas.openxmlformats.org/markup-compatibility/2006">
              <mc:Choice xmlns:v="urn:schemas-microsoft-com:vml" Requires="v">
                <p:oleObj spid="_x0000_s3185" name="" r:id="rId1" imgW="964565" imgH="203200" progId="Equation.3">
                  <p:embed/>
                </p:oleObj>
              </mc:Choice>
              <mc:Fallback>
                <p:oleObj name="" r:id="rId1" imgW="964565" imgH="203200" progId="Equation.3">
                  <p:embed/>
                  <p:pic>
                    <p:nvPicPr>
                      <p:cNvPr id="0" name="图片 3184"/>
                      <p:cNvPicPr/>
                      <p:nvPr/>
                    </p:nvPicPr>
                    <p:blipFill>
                      <a:blip r:embed="rId2"/>
                      <a:stretch>
                        <a:fillRect/>
                      </a:stretch>
                    </p:blipFill>
                    <p:spPr>
                      <a:xfrm>
                        <a:off x="1692275" y="981075"/>
                        <a:ext cx="2921000" cy="609600"/>
                      </a:xfrm>
                      <a:prstGeom prst="rect">
                        <a:avLst/>
                      </a:prstGeom>
                      <a:noFill/>
                      <a:ln w="38100">
                        <a:noFill/>
                        <a:miter/>
                      </a:ln>
                    </p:spPr>
                  </p:pic>
                </p:oleObj>
              </mc:Fallback>
            </mc:AlternateContent>
          </a:graphicData>
        </a:graphic>
      </p:graphicFrame>
      <p:graphicFrame>
        <p:nvGraphicFramePr>
          <p:cNvPr id="181275" name="对象 181274"/>
          <p:cNvGraphicFramePr/>
          <p:nvPr/>
        </p:nvGraphicFramePr>
        <p:xfrm>
          <a:off x="1331913" y="4797425"/>
          <a:ext cx="1981200" cy="1138238"/>
        </p:xfrm>
        <a:graphic>
          <a:graphicData uri="http://schemas.openxmlformats.org/presentationml/2006/ole">
            <mc:AlternateContent xmlns:mc="http://schemas.openxmlformats.org/markup-compatibility/2006">
              <mc:Choice xmlns:v="urn:schemas-microsoft-com:vml" Requires="v">
                <p:oleObj spid="_x0000_s3187" name="" r:id="rId3" imgW="761365" imgH="419100" progId="Equation.3">
                  <p:embed/>
                </p:oleObj>
              </mc:Choice>
              <mc:Fallback>
                <p:oleObj name="" r:id="rId3" imgW="761365" imgH="419100" progId="Equation.3">
                  <p:embed/>
                  <p:pic>
                    <p:nvPicPr>
                      <p:cNvPr id="0" name="图片 3186"/>
                      <p:cNvPicPr/>
                      <p:nvPr/>
                    </p:nvPicPr>
                    <p:blipFill>
                      <a:blip r:embed="rId4">
                        <a:clrChange>
                          <a:clrFrom>
                            <a:srgbClr val="000000"/>
                          </a:clrFrom>
                          <a:clrTo>
                            <a:srgbClr val="1C1C1C"/>
                          </a:clrTo>
                        </a:clrChange>
                      </a:blip>
                      <a:stretch>
                        <a:fillRect/>
                      </a:stretch>
                    </p:blipFill>
                    <p:spPr>
                      <a:xfrm>
                        <a:off x="1331913" y="4797425"/>
                        <a:ext cx="1981200" cy="1138238"/>
                      </a:xfrm>
                      <a:prstGeom prst="rect">
                        <a:avLst/>
                      </a:prstGeom>
                      <a:noFill/>
                      <a:ln w="38100">
                        <a:noFill/>
                        <a:miter/>
                      </a:ln>
                    </p:spPr>
                  </p:pic>
                </p:oleObj>
              </mc:Fallback>
            </mc:AlternateContent>
          </a:graphicData>
        </a:graphic>
      </p:graphicFrame>
      <p:graphicFrame>
        <p:nvGraphicFramePr>
          <p:cNvPr id="181276" name="对象 181275"/>
          <p:cNvGraphicFramePr/>
          <p:nvPr/>
        </p:nvGraphicFramePr>
        <p:xfrm>
          <a:off x="4114800" y="4724400"/>
          <a:ext cx="2362200" cy="1152525"/>
        </p:xfrm>
        <a:graphic>
          <a:graphicData uri="http://schemas.openxmlformats.org/presentationml/2006/ole">
            <mc:AlternateContent xmlns:mc="http://schemas.openxmlformats.org/markup-compatibility/2006">
              <mc:Choice xmlns:v="urn:schemas-microsoft-com:vml" Requires="v">
                <p:oleObj spid="_x0000_s3186" name="" r:id="rId5" imgW="761365" imgH="419100" progId="Equation.3">
                  <p:embed/>
                </p:oleObj>
              </mc:Choice>
              <mc:Fallback>
                <p:oleObj name="" r:id="rId5" imgW="761365" imgH="419100" progId="Equation.3">
                  <p:embed/>
                  <p:pic>
                    <p:nvPicPr>
                      <p:cNvPr id="0" name="图片 3185"/>
                      <p:cNvPicPr/>
                      <p:nvPr/>
                    </p:nvPicPr>
                    <p:blipFill>
                      <a:blip r:embed="rId6">
                        <a:clrChange>
                          <a:clrFrom>
                            <a:srgbClr val="000000"/>
                          </a:clrFrom>
                          <a:clrTo>
                            <a:srgbClr val="1C1C1C"/>
                          </a:clrTo>
                        </a:clrChange>
                      </a:blip>
                      <a:stretch>
                        <a:fillRect/>
                      </a:stretch>
                    </p:blipFill>
                    <p:spPr>
                      <a:xfrm>
                        <a:off x="4114800" y="4724400"/>
                        <a:ext cx="2362200" cy="1152525"/>
                      </a:xfrm>
                      <a:prstGeom prst="rect">
                        <a:avLst/>
                      </a:prstGeom>
                      <a:noFill/>
                      <a:ln w="38100">
                        <a:noFill/>
                        <a:miter/>
                      </a:ln>
                    </p:spPr>
                  </p:pic>
                </p:oleObj>
              </mc:Fallback>
            </mc:AlternateContent>
          </a:graphicData>
        </a:graphic>
      </p:graphicFrame>
      <p:graphicFrame>
        <p:nvGraphicFramePr>
          <p:cNvPr id="181277" name="对象 181276"/>
          <p:cNvGraphicFramePr/>
          <p:nvPr/>
        </p:nvGraphicFramePr>
        <p:xfrm>
          <a:off x="1547813" y="3213100"/>
          <a:ext cx="6324600" cy="1144588"/>
        </p:xfrm>
        <a:graphic>
          <a:graphicData uri="http://schemas.openxmlformats.org/presentationml/2006/ole">
            <mc:AlternateContent xmlns:mc="http://schemas.openxmlformats.org/markup-compatibility/2006">
              <mc:Choice xmlns:v="urn:schemas-microsoft-com:vml" Requires="v">
                <p:oleObj spid="_x0000_s3190" name="" r:id="rId7" imgW="2298700" imgH="419100" progId="Equation.3">
                  <p:embed/>
                </p:oleObj>
              </mc:Choice>
              <mc:Fallback>
                <p:oleObj name="" r:id="rId7" imgW="2298700" imgH="419100" progId="Equation.3">
                  <p:embed/>
                  <p:pic>
                    <p:nvPicPr>
                      <p:cNvPr id="0" name="图片 3189"/>
                      <p:cNvPicPr/>
                      <p:nvPr/>
                    </p:nvPicPr>
                    <p:blipFill>
                      <a:blip r:embed="rId8">
                        <a:clrChange>
                          <a:clrFrom>
                            <a:srgbClr val="000000"/>
                          </a:clrFrom>
                          <a:clrTo>
                            <a:srgbClr val="1C1C1C"/>
                          </a:clrTo>
                        </a:clrChange>
                      </a:blip>
                      <a:stretch>
                        <a:fillRect/>
                      </a:stretch>
                    </p:blipFill>
                    <p:spPr>
                      <a:xfrm>
                        <a:off x="1547813" y="3213100"/>
                        <a:ext cx="6324600" cy="1144588"/>
                      </a:xfrm>
                      <a:prstGeom prst="rect">
                        <a:avLst/>
                      </a:prstGeom>
                      <a:noFill/>
                      <a:ln w="38100">
                        <a:noFill/>
                        <a:miter/>
                      </a:ln>
                    </p:spPr>
                  </p:pic>
                </p:oleObj>
              </mc:Fallback>
            </mc:AlternateContent>
          </a:graphicData>
        </a:graphic>
      </p:graphicFrame>
      <p:graphicFrame>
        <p:nvGraphicFramePr>
          <p:cNvPr id="181278" name="对象 181277"/>
          <p:cNvGraphicFramePr/>
          <p:nvPr/>
        </p:nvGraphicFramePr>
        <p:xfrm>
          <a:off x="1619250" y="1844675"/>
          <a:ext cx="4343400" cy="1047750"/>
        </p:xfrm>
        <a:graphic>
          <a:graphicData uri="http://schemas.openxmlformats.org/presentationml/2006/ole">
            <mc:AlternateContent xmlns:mc="http://schemas.openxmlformats.org/markup-compatibility/2006">
              <mc:Choice xmlns:v="urn:schemas-microsoft-com:vml" Requires="v">
                <p:oleObj spid="_x0000_s3184" name="" r:id="rId9" imgW="1841500" imgH="419100" progId="Equation.3">
                  <p:embed/>
                </p:oleObj>
              </mc:Choice>
              <mc:Fallback>
                <p:oleObj name="" r:id="rId9" imgW="1841500" imgH="419100" progId="Equation.3">
                  <p:embed/>
                  <p:pic>
                    <p:nvPicPr>
                      <p:cNvPr id="0" name="图片 3183"/>
                      <p:cNvPicPr/>
                      <p:nvPr/>
                    </p:nvPicPr>
                    <p:blipFill>
                      <a:blip r:embed="rId10">
                        <a:clrChange>
                          <a:clrFrom>
                            <a:srgbClr val="000000"/>
                          </a:clrFrom>
                          <a:clrTo>
                            <a:srgbClr val="1C1C1C"/>
                          </a:clrTo>
                        </a:clrChange>
                      </a:blip>
                      <a:stretch>
                        <a:fillRect/>
                      </a:stretch>
                    </p:blipFill>
                    <p:spPr>
                      <a:xfrm>
                        <a:off x="1619250" y="1844675"/>
                        <a:ext cx="4343400" cy="1047750"/>
                      </a:xfrm>
                      <a:prstGeom prst="rect">
                        <a:avLst/>
                      </a:prstGeom>
                      <a:noFill/>
                      <a:ln w="38100">
                        <a:noFill/>
                        <a:miter/>
                      </a:ln>
                    </p:spPr>
                  </p:pic>
                </p:oleObj>
              </mc:Fallback>
            </mc:AlternateContent>
          </a:graphicData>
        </a:graphic>
      </p:graphicFrame>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81273"/>
                                        </p:tgtEl>
                                        <p:attrNameLst>
                                          <p:attrName>style.visibility</p:attrName>
                                        </p:attrNameLst>
                                      </p:cBhvr>
                                      <p:to>
                                        <p:strVal val="visible"/>
                                      </p:to>
                                    </p:set>
                                    <p:animEffect transition="in" filter="box(out)">
                                      <p:cBhvr>
                                        <p:cTn id="7" dur="500"/>
                                        <p:tgtEl>
                                          <p:spTgt spid="181273"/>
                                        </p:tgtEl>
                                      </p:cBhvr>
                                    </p:animEffect>
                                  </p:childTnLst>
                                  <p:subTnLst>
                                    <p:audio>
                                      <p:cMediaNode>
                                        <p:cTn display="0" masterRel="sameClick">
                                          <p:stCondLst>
                                            <p:cond evt="begin" delay="0">
                                              <p:tn val="5"/>
                                            </p:cond>
                                          </p:stCondLst>
                                          <p:endCondLst>
                                            <p:cond evt="onStopAudio" delay="0">
                                              <p:tgtEl>
                                                <p:sldTgt/>
                                              </p:tgtEl>
                                            </p:cond>
                                          </p:endCondLst>
                                        </p:cTn>
                                        <p:tgtEl>
                                          <p:sndTgt r:embed="rId11"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81278"/>
                                        </p:tgtEl>
                                        <p:attrNameLst>
                                          <p:attrName>style.visibility</p:attrName>
                                        </p:attrNameLst>
                                      </p:cBhvr>
                                      <p:to>
                                        <p:strVal val="visible"/>
                                      </p:to>
                                    </p:set>
                                    <p:animEffect transition="in" filter="box(out)">
                                      <p:cBhvr>
                                        <p:cTn id="12" dur="500"/>
                                        <p:tgtEl>
                                          <p:spTgt spid="181278"/>
                                        </p:tgtEl>
                                      </p:cBhvr>
                                    </p:animEffect>
                                  </p:childTnLst>
                                  <p:subTnLst>
                                    <p:audio>
                                      <p:cMediaNode>
                                        <p:cTn display="0" masterRel="sameClick">
                                          <p:stCondLst>
                                            <p:cond evt="begin" delay="0">
                                              <p:tn val="10"/>
                                            </p:cond>
                                          </p:stCondLst>
                                          <p:endCondLst>
                                            <p:cond evt="onStopAudio" delay="0">
                                              <p:tgtEl>
                                                <p:sldTgt/>
                                              </p:tgtEl>
                                            </p:cond>
                                          </p:endCondLst>
                                        </p:cTn>
                                        <p:tgtEl>
                                          <p:sndTgt r:embed="rId11"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181277"/>
                                        </p:tgtEl>
                                        <p:attrNameLst>
                                          <p:attrName>style.visibility</p:attrName>
                                        </p:attrNameLst>
                                      </p:cBhvr>
                                      <p:to>
                                        <p:strVal val="visible"/>
                                      </p:to>
                                    </p:set>
                                    <p:animEffect transition="in" filter="box(out)">
                                      <p:cBhvr>
                                        <p:cTn id="17" dur="500"/>
                                        <p:tgtEl>
                                          <p:spTgt spid="181277"/>
                                        </p:tgtEl>
                                      </p:cBhvr>
                                    </p:animEffect>
                                  </p:childTnLst>
                                  <p:subTnLst>
                                    <p:audio>
                                      <p:cMediaNode>
                                        <p:cTn display="0" masterRel="sameClick">
                                          <p:stCondLst>
                                            <p:cond evt="begin" delay="0">
                                              <p:tn val="15"/>
                                            </p:cond>
                                          </p:stCondLst>
                                          <p:endCondLst>
                                            <p:cond evt="onStopAudio" delay="0">
                                              <p:tgtEl>
                                                <p:sldTgt/>
                                              </p:tgtEl>
                                            </p:cond>
                                          </p:endCondLst>
                                        </p:cTn>
                                        <p:tgtEl>
                                          <p:sndTgt r:embed="rId11"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181275"/>
                                        </p:tgtEl>
                                        <p:attrNameLst>
                                          <p:attrName>style.visibility</p:attrName>
                                        </p:attrNameLst>
                                      </p:cBhvr>
                                      <p:to>
                                        <p:strVal val="visible"/>
                                      </p:to>
                                    </p:set>
                                    <p:animEffect transition="in" filter="box(out)">
                                      <p:cBhvr>
                                        <p:cTn id="22" dur="500"/>
                                        <p:tgtEl>
                                          <p:spTgt spid="181275"/>
                                        </p:tgtEl>
                                      </p:cBhvr>
                                    </p:animEffect>
                                  </p:childTnLst>
                                  <p:subTnLst>
                                    <p:audio>
                                      <p:cMediaNode>
                                        <p:cTn display="0" masterRel="sameClick">
                                          <p:stCondLst>
                                            <p:cond evt="begin" delay="0">
                                              <p:tn val="20"/>
                                            </p:cond>
                                          </p:stCondLst>
                                          <p:endCondLst>
                                            <p:cond evt="onStopAudio" delay="0">
                                              <p:tgtEl>
                                                <p:sldTgt/>
                                              </p:tgtEl>
                                            </p:cond>
                                          </p:endCondLst>
                                        </p:cTn>
                                        <p:tgtEl>
                                          <p:sndTgt r:embed="rId11"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181276"/>
                                        </p:tgtEl>
                                        <p:attrNameLst>
                                          <p:attrName>style.visibility</p:attrName>
                                        </p:attrNameLst>
                                      </p:cBhvr>
                                      <p:to>
                                        <p:strVal val="visible"/>
                                      </p:to>
                                    </p:set>
                                    <p:animEffect transition="in" filter="box(out)">
                                      <p:cBhvr>
                                        <p:cTn id="27" dur="500"/>
                                        <p:tgtEl>
                                          <p:spTgt spid="181276"/>
                                        </p:tgtEl>
                                      </p:cBhvr>
                                    </p:animEffect>
                                  </p:childTnLst>
                                  <p:subTnLst>
                                    <p:audio>
                                      <p:cMediaNode>
                                        <p:cTn display="0" masterRel="sameClick">
                                          <p:stCondLst>
                                            <p:cond evt="begin" delay="0">
                                              <p:tn val="25"/>
                                            </p:cond>
                                          </p:stCondLst>
                                          <p:endCondLst>
                                            <p:cond evt="onStopAudio" delay="0">
                                              <p:tgtEl>
                                                <p:sldTgt/>
                                              </p:tgtEl>
                                            </p:cond>
                                          </p:endCondLst>
                                        </p:cTn>
                                        <p:tgtEl>
                                          <p:sndTgt r:embed="rId1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标题 123905"/>
          <p:cNvSpPr>
            <a:spLocks noGrp="1"/>
          </p:cNvSpPr>
          <p:nvPr>
            <p:ph type="title"/>
          </p:nvPr>
        </p:nvSpPr>
        <p:spPr/>
        <p:txBody>
          <a:bodyPr anchor="b"/>
          <a:p>
            <a:r>
              <a:rPr lang="zh-CN" altLang="en-US" sz="3200" b="1" dirty="0">
                <a:latin typeface="楷体_GB2312" pitchFamily="49" charset="-122"/>
                <a:ea typeface="楷体_GB2312" pitchFamily="49" charset="-122"/>
              </a:rPr>
              <a:t>3.2 系统容量有限制的情形</a:t>
            </a:r>
            <a:br>
              <a:rPr lang="zh-CN" altLang="en-US" sz="3200" b="1" dirty="0">
                <a:latin typeface="楷体_GB2312" pitchFamily="49" charset="-122"/>
                <a:ea typeface="楷体_GB2312" pitchFamily="49" charset="-122"/>
              </a:rPr>
            </a:br>
            <a:r>
              <a:rPr lang="zh-CN" altLang="en-US" sz="3200" b="1" dirty="0">
                <a:latin typeface="楷体_GB2312" pitchFamily="49" charset="-122"/>
                <a:ea typeface="楷体_GB2312" pitchFamily="49" charset="-122"/>
              </a:rPr>
              <a:t>       (</a:t>
            </a:r>
            <a:r>
              <a:rPr lang="en-US" altLang="zh-CN" sz="3200" b="1">
                <a:latin typeface="楷体_GB2312" pitchFamily="49" charset="-122"/>
                <a:ea typeface="楷体_GB2312" pitchFamily="49" charset="-122"/>
              </a:rPr>
              <a:t>M/M/1/N/∞/FCFS）</a:t>
            </a:r>
            <a:endParaRPr lang="en-US" altLang="zh-CN" sz="3200" b="1">
              <a:latin typeface="楷体_GB2312" pitchFamily="49" charset="-122"/>
              <a:ea typeface="楷体_GB2312" pitchFamily="49" charset="-122"/>
            </a:endParaRPr>
          </a:p>
        </p:txBody>
      </p:sp>
      <p:sp>
        <p:nvSpPr>
          <p:cNvPr id="123907" name="文本占位符 123906"/>
          <p:cNvSpPr>
            <a:spLocks noGrp="1"/>
          </p:cNvSpPr>
          <p:nvPr>
            <p:ph type="body" idx="1"/>
          </p:nvPr>
        </p:nvSpPr>
        <p:spPr>
          <a:xfrm>
            <a:off x="1182688" y="2017713"/>
            <a:ext cx="7772400" cy="2274887"/>
          </a:xfrm>
        </p:spPr>
        <p:txBody>
          <a:bodyPr/>
          <a:p>
            <a:r>
              <a:rPr lang="zh-CN" altLang="en-US" sz="2800" dirty="0">
                <a:ea typeface="楷体_GB2312" pitchFamily="49" charset="-122"/>
              </a:rPr>
              <a:t>状态转移图</a:t>
            </a:r>
            <a:endParaRPr lang="zh-CN" altLang="en-US" sz="2800" dirty="0">
              <a:ea typeface="楷体_GB2312" pitchFamily="49" charset="-122"/>
            </a:endParaRPr>
          </a:p>
          <a:p>
            <a:endParaRPr lang="zh-CN" altLang="en-US" sz="2800" dirty="0">
              <a:ea typeface="楷体_GB2312" pitchFamily="49" charset="-122"/>
            </a:endParaRPr>
          </a:p>
          <a:p>
            <a:endParaRPr lang="zh-CN" altLang="en-US" sz="2800" dirty="0">
              <a:ea typeface="楷体_GB2312" pitchFamily="49" charset="-122"/>
            </a:endParaRPr>
          </a:p>
          <a:p>
            <a:r>
              <a:rPr lang="zh-CN" altLang="en-US" sz="2800" dirty="0">
                <a:ea typeface="楷体_GB2312" pitchFamily="49" charset="-122"/>
              </a:rPr>
              <a:t>状态转移方程</a:t>
            </a:r>
            <a:endParaRPr lang="zh-CN" altLang="en-US" sz="2800" dirty="0">
              <a:ea typeface="楷体_GB2312" pitchFamily="49" charset="-122"/>
            </a:endParaRPr>
          </a:p>
        </p:txBody>
      </p:sp>
      <p:graphicFrame>
        <p:nvGraphicFramePr>
          <p:cNvPr id="123908" name="对象 123907"/>
          <p:cNvGraphicFramePr/>
          <p:nvPr/>
        </p:nvGraphicFramePr>
        <p:xfrm>
          <a:off x="1184275" y="4267200"/>
          <a:ext cx="6545263" cy="2001838"/>
        </p:xfrm>
        <a:graphic>
          <a:graphicData uri="http://schemas.openxmlformats.org/presentationml/2006/ole">
            <mc:AlternateContent xmlns:mc="http://schemas.openxmlformats.org/markup-compatibility/2006">
              <mc:Choice xmlns:v="urn:schemas-microsoft-com:vml" Requires="v">
                <p:oleObj spid="_x0000_s3188" name="" r:id="rId1" imgW="2462530" imgH="711200" progId="Equation.3">
                  <p:embed/>
                </p:oleObj>
              </mc:Choice>
              <mc:Fallback>
                <p:oleObj name="" r:id="rId1" imgW="2462530" imgH="711200" progId="Equation.3">
                  <p:embed/>
                  <p:pic>
                    <p:nvPicPr>
                      <p:cNvPr id="0" name="图片 3187"/>
                      <p:cNvPicPr/>
                      <p:nvPr/>
                    </p:nvPicPr>
                    <p:blipFill>
                      <a:blip r:embed="rId2">
                        <a:clrChange>
                          <a:clrFrom>
                            <a:srgbClr val="000000"/>
                          </a:clrFrom>
                          <a:clrTo>
                            <a:srgbClr val="1C1C1C"/>
                          </a:clrTo>
                        </a:clrChange>
                      </a:blip>
                      <a:stretch>
                        <a:fillRect/>
                      </a:stretch>
                    </p:blipFill>
                    <p:spPr>
                      <a:xfrm>
                        <a:off x="1184275" y="4267200"/>
                        <a:ext cx="6545263" cy="2001838"/>
                      </a:xfrm>
                      <a:prstGeom prst="rect">
                        <a:avLst/>
                      </a:prstGeom>
                      <a:solidFill>
                        <a:srgbClr val="FFFFCC"/>
                      </a:solidFill>
                      <a:ln w="38100">
                        <a:noFill/>
                        <a:miter/>
                      </a:ln>
                    </p:spPr>
                  </p:pic>
                </p:oleObj>
              </mc:Fallback>
            </mc:AlternateContent>
          </a:graphicData>
        </a:graphic>
      </p:graphicFrame>
      <p:grpSp>
        <p:nvGrpSpPr>
          <p:cNvPr id="123913" name="组合 123912"/>
          <p:cNvGrpSpPr/>
          <p:nvPr/>
        </p:nvGrpSpPr>
        <p:grpSpPr>
          <a:xfrm>
            <a:off x="3048000" y="2514600"/>
            <a:ext cx="3429000" cy="1003300"/>
            <a:chOff x="1920" y="1776"/>
            <a:chExt cx="2160" cy="632"/>
          </a:xfrm>
        </p:grpSpPr>
        <p:sp>
          <p:nvSpPr>
            <p:cNvPr id="123909" name="椭圆 123908"/>
            <p:cNvSpPr/>
            <p:nvPr/>
          </p:nvSpPr>
          <p:spPr>
            <a:xfrm>
              <a:off x="1920" y="1968"/>
              <a:ext cx="624" cy="33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p>
              <a:pPr algn="ctr"/>
              <a:r>
                <a:rPr lang="en-US" altLang="zh-CN" sz="2400" b="0">
                  <a:solidFill>
                    <a:schemeClr val="bg2"/>
                  </a:solidFill>
                  <a:latin typeface="Times New Roman" panose="02020603050405020304" pitchFamily="18" charset="0"/>
                </a:rPr>
                <a:t>N-1</a:t>
              </a:r>
              <a:endParaRPr lang="en-US" altLang="zh-CN" sz="2400" b="0">
                <a:solidFill>
                  <a:schemeClr val="bg2"/>
                </a:solidFill>
                <a:latin typeface="Times New Roman" panose="02020603050405020304" pitchFamily="18" charset="0"/>
              </a:endParaRPr>
            </a:p>
          </p:txBody>
        </p:sp>
        <p:sp>
          <p:nvSpPr>
            <p:cNvPr id="123910" name="椭圆 123909"/>
            <p:cNvSpPr/>
            <p:nvPr/>
          </p:nvSpPr>
          <p:spPr>
            <a:xfrm>
              <a:off x="3456" y="1968"/>
              <a:ext cx="624" cy="336"/>
            </a:xfrm>
            <a:prstGeom prst="ellipse">
              <a:avLst/>
            </a:prstGeom>
            <a:solidFill>
              <a:schemeClr val="accent1"/>
            </a:solidFill>
            <a:ln w="9525" cap="flat" cmpd="sng">
              <a:solidFill>
                <a:schemeClr val="tx1"/>
              </a:solidFill>
              <a:prstDash val="solid"/>
              <a:headEnd type="none" w="med" len="med"/>
              <a:tailEnd type="none" w="med" len="med"/>
            </a:ln>
          </p:spPr>
          <p:txBody>
            <a:bodyPr wrap="none" anchor="ctr"/>
            <a:p>
              <a:pPr algn="ctr"/>
              <a:r>
                <a:rPr lang="en-US" altLang="zh-CN" sz="2400" b="0">
                  <a:solidFill>
                    <a:schemeClr val="bg2"/>
                  </a:solidFill>
                  <a:latin typeface="Times New Roman" panose="02020603050405020304" pitchFamily="18" charset="0"/>
                </a:rPr>
                <a:t>N</a:t>
              </a:r>
              <a:endParaRPr lang="en-US" altLang="zh-CN" sz="2400" b="0">
                <a:solidFill>
                  <a:schemeClr val="bg2"/>
                </a:solidFill>
                <a:latin typeface="Times New Roman" panose="02020603050405020304" pitchFamily="18" charset="0"/>
              </a:endParaRPr>
            </a:p>
          </p:txBody>
        </p:sp>
        <p:sp>
          <p:nvSpPr>
            <p:cNvPr id="123911" name="任意多边形 123910"/>
            <p:cNvSpPr/>
            <p:nvPr/>
          </p:nvSpPr>
          <p:spPr>
            <a:xfrm>
              <a:off x="2304" y="1776"/>
              <a:ext cx="1344" cy="192"/>
            </a:xfrm>
            <a:custGeom>
              <a:avLst/>
              <a:gdLst/>
              <a:ahLst/>
              <a:cxnLst/>
              <a:pathLst>
                <a:path w="1344" h="240">
                  <a:moveTo>
                    <a:pt x="0" y="240"/>
                  </a:moveTo>
                  <a:cubicBezTo>
                    <a:pt x="176" y="120"/>
                    <a:pt x="352" y="0"/>
                    <a:pt x="576" y="0"/>
                  </a:cubicBezTo>
                  <a:cubicBezTo>
                    <a:pt x="800" y="0"/>
                    <a:pt x="1216" y="200"/>
                    <a:pt x="1344" y="240"/>
                  </a:cubicBezTo>
                </a:path>
              </a:pathLst>
            </a:custGeom>
            <a:noFill/>
            <a:ln w="57150" cap="flat" cmpd="sng">
              <a:solidFill>
                <a:schemeClr val="tx2"/>
              </a:solidFill>
              <a:prstDash val="solid"/>
              <a:headEnd type="none" w="med" len="med"/>
              <a:tailEnd type="triangle" w="med" len="med"/>
            </a:ln>
          </p:spPr>
          <p:txBody>
            <a:bodyPr/>
            <a:p>
              <a:endParaRPr lang="zh-CN" altLang="en-US"/>
            </a:p>
          </p:txBody>
        </p:sp>
        <p:sp>
          <p:nvSpPr>
            <p:cNvPr id="123912" name="任意多边形 123911"/>
            <p:cNvSpPr/>
            <p:nvPr/>
          </p:nvSpPr>
          <p:spPr>
            <a:xfrm>
              <a:off x="2448" y="2256"/>
              <a:ext cx="1200" cy="152"/>
            </a:xfrm>
            <a:custGeom>
              <a:avLst/>
              <a:gdLst/>
              <a:ahLst/>
              <a:cxnLst/>
              <a:pathLst>
                <a:path w="1200" h="152">
                  <a:moveTo>
                    <a:pt x="1200" y="48"/>
                  </a:moveTo>
                  <a:cubicBezTo>
                    <a:pt x="988" y="100"/>
                    <a:pt x="776" y="152"/>
                    <a:pt x="576" y="144"/>
                  </a:cubicBezTo>
                  <a:cubicBezTo>
                    <a:pt x="376" y="136"/>
                    <a:pt x="88" y="24"/>
                    <a:pt x="0" y="0"/>
                  </a:cubicBezTo>
                </a:path>
              </a:pathLst>
            </a:custGeom>
            <a:noFill/>
            <a:ln w="57150" cap="flat" cmpd="sng">
              <a:solidFill>
                <a:srgbClr val="FF99CC"/>
              </a:solidFill>
              <a:prstDash val="solid"/>
              <a:headEnd type="none" w="med" len="med"/>
              <a:tailEnd type="triangle" w="med" len="med"/>
            </a:ln>
          </p:spPr>
          <p:txBody>
            <a:bodyPr/>
            <a:p>
              <a:endParaRPr lang="zh-CN" altLang="en-US"/>
            </a:p>
          </p:txBody>
        </p:sp>
      </p:grpSp>
      <p:sp>
        <p:nvSpPr>
          <p:cNvPr id="123919" name="任意多边形 123918"/>
          <p:cNvSpPr/>
          <p:nvPr/>
        </p:nvSpPr>
        <p:spPr>
          <a:xfrm>
            <a:off x="2124075" y="2600325"/>
            <a:ext cx="1152525" cy="323850"/>
          </a:xfrm>
          <a:custGeom>
            <a:avLst/>
            <a:gdLst/>
            <a:ahLst/>
            <a:cxnLst/>
            <a:pathLst>
              <a:path w="635" h="159">
                <a:moveTo>
                  <a:pt x="0" y="23"/>
                </a:moveTo>
                <a:cubicBezTo>
                  <a:pt x="83" y="11"/>
                  <a:pt x="166" y="0"/>
                  <a:pt x="272" y="23"/>
                </a:cubicBezTo>
                <a:cubicBezTo>
                  <a:pt x="378" y="46"/>
                  <a:pt x="574" y="136"/>
                  <a:pt x="635" y="159"/>
                </a:cubicBezTo>
              </a:path>
            </a:pathLst>
          </a:custGeom>
          <a:noFill/>
          <a:ln w="57150" cap="flat" cmpd="sng">
            <a:solidFill>
              <a:schemeClr val="tx2"/>
            </a:solidFill>
            <a:prstDash val="solid"/>
            <a:headEnd type="none" w="med" len="med"/>
            <a:tailEnd type="triangle" w="med" len="med"/>
          </a:ln>
        </p:spPr>
        <p:txBody>
          <a:bodyPr/>
          <a:p>
            <a:endParaRPr lang="zh-CN" altLang="en-US"/>
          </a:p>
        </p:txBody>
      </p:sp>
      <p:sp>
        <p:nvSpPr>
          <p:cNvPr id="123920" name="任意多边形 123919"/>
          <p:cNvSpPr/>
          <p:nvPr/>
        </p:nvSpPr>
        <p:spPr>
          <a:xfrm>
            <a:off x="1763713" y="3213100"/>
            <a:ext cx="1368425" cy="227013"/>
          </a:xfrm>
          <a:custGeom>
            <a:avLst/>
            <a:gdLst/>
            <a:ahLst/>
            <a:cxnLst/>
            <a:pathLst>
              <a:path w="862" h="143">
                <a:moveTo>
                  <a:pt x="862" y="45"/>
                </a:moveTo>
                <a:cubicBezTo>
                  <a:pt x="775" y="94"/>
                  <a:pt x="688" y="143"/>
                  <a:pt x="544" y="136"/>
                </a:cubicBezTo>
                <a:cubicBezTo>
                  <a:pt x="400" y="129"/>
                  <a:pt x="91" y="23"/>
                  <a:pt x="0" y="0"/>
                </a:cubicBezTo>
              </a:path>
            </a:pathLst>
          </a:custGeom>
          <a:noFill/>
          <a:ln w="57150" cap="flat" cmpd="sng">
            <a:solidFill>
              <a:srgbClr val="FF66FF"/>
            </a:solidFill>
            <a:prstDash val="solid"/>
            <a:headEnd type="none" w="med" len="med"/>
            <a:tailEnd type="triangle" w="med" len="med"/>
          </a:ln>
        </p:spPr>
        <p:txBody>
          <a:bodyPr/>
          <a:p>
            <a:endParaRPr lang="zh-CN" altLang="en-US"/>
          </a:p>
        </p:txBody>
      </p:sp>
    </p:spTree>
  </p:cSld>
  <p:clrMapOvr>
    <a:masterClrMapping/>
  </p:clrMapOvr>
  <p:transition spd="slow">
    <p:strips dir="r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8425" name="文本框 188424"/>
          <p:cNvSpPr txBox="1"/>
          <p:nvPr/>
        </p:nvSpPr>
        <p:spPr>
          <a:xfrm>
            <a:off x="1527175" y="947738"/>
            <a:ext cx="5487988" cy="579437"/>
          </a:xfrm>
          <a:prstGeom prst="rect">
            <a:avLst/>
          </a:prstGeom>
          <a:noFill/>
          <a:ln w="9525">
            <a:noFill/>
          </a:ln>
        </p:spPr>
        <p:txBody>
          <a:bodyPr wrap="none" anchor="t">
            <a:spAutoFit/>
          </a:bodyPr>
          <a:p>
            <a:pPr>
              <a:buClrTx/>
            </a:pPr>
            <a:r>
              <a:rPr lang="zh-CN" altLang="en-US" sz="3200" dirty="0">
                <a:solidFill>
                  <a:schemeClr val="tx2"/>
                </a:solidFill>
                <a:latin typeface="Tahoma" panose="020B0604030504040204" pitchFamily="34" charset="0"/>
              </a:rPr>
              <a:t>求排队系统顾客数的分布状况</a:t>
            </a:r>
            <a:endParaRPr lang="zh-CN" altLang="en-US" sz="3200" dirty="0">
              <a:solidFill>
                <a:schemeClr val="tx2"/>
              </a:solidFill>
              <a:latin typeface="Tahoma" panose="020B0604030504040204" pitchFamily="34" charset="0"/>
            </a:endParaRPr>
          </a:p>
        </p:txBody>
      </p:sp>
      <p:grpSp>
        <p:nvGrpSpPr>
          <p:cNvPr id="188424" name="组合 188423"/>
          <p:cNvGrpSpPr/>
          <p:nvPr/>
        </p:nvGrpSpPr>
        <p:grpSpPr>
          <a:xfrm>
            <a:off x="3563938" y="188913"/>
            <a:ext cx="5181600" cy="2711450"/>
            <a:chOff x="816" y="144"/>
            <a:chExt cx="3264" cy="1584"/>
          </a:xfrm>
        </p:grpSpPr>
        <p:graphicFrame>
          <p:nvGraphicFramePr>
            <p:cNvPr id="188419" name="对象 188418"/>
            <p:cNvGraphicFramePr/>
            <p:nvPr/>
          </p:nvGraphicFramePr>
          <p:xfrm>
            <a:off x="816" y="144"/>
            <a:ext cx="3264" cy="1584"/>
          </p:xfrm>
          <a:graphic>
            <a:graphicData uri="http://schemas.openxmlformats.org/presentationml/2006/ole">
              <mc:AlternateContent xmlns:mc="http://schemas.openxmlformats.org/markup-compatibility/2006">
                <mc:Choice xmlns:v="urn:schemas-microsoft-com:vml" Requires="v">
                  <p:oleObj spid="_x0000_s3189" name="" r:id="rId1" imgW="1739265" imgH="1129665" progId="Equation.3">
                    <p:embed/>
                  </p:oleObj>
                </mc:Choice>
                <mc:Fallback>
                  <p:oleObj name="" r:id="rId1" imgW="1739265" imgH="1129665" progId="Equation.3">
                    <p:embed/>
                    <p:pic>
                      <p:nvPicPr>
                        <p:cNvPr id="0" name="图片 3188"/>
                        <p:cNvPicPr/>
                        <p:nvPr/>
                      </p:nvPicPr>
                      <p:blipFill>
                        <a:blip r:embed="rId2"/>
                        <a:stretch>
                          <a:fillRect/>
                        </a:stretch>
                      </p:blipFill>
                      <p:spPr>
                        <a:xfrm>
                          <a:off x="816" y="144"/>
                          <a:ext cx="3264" cy="1584"/>
                        </a:xfrm>
                        <a:prstGeom prst="rect">
                          <a:avLst/>
                        </a:prstGeom>
                        <a:solidFill>
                          <a:srgbClr val="FFFFCC"/>
                        </a:solidFill>
                        <a:ln w="38100">
                          <a:noFill/>
                          <a:miter/>
                        </a:ln>
                        <a:effectLst>
                          <a:outerShdw dist="107763" dir="2699999" algn="ctr" rotWithShape="0">
                            <a:srgbClr val="808080"/>
                          </a:outerShdw>
                        </a:effectLst>
                      </p:spPr>
                    </p:pic>
                  </p:oleObj>
                </mc:Fallback>
              </mc:AlternateContent>
            </a:graphicData>
          </a:graphic>
        </p:graphicFrame>
        <p:sp>
          <p:nvSpPr>
            <p:cNvPr id="188420" name="文本框 188419"/>
            <p:cNvSpPr txBox="1"/>
            <p:nvPr/>
          </p:nvSpPr>
          <p:spPr>
            <a:xfrm>
              <a:off x="1042" y="607"/>
              <a:ext cx="678" cy="267"/>
            </a:xfrm>
            <a:prstGeom prst="rect">
              <a:avLst/>
            </a:prstGeom>
            <a:solidFill>
              <a:srgbClr val="FFFFCC"/>
            </a:solidFill>
            <a:ln w="9525">
              <a:noFill/>
            </a:ln>
          </p:spPr>
          <p:txBody>
            <a:bodyPr>
              <a:spAutoFit/>
            </a:bodyPr>
            <a:p>
              <a:pPr eaLnBrk="0" hangingPunct="0"/>
              <a:r>
                <a:rPr lang="zh-CN" altLang="en-US" sz="2400" dirty="0">
                  <a:solidFill>
                    <a:schemeClr val="bg2"/>
                  </a:solidFill>
                  <a:latin typeface="楷体_GB2312" pitchFamily="49" charset="-122"/>
                  <a:ea typeface="楷体_GB2312" pitchFamily="49" charset="-122"/>
                </a:rPr>
                <a:t>其中</a:t>
              </a:r>
              <a:endParaRPr lang="zh-CN" altLang="en-US" sz="2400" dirty="0">
                <a:solidFill>
                  <a:schemeClr val="bg2"/>
                </a:solidFill>
                <a:latin typeface="楷体_GB2312" pitchFamily="49" charset="-122"/>
                <a:ea typeface="楷体_GB2312" pitchFamily="49" charset="-122"/>
              </a:endParaRPr>
            </a:p>
          </p:txBody>
        </p:sp>
      </p:grpSp>
      <p:graphicFrame>
        <p:nvGraphicFramePr>
          <p:cNvPr id="188422" name="对象 188421"/>
          <p:cNvGraphicFramePr/>
          <p:nvPr/>
        </p:nvGraphicFramePr>
        <p:xfrm>
          <a:off x="323850" y="3213100"/>
          <a:ext cx="8516938" cy="2952750"/>
        </p:xfrm>
        <a:graphic>
          <a:graphicData uri="http://schemas.openxmlformats.org/presentationml/2006/ole">
            <mc:AlternateContent xmlns:mc="http://schemas.openxmlformats.org/markup-compatibility/2006">
              <mc:Choice xmlns:v="urn:schemas-microsoft-com:vml" Requires="v">
                <p:oleObj spid="_x0000_s3191" name="" r:id="rId3" imgW="3187700" imgH="1168400" progId="Equation.3">
                  <p:embed/>
                </p:oleObj>
              </mc:Choice>
              <mc:Fallback>
                <p:oleObj name="" r:id="rId3" imgW="3187700" imgH="1168400" progId="Equation.3">
                  <p:embed/>
                  <p:pic>
                    <p:nvPicPr>
                      <p:cNvPr id="0" name="图片 3190"/>
                      <p:cNvPicPr/>
                      <p:nvPr/>
                    </p:nvPicPr>
                    <p:blipFill>
                      <a:blip r:embed="rId4"/>
                      <a:stretch>
                        <a:fillRect/>
                      </a:stretch>
                    </p:blipFill>
                    <p:spPr>
                      <a:xfrm>
                        <a:off x="323850" y="3213100"/>
                        <a:ext cx="8516938" cy="2952750"/>
                      </a:xfrm>
                      <a:prstGeom prst="rect">
                        <a:avLst/>
                      </a:prstGeom>
                      <a:solidFill>
                        <a:srgbClr val="CCECFF"/>
                      </a:solidFill>
                      <a:ln w="38100">
                        <a:noFill/>
                        <a:miter/>
                      </a:ln>
                      <a:effectLst>
                        <a:outerShdw dist="107763" dir="18900000" algn="ctr" rotWithShape="0">
                          <a:srgbClr val="808080"/>
                        </a:outerShdw>
                      </a:effectLst>
                    </p:spPr>
                  </p:pic>
                </p:oleObj>
              </mc:Fallback>
            </mc:AlternateContent>
          </a:graphicData>
        </a:graphic>
      </p:graphicFrame>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8424"/>
                                        </p:tgtEl>
                                        <p:attrNameLst>
                                          <p:attrName>style.visibility</p:attrName>
                                        </p:attrNameLst>
                                      </p:cBhvr>
                                      <p:to>
                                        <p:strVal val="visible"/>
                                      </p:to>
                                    </p:set>
                                    <p:animEffect transition="in" filter="blinds(horizontal)">
                                      <p:cBhvr>
                                        <p:cTn id="7" dur="500"/>
                                        <p:tgtEl>
                                          <p:spTgt spid="1884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8422"/>
                                        </p:tgtEl>
                                        <p:attrNameLst>
                                          <p:attrName>style.visibility</p:attrName>
                                        </p:attrNameLst>
                                      </p:cBhvr>
                                      <p:to>
                                        <p:strVal val="visible"/>
                                      </p:to>
                                    </p:set>
                                    <p:animEffect transition="in" filter="wipe(left)">
                                      <p:cBhvr>
                                        <p:cTn id="12" dur="500"/>
                                        <p:tgtEl>
                                          <p:spTgt spid="1884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8" name="标题 126977"/>
          <p:cNvSpPr>
            <a:spLocks noGrp="1"/>
          </p:cNvSpPr>
          <p:nvPr>
            <p:ph type="title"/>
          </p:nvPr>
        </p:nvSpPr>
        <p:spPr/>
        <p:txBody>
          <a:bodyPr anchor="b"/>
          <a:p>
            <a:r>
              <a:rPr lang="zh-CN" altLang="en-US" dirty="0"/>
              <a:t> </a:t>
            </a:r>
            <a:endParaRPr lang="zh-CN" altLang="en-US" dirty="0"/>
          </a:p>
        </p:txBody>
      </p:sp>
      <p:graphicFrame>
        <p:nvGraphicFramePr>
          <p:cNvPr id="126980" name="对象 126979"/>
          <p:cNvGraphicFramePr/>
          <p:nvPr/>
        </p:nvGraphicFramePr>
        <p:xfrm>
          <a:off x="971550" y="3357563"/>
          <a:ext cx="7416800" cy="2397125"/>
        </p:xfrm>
        <a:graphic>
          <a:graphicData uri="http://schemas.openxmlformats.org/presentationml/2006/ole">
            <mc:AlternateContent xmlns:mc="http://schemas.openxmlformats.org/markup-compatibility/2006">
              <mc:Choice xmlns:v="urn:schemas-microsoft-com:vml" Requires="v">
                <p:oleObj spid="_x0000_s3194" name="" r:id="rId1" imgW="2108200" imgH="889000" progId="Equation.3">
                  <p:embed/>
                </p:oleObj>
              </mc:Choice>
              <mc:Fallback>
                <p:oleObj name="" r:id="rId1" imgW="2108200" imgH="889000" progId="Equation.3">
                  <p:embed/>
                  <p:pic>
                    <p:nvPicPr>
                      <p:cNvPr id="0" name="图片 3193"/>
                      <p:cNvPicPr/>
                      <p:nvPr/>
                    </p:nvPicPr>
                    <p:blipFill>
                      <a:blip r:embed="rId2">
                        <a:clrChange>
                          <a:clrFrom>
                            <a:srgbClr val="000000"/>
                          </a:clrFrom>
                          <a:clrTo>
                            <a:srgbClr val="1C1C1C"/>
                          </a:clrTo>
                        </a:clrChange>
                      </a:blip>
                      <a:stretch>
                        <a:fillRect/>
                      </a:stretch>
                    </p:blipFill>
                    <p:spPr>
                      <a:xfrm>
                        <a:off x="971550" y="3357563"/>
                        <a:ext cx="7416800" cy="2397125"/>
                      </a:xfrm>
                      <a:prstGeom prst="rect">
                        <a:avLst/>
                      </a:prstGeom>
                      <a:solidFill>
                        <a:srgbClr val="FFFFCC"/>
                      </a:solidFill>
                      <a:ln w="38100">
                        <a:noFill/>
                        <a:miter/>
                      </a:ln>
                      <a:effectLst>
                        <a:outerShdw dist="107763" dir="18900000" algn="ctr" rotWithShape="0">
                          <a:srgbClr val="808080">
                            <a:alpha val="50000"/>
                          </a:srgbClr>
                        </a:outerShdw>
                      </a:effectLst>
                    </p:spPr>
                  </p:pic>
                </p:oleObj>
              </mc:Fallback>
            </mc:AlternateContent>
          </a:graphicData>
        </a:graphic>
      </p:graphicFrame>
      <p:graphicFrame>
        <p:nvGraphicFramePr>
          <p:cNvPr id="126987" name="内容占位符 126986"/>
          <p:cNvGraphicFramePr/>
          <p:nvPr>
            <p:ph idx="1"/>
          </p:nvPr>
        </p:nvGraphicFramePr>
        <p:xfrm>
          <a:off x="1512888" y="2173288"/>
          <a:ext cx="5110162" cy="719137"/>
        </p:xfrm>
        <a:graphic>
          <a:graphicData uri="http://schemas.openxmlformats.org/presentationml/2006/ole">
            <mc:AlternateContent xmlns:mc="http://schemas.openxmlformats.org/markup-compatibility/2006">
              <mc:Choice xmlns:v="urn:schemas-microsoft-com:vml" Requires="v">
                <p:oleObj spid="_x0000_s3193" name="" r:id="rId3" imgW="1713865" imgH="241300" progId="Equation.3">
                  <p:embed/>
                </p:oleObj>
              </mc:Choice>
              <mc:Fallback>
                <p:oleObj name="" r:id="rId3" imgW="1713865" imgH="241300" progId="Equation.3">
                  <p:embed/>
                  <p:pic>
                    <p:nvPicPr>
                      <p:cNvPr id="0" name="图片 3192"/>
                      <p:cNvPicPr/>
                      <p:nvPr/>
                    </p:nvPicPr>
                    <p:blipFill>
                      <a:blip r:embed="rId4"/>
                      <a:stretch>
                        <a:fillRect/>
                      </a:stretch>
                    </p:blipFill>
                    <p:spPr>
                      <a:xfrm>
                        <a:off x="1512888" y="2173288"/>
                        <a:ext cx="5110162" cy="719137"/>
                      </a:xfrm>
                      <a:prstGeom prst="rect">
                        <a:avLst/>
                      </a:prstGeom>
                      <a:solidFill>
                        <a:srgbClr val="CCECFF"/>
                      </a:solidFill>
                      <a:ln w="38100">
                        <a:miter/>
                      </a:ln>
                    </p:spPr>
                  </p:pic>
                </p:oleObj>
              </mc:Fallback>
            </mc:AlternateContent>
          </a:graphicData>
        </a:graphic>
      </p:graphicFrame>
      <p:sp>
        <p:nvSpPr>
          <p:cNvPr id="126989" name="文本框 126988"/>
          <p:cNvSpPr txBox="1"/>
          <p:nvPr/>
        </p:nvSpPr>
        <p:spPr>
          <a:xfrm>
            <a:off x="1527175" y="947738"/>
            <a:ext cx="5487988" cy="579437"/>
          </a:xfrm>
          <a:prstGeom prst="rect">
            <a:avLst/>
          </a:prstGeom>
          <a:noFill/>
          <a:ln w="9525">
            <a:noFill/>
          </a:ln>
        </p:spPr>
        <p:txBody>
          <a:bodyPr wrap="none" anchor="t">
            <a:spAutoFit/>
          </a:bodyPr>
          <a:p>
            <a:pPr>
              <a:buClrTx/>
            </a:pPr>
            <a:r>
              <a:rPr lang="zh-CN" altLang="en-US" sz="3200" dirty="0">
                <a:solidFill>
                  <a:schemeClr val="tx2"/>
                </a:solidFill>
                <a:latin typeface="Tahoma" panose="020B0604030504040204" pitchFamily="34" charset="0"/>
              </a:rPr>
              <a:t>求排队系统顾客数的分布状况</a:t>
            </a:r>
            <a:endParaRPr lang="zh-CN" altLang="en-US" sz="3200" dirty="0">
              <a:solidFill>
                <a:schemeClr val="tx2"/>
              </a:solidFill>
              <a:latin typeface="Tahoma" panose="020B0604030504040204" pitchFamily="34" charset="0"/>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26987"/>
                                        </p:tgtEl>
                                        <p:attrNameLst>
                                          <p:attrName>style.visibility</p:attrName>
                                        </p:attrNameLst>
                                      </p:cBhvr>
                                      <p:to>
                                        <p:strVal val="visible"/>
                                      </p:to>
                                    </p:set>
                                    <p:animEffect transition="in" filter="wipe(left)">
                                      <p:cBhvr>
                                        <p:cTn id="7" dur="500"/>
                                        <p:tgtEl>
                                          <p:spTgt spid="12698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6980"/>
                                        </p:tgtEl>
                                        <p:attrNameLst>
                                          <p:attrName>style.visibility</p:attrName>
                                        </p:attrNameLst>
                                      </p:cBhvr>
                                      <p:to>
                                        <p:strVal val="visible"/>
                                      </p:to>
                                    </p:set>
                                    <p:animEffect transition="in" filter="blinds(horizontal)">
                                      <p:cBhvr>
                                        <p:cTn id="12" dur="500"/>
                                        <p:tgtEl>
                                          <p:spTgt spid="1269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8898" name="标题 208897"/>
          <p:cNvSpPr>
            <a:spLocks noGrp="1"/>
          </p:cNvSpPr>
          <p:nvPr>
            <p:ph type="title"/>
          </p:nvPr>
        </p:nvSpPr>
        <p:spPr/>
        <p:txBody>
          <a:bodyPr anchor="b"/>
          <a:p>
            <a:r>
              <a:rPr lang="zh-CN" altLang="en-US" dirty="0"/>
              <a:t> </a:t>
            </a:r>
            <a:endParaRPr lang="zh-CN" altLang="en-US" dirty="0"/>
          </a:p>
        </p:txBody>
      </p:sp>
      <p:sp>
        <p:nvSpPr>
          <p:cNvPr id="208899" name="文本占位符 208898"/>
          <p:cNvSpPr>
            <a:spLocks noGrp="1"/>
          </p:cNvSpPr>
          <p:nvPr>
            <p:ph type="body" idx="1"/>
          </p:nvPr>
        </p:nvSpPr>
        <p:spPr>
          <a:xfrm>
            <a:off x="1116013" y="1916113"/>
            <a:ext cx="7772400" cy="3200400"/>
          </a:xfrm>
        </p:spPr>
        <p:txBody>
          <a:bodyPr/>
          <a:p>
            <a:pPr lvl="1"/>
            <a:r>
              <a:rPr lang="zh-CN" altLang="en-US" b="1" dirty="0"/>
              <a:t>队长</a:t>
            </a:r>
            <a:endParaRPr lang="zh-CN" altLang="en-US" b="1" dirty="0"/>
          </a:p>
          <a:p>
            <a:pPr lvl="1"/>
            <a:endParaRPr lang="zh-CN" altLang="en-US" b="1" dirty="0"/>
          </a:p>
          <a:p>
            <a:pPr lvl="1"/>
            <a:endParaRPr lang="zh-CN" altLang="en-US" b="1" dirty="0"/>
          </a:p>
          <a:p>
            <a:pPr lvl="1"/>
            <a:endParaRPr lang="zh-CN" altLang="en-US" b="1" dirty="0"/>
          </a:p>
          <a:p>
            <a:pPr lvl="1"/>
            <a:r>
              <a:rPr lang="zh-CN" altLang="en-US" b="1" dirty="0"/>
              <a:t>队列长  </a:t>
            </a:r>
            <a:endParaRPr lang="zh-CN" altLang="en-US" b="1" dirty="0"/>
          </a:p>
        </p:txBody>
      </p:sp>
      <p:graphicFrame>
        <p:nvGraphicFramePr>
          <p:cNvPr id="208901" name="对象 208900"/>
          <p:cNvGraphicFramePr/>
          <p:nvPr/>
        </p:nvGraphicFramePr>
        <p:xfrm>
          <a:off x="1908175" y="2636838"/>
          <a:ext cx="6235700" cy="1016000"/>
        </p:xfrm>
        <a:graphic>
          <a:graphicData uri="http://schemas.openxmlformats.org/presentationml/2006/ole">
            <mc:AlternateContent xmlns:mc="http://schemas.openxmlformats.org/markup-compatibility/2006">
              <mc:Choice xmlns:v="urn:schemas-microsoft-com:vml" Requires="v">
                <p:oleObj spid="_x0000_s3195" name="" r:id="rId1" imgW="2094865" imgH="444500" progId="Equation.3">
                  <p:embed/>
                </p:oleObj>
              </mc:Choice>
              <mc:Fallback>
                <p:oleObj name="" r:id="rId1" imgW="2094865" imgH="444500" progId="Equation.3">
                  <p:embed/>
                  <p:pic>
                    <p:nvPicPr>
                      <p:cNvPr id="0" name="图片 3194"/>
                      <p:cNvPicPr/>
                      <p:nvPr/>
                    </p:nvPicPr>
                    <p:blipFill>
                      <a:blip r:embed="rId2">
                        <a:clrChange>
                          <a:clrFrom>
                            <a:srgbClr val="000000"/>
                          </a:clrFrom>
                          <a:clrTo>
                            <a:srgbClr val="1C1C1C"/>
                          </a:clrTo>
                        </a:clrChange>
                      </a:blip>
                      <a:stretch>
                        <a:fillRect/>
                      </a:stretch>
                    </p:blipFill>
                    <p:spPr>
                      <a:xfrm>
                        <a:off x="1908175" y="2636838"/>
                        <a:ext cx="6235700" cy="1016000"/>
                      </a:xfrm>
                      <a:prstGeom prst="rect">
                        <a:avLst/>
                      </a:prstGeom>
                      <a:solidFill>
                        <a:srgbClr val="FFFFCC"/>
                      </a:solidFill>
                      <a:ln w="38100">
                        <a:noFill/>
                        <a:miter/>
                      </a:ln>
                    </p:spPr>
                  </p:pic>
                </p:oleObj>
              </mc:Fallback>
            </mc:AlternateContent>
          </a:graphicData>
        </a:graphic>
      </p:graphicFrame>
      <p:graphicFrame>
        <p:nvGraphicFramePr>
          <p:cNvPr id="208902" name="对象 208901"/>
          <p:cNvGraphicFramePr/>
          <p:nvPr/>
        </p:nvGraphicFramePr>
        <p:xfrm>
          <a:off x="2051050" y="4652963"/>
          <a:ext cx="5668963" cy="1100137"/>
        </p:xfrm>
        <a:graphic>
          <a:graphicData uri="http://schemas.openxmlformats.org/presentationml/2006/ole">
            <mc:AlternateContent xmlns:mc="http://schemas.openxmlformats.org/markup-compatibility/2006">
              <mc:Choice xmlns:v="urn:schemas-microsoft-com:vml" Requires="v">
                <p:oleObj spid="_x0000_s3196" name="" r:id="rId3" imgW="1904365" imgH="431800" progId="Equation.3">
                  <p:embed/>
                </p:oleObj>
              </mc:Choice>
              <mc:Fallback>
                <p:oleObj name="" r:id="rId3" imgW="1904365" imgH="431800" progId="Equation.3">
                  <p:embed/>
                  <p:pic>
                    <p:nvPicPr>
                      <p:cNvPr id="0" name="图片 3195"/>
                      <p:cNvPicPr/>
                      <p:nvPr/>
                    </p:nvPicPr>
                    <p:blipFill>
                      <a:blip r:embed="rId4">
                        <a:clrChange>
                          <a:clrFrom>
                            <a:srgbClr val="000000"/>
                          </a:clrFrom>
                          <a:clrTo>
                            <a:srgbClr val="1C1C1C"/>
                          </a:clrTo>
                        </a:clrChange>
                      </a:blip>
                      <a:stretch>
                        <a:fillRect/>
                      </a:stretch>
                    </p:blipFill>
                    <p:spPr>
                      <a:xfrm>
                        <a:off x="2051050" y="4652963"/>
                        <a:ext cx="5668963" cy="1100137"/>
                      </a:xfrm>
                      <a:prstGeom prst="rect">
                        <a:avLst/>
                      </a:prstGeom>
                      <a:solidFill>
                        <a:srgbClr val="FFFFCC"/>
                      </a:solidFill>
                      <a:ln w="38100">
                        <a:noFill/>
                        <a:miter/>
                      </a:ln>
                    </p:spPr>
                  </p:pic>
                </p:oleObj>
              </mc:Fallback>
            </mc:AlternateContent>
          </a:graphicData>
        </a:graphic>
      </p:graphicFrame>
      <p:sp>
        <p:nvSpPr>
          <p:cNvPr id="208903" name="矩形 208902"/>
          <p:cNvSpPr/>
          <p:nvPr/>
        </p:nvSpPr>
        <p:spPr>
          <a:xfrm>
            <a:off x="1403350" y="908050"/>
            <a:ext cx="3384550" cy="720725"/>
          </a:xfrm>
          <a:prstGeom prst="rect">
            <a:avLst/>
          </a:prstGeom>
          <a:solidFill>
            <a:srgbClr val="FFCCFF"/>
          </a:solidFill>
          <a:ln w="9525">
            <a:noFill/>
          </a:ln>
          <a:effectLst>
            <a:outerShdw sy="50000" kx="-2453608" algn="br" rotWithShape="0">
              <a:schemeClr val="bg2">
                <a:alpha val="50000"/>
              </a:schemeClr>
            </a:outerShdw>
          </a:effectLst>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0">
              <a:buNone/>
            </a:pPr>
            <a:r>
              <a:rPr lang="zh-CN" altLang="en-US" sz="3600" b="1" dirty="0">
                <a:solidFill>
                  <a:schemeClr val="tx2"/>
                </a:solidFill>
                <a:latin typeface="Monotype Corsiva" panose="03010101010201010101" pitchFamily="66" charset="0"/>
                <a:ea typeface="隶书" panose="02010509060101010101" pitchFamily="49" charset="-122"/>
              </a:rPr>
              <a:t>计算有关指标</a:t>
            </a:r>
            <a:endParaRPr lang="zh-CN" altLang="en-US" sz="3600" b="1" dirty="0">
              <a:solidFill>
                <a:schemeClr val="tx2"/>
              </a:solidFill>
              <a:latin typeface="Monotype Corsiva" panose="03010101010201010101" pitchFamily="66" charset="0"/>
              <a:ea typeface="隶书" panose="02010509060101010101" pitchFamily="49" charset="-122"/>
            </a:endParaRPr>
          </a:p>
        </p:txBody>
      </p:sp>
    </p:spTree>
  </p:cSld>
  <p:clrMapOvr>
    <a:masterClrMapping/>
  </p:clrMapOvr>
  <p:transition spd="slow">
    <p:strips dir="rd"/>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2" name="标题 128001"/>
          <p:cNvSpPr>
            <a:spLocks noGrp="1"/>
          </p:cNvSpPr>
          <p:nvPr>
            <p:ph type="title"/>
          </p:nvPr>
        </p:nvSpPr>
        <p:spPr/>
        <p:txBody>
          <a:bodyPr anchor="b"/>
          <a:p>
            <a:r>
              <a:rPr lang="zh-CN" altLang="en-US" dirty="0"/>
              <a:t> </a:t>
            </a:r>
            <a:endParaRPr lang="zh-CN" altLang="en-US" dirty="0"/>
          </a:p>
        </p:txBody>
      </p:sp>
      <p:sp>
        <p:nvSpPr>
          <p:cNvPr id="128003" name="文本占位符 128002"/>
          <p:cNvSpPr>
            <a:spLocks noGrp="1"/>
          </p:cNvSpPr>
          <p:nvPr>
            <p:ph type="body" sz="half" idx="1"/>
          </p:nvPr>
        </p:nvSpPr>
        <p:spPr>
          <a:xfrm>
            <a:off x="1187450" y="1916113"/>
            <a:ext cx="3810000" cy="4114800"/>
          </a:xfrm>
        </p:spPr>
        <p:txBody>
          <a:bodyPr/>
          <a:p>
            <a:pPr lvl="1"/>
            <a:r>
              <a:rPr lang="zh-CN" altLang="en-US" sz="2400" b="1" dirty="0"/>
              <a:t>逗留时间 </a:t>
            </a:r>
            <a:endParaRPr lang="zh-CN" altLang="en-US" sz="2400" b="1" dirty="0"/>
          </a:p>
          <a:p>
            <a:pPr lvl="1"/>
            <a:endParaRPr lang="zh-CN" altLang="en-US" sz="2400" b="1" dirty="0"/>
          </a:p>
          <a:p>
            <a:pPr lvl="1"/>
            <a:endParaRPr lang="zh-CN" altLang="en-US" sz="2400" b="1" dirty="0"/>
          </a:p>
          <a:p>
            <a:pPr lvl="1"/>
            <a:endParaRPr lang="zh-CN" altLang="en-US" sz="2400" b="1" dirty="0"/>
          </a:p>
          <a:p>
            <a:pPr lvl="1"/>
            <a:endParaRPr lang="zh-CN" altLang="en-US" sz="2400" b="1" dirty="0"/>
          </a:p>
          <a:p>
            <a:pPr lvl="1"/>
            <a:endParaRPr lang="zh-CN" altLang="en-US" sz="2400" b="1" dirty="0"/>
          </a:p>
          <a:p>
            <a:pPr lvl="1"/>
            <a:r>
              <a:rPr lang="zh-CN" altLang="en-US" sz="2400" b="1" dirty="0"/>
              <a:t>等待时间</a:t>
            </a:r>
            <a:endParaRPr lang="zh-CN" altLang="en-US" sz="2400" b="1" dirty="0"/>
          </a:p>
        </p:txBody>
      </p:sp>
      <p:graphicFrame>
        <p:nvGraphicFramePr>
          <p:cNvPr id="128004" name="对象 128003"/>
          <p:cNvGraphicFramePr/>
          <p:nvPr/>
        </p:nvGraphicFramePr>
        <p:xfrm>
          <a:off x="1042988" y="2349500"/>
          <a:ext cx="7546975" cy="2192338"/>
        </p:xfrm>
        <a:graphic>
          <a:graphicData uri="http://schemas.openxmlformats.org/presentationml/2006/ole">
            <mc:AlternateContent xmlns:mc="http://schemas.openxmlformats.org/markup-compatibility/2006">
              <mc:Choice xmlns:v="urn:schemas-microsoft-com:vml" Requires="v">
                <p:oleObj spid="_x0000_s3192" name="" r:id="rId1" imgW="3073400" imgH="927100" progId="Equation.3">
                  <p:embed/>
                </p:oleObj>
              </mc:Choice>
              <mc:Fallback>
                <p:oleObj name="" r:id="rId1" imgW="3073400" imgH="927100" progId="Equation.3">
                  <p:embed/>
                  <p:pic>
                    <p:nvPicPr>
                      <p:cNvPr id="0" name="图片 3191"/>
                      <p:cNvPicPr/>
                      <p:nvPr/>
                    </p:nvPicPr>
                    <p:blipFill>
                      <a:blip r:embed="rId2">
                        <a:clrChange>
                          <a:clrFrom>
                            <a:srgbClr val="000000"/>
                          </a:clrFrom>
                          <a:clrTo>
                            <a:srgbClr val="1C1C1C"/>
                          </a:clrTo>
                        </a:clrChange>
                      </a:blip>
                      <a:stretch>
                        <a:fillRect/>
                      </a:stretch>
                    </p:blipFill>
                    <p:spPr>
                      <a:xfrm>
                        <a:off x="1042988" y="2349500"/>
                        <a:ext cx="7546975" cy="2192338"/>
                      </a:xfrm>
                      <a:prstGeom prst="rect">
                        <a:avLst/>
                      </a:prstGeom>
                      <a:solidFill>
                        <a:srgbClr val="FFFFCC"/>
                      </a:solidFill>
                      <a:ln w="38100">
                        <a:noFill/>
                        <a:miter/>
                      </a:ln>
                    </p:spPr>
                  </p:pic>
                </p:oleObj>
              </mc:Fallback>
            </mc:AlternateContent>
          </a:graphicData>
        </a:graphic>
      </p:graphicFrame>
      <p:graphicFrame>
        <p:nvGraphicFramePr>
          <p:cNvPr id="128005" name="对象 128004"/>
          <p:cNvGraphicFramePr/>
          <p:nvPr/>
        </p:nvGraphicFramePr>
        <p:xfrm>
          <a:off x="3059113" y="5013325"/>
          <a:ext cx="2667000" cy="1143000"/>
        </p:xfrm>
        <a:graphic>
          <a:graphicData uri="http://schemas.openxmlformats.org/presentationml/2006/ole">
            <mc:AlternateContent xmlns:mc="http://schemas.openxmlformats.org/markup-compatibility/2006">
              <mc:Choice xmlns:v="urn:schemas-microsoft-com:vml" Requires="v">
                <p:oleObj spid="_x0000_s3197" name="" r:id="rId3" imgW="812165" imgH="419100" progId="Equation.3">
                  <p:embed/>
                </p:oleObj>
              </mc:Choice>
              <mc:Fallback>
                <p:oleObj name="" r:id="rId3" imgW="812165" imgH="419100" progId="Equation.3">
                  <p:embed/>
                  <p:pic>
                    <p:nvPicPr>
                      <p:cNvPr id="0" name="图片 3196"/>
                      <p:cNvPicPr/>
                      <p:nvPr/>
                    </p:nvPicPr>
                    <p:blipFill>
                      <a:blip r:embed="rId4">
                        <a:clrChange>
                          <a:clrFrom>
                            <a:srgbClr val="000000"/>
                          </a:clrFrom>
                          <a:clrTo>
                            <a:srgbClr val="1C1C1C"/>
                          </a:clrTo>
                        </a:clrChange>
                      </a:blip>
                      <a:stretch>
                        <a:fillRect/>
                      </a:stretch>
                    </p:blipFill>
                    <p:spPr>
                      <a:xfrm>
                        <a:off x="3059113" y="5013325"/>
                        <a:ext cx="2667000" cy="1143000"/>
                      </a:xfrm>
                      <a:prstGeom prst="rect">
                        <a:avLst/>
                      </a:prstGeom>
                      <a:solidFill>
                        <a:srgbClr val="FFFFCC"/>
                      </a:solidFill>
                      <a:ln w="38100">
                        <a:noFill/>
                        <a:miter/>
                      </a:ln>
                    </p:spPr>
                  </p:pic>
                </p:oleObj>
              </mc:Fallback>
            </mc:AlternateContent>
          </a:graphicData>
        </a:graphic>
      </p:graphicFrame>
      <p:sp>
        <p:nvSpPr>
          <p:cNvPr id="128006" name="矩形 128005"/>
          <p:cNvSpPr/>
          <p:nvPr/>
        </p:nvSpPr>
        <p:spPr>
          <a:xfrm>
            <a:off x="1258888" y="836613"/>
            <a:ext cx="3384550" cy="720725"/>
          </a:xfrm>
          <a:prstGeom prst="rect">
            <a:avLst/>
          </a:prstGeom>
          <a:solidFill>
            <a:srgbClr val="FFCCFF"/>
          </a:solidFill>
          <a:ln w="9525">
            <a:noFill/>
          </a:ln>
          <a:effectLst>
            <a:outerShdw sy="50000" kx="-2453608" algn="br" rotWithShape="0">
              <a:schemeClr val="bg2">
                <a:alpha val="50000"/>
              </a:schemeClr>
            </a:outerShdw>
          </a:effectLst>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0">
              <a:buNone/>
            </a:pPr>
            <a:r>
              <a:rPr lang="zh-CN" altLang="en-US" sz="3600" b="1" dirty="0">
                <a:solidFill>
                  <a:schemeClr val="tx2"/>
                </a:solidFill>
                <a:latin typeface="Monotype Corsiva" panose="03010101010201010101" pitchFamily="66" charset="0"/>
                <a:ea typeface="隶书" panose="02010509060101010101" pitchFamily="49" charset="-122"/>
              </a:rPr>
              <a:t>计算有关指标</a:t>
            </a:r>
            <a:endParaRPr lang="zh-CN" altLang="en-US" sz="3600" b="1" dirty="0">
              <a:solidFill>
                <a:schemeClr val="tx2"/>
              </a:solidFill>
              <a:latin typeface="Monotype Corsiva" panose="03010101010201010101" pitchFamily="66" charset="0"/>
              <a:ea typeface="隶书" panose="02010509060101010101" pitchFamily="49" charset="-122"/>
            </a:endParaRPr>
          </a:p>
        </p:txBody>
      </p:sp>
      <p:sp>
        <p:nvSpPr>
          <p:cNvPr id="128007" name="椭圆形标注 128006"/>
          <p:cNvSpPr/>
          <p:nvPr/>
        </p:nvSpPr>
        <p:spPr>
          <a:xfrm>
            <a:off x="5038725" y="1125538"/>
            <a:ext cx="4105275" cy="1008062"/>
          </a:xfrm>
          <a:prstGeom prst="wedgeEllipseCallout">
            <a:avLst>
              <a:gd name="adj1" fmla="val -40370"/>
              <a:gd name="adj2" fmla="val 64801"/>
            </a:avLst>
          </a:prstGeom>
          <a:solidFill>
            <a:srgbClr val="CCFF99"/>
          </a:solidFill>
          <a:ln w="9525" cap="flat" cmpd="sng">
            <a:solidFill>
              <a:schemeClr val="tx1"/>
            </a:solidFill>
            <a:prstDash val="solid"/>
            <a:miter/>
            <a:headEnd type="none" w="med" len="med"/>
            <a:tailEnd type="none" w="med" len="med"/>
          </a:ln>
        </p:spPr>
        <p:txBody>
          <a:bodyPr/>
          <a:p>
            <a:pPr algn="ctr" eaLnBrk="0" hangingPunct="0"/>
            <a:r>
              <a:rPr lang="zh-CN" altLang="en-US" sz="2400" dirty="0">
                <a:latin typeface="Times New Roman" panose="02020603050405020304" pitchFamily="18" charset="0"/>
                <a:ea typeface="楷体_GB2312" pitchFamily="49" charset="-122"/>
              </a:rPr>
              <a:t>系统已满顾客不能到达的概率</a:t>
            </a:r>
            <a:r>
              <a:rPr lang="en-US" altLang="zh-CN" sz="2400">
                <a:latin typeface="Times New Roman" panose="02020603050405020304" pitchFamily="18" charset="0"/>
                <a:ea typeface="楷体_GB2312" pitchFamily="49" charset="-122"/>
              </a:rPr>
              <a:t>---</a:t>
            </a:r>
            <a:r>
              <a:rPr lang="zh-CN" altLang="en-US" sz="2400" dirty="0">
                <a:latin typeface="Times New Roman" panose="02020603050405020304" pitchFamily="18" charset="0"/>
                <a:ea typeface="楷体_GB2312" pitchFamily="49" charset="-122"/>
              </a:rPr>
              <a:t>损失率</a:t>
            </a:r>
            <a:endParaRPr lang="zh-CN" altLang="en-US" sz="2400" dirty="0">
              <a:latin typeface="Times New Roman" panose="02020603050405020304" pitchFamily="18" charset="0"/>
              <a:ea typeface="楷体_GB2312" pitchFamily="49" charset="-122"/>
            </a:endParaRPr>
          </a:p>
        </p:txBody>
      </p:sp>
      <p:grpSp>
        <p:nvGrpSpPr>
          <p:cNvPr id="128013" name="组合 128012"/>
          <p:cNvGrpSpPr/>
          <p:nvPr/>
        </p:nvGrpSpPr>
        <p:grpSpPr>
          <a:xfrm>
            <a:off x="4427538" y="2708275"/>
            <a:ext cx="3889375" cy="792163"/>
            <a:chOff x="2789" y="1480"/>
            <a:chExt cx="2450" cy="499"/>
          </a:xfrm>
        </p:grpSpPr>
        <p:graphicFrame>
          <p:nvGraphicFramePr>
            <p:cNvPr id="128009" name="内容占位符 128008"/>
            <p:cNvGraphicFramePr/>
            <p:nvPr>
              <p:ph sz="half" idx="2"/>
            </p:nvPr>
          </p:nvGraphicFramePr>
          <p:xfrm>
            <a:off x="2789" y="1661"/>
            <a:ext cx="2450" cy="318"/>
          </p:xfrm>
          <a:graphic>
            <a:graphicData uri="http://schemas.openxmlformats.org/presentationml/2006/ole">
              <mc:AlternateContent xmlns:mc="http://schemas.openxmlformats.org/markup-compatibility/2006">
                <mc:Choice xmlns:v="urn:schemas-microsoft-com:vml" Requires="v">
                  <p:oleObj spid="_x0000_s3198" name="" r:id="rId5" imgW="1790700" imgH="228600" progId="Equation.3">
                    <p:embed/>
                  </p:oleObj>
                </mc:Choice>
                <mc:Fallback>
                  <p:oleObj name="" r:id="rId5" imgW="1790700" imgH="228600" progId="Equation.3">
                    <p:embed/>
                    <p:pic>
                      <p:nvPicPr>
                        <p:cNvPr id="0" name="图片 3197"/>
                        <p:cNvPicPr/>
                        <p:nvPr/>
                      </p:nvPicPr>
                      <p:blipFill>
                        <a:blip r:embed="rId6">
                          <a:clrChange>
                            <a:clrFrom>
                              <a:srgbClr val="000000"/>
                            </a:clrFrom>
                            <a:clrTo>
                              <a:srgbClr val="1C1C1C"/>
                            </a:clrTo>
                          </a:clrChange>
                        </a:blip>
                        <a:stretch>
                          <a:fillRect/>
                        </a:stretch>
                      </p:blipFill>
                      <p:spPr>
                        <a:xfrm>
                          <a:off x="2789" y="1661"/>
                          <a:ext cx="2450" cy="318"/>
                        </a:xfrm>
                        <a:prstGeom prst="rect">
                          <a:avLst/>
                        </a:prstGeom>
                        <a:solidFill>
                          <a:srgbClr val="FFCCFF"/>
                        </a:solidFill>
                        <a:ln w="38100">
                          <a:miter/>
                        </a:ln>
                      </p:spPr>
                    </p:pic>
                  </p:oleObj>
                </mc:Fallback>
              </mc:AlternateContent>
            </a:graphicData>
          </a:graphic>
        </p:graphicFrame>
        <p:sp>
          <p:nvSpPr>
            <p:cNvPr id="128012" name="直接连接符 128011"/>
            <p:cNvSpPr/>
            <p:nvPr/>
          </p:nvSpPr>
          <p:spPr>
            <a:xfrm flipV="1">
              <a:off x="3651" y="1480"/>
              <a:ext cx="318" cy="181"/>
            </a:xfrm>
            <a:prstGeom prst="line">
              <a:avLst/>
            </a:prstGeom>
            <a:ln w="57150" cap="flat" cmpd="sng">
              <a:solidFill>
                <a:srgbClr val="FF66FF"/>
              </a:solidFill>
              <a:prstDash val="solid"/>
              <a:headEnd type="none" w="med" len="med"/>
              <a:tailEnd type="triangle" w="med" len="med"/>
            </a:ln>
          </p:spPr>
        </p:sp>
      </p:grpSp>
      <p:sp>
        <p:nvSpPr>
          <p:cNvPr id="128014" name="椭圆 128013"/>
          <p:cNvSpPr/>
          <p:nvPr/>
        </p:nvSpPr>
        <p:spPr>
          <a:xfrm>
            <a:off x="5003800" y="2205038"/>
            <a:ext cx="576263" cy="719137"/>
          </a:xfrm>
          <a:prstGeom prst="ellipse">
            <a:avLst/>
          </a:prstGeom>
          <a:noFill/>
          <a:ln w="38100" cap="flat" cmpd="sng">
            <a:solidFill>
              <a:schemeClr val="hlink"/>
            </a:solidFill>
            <a:prstDash val="sysDot"/>
            <a:headEnd type="none" w="med" len="med"/>
            <a:tailEnd type="none" w="med" len="med"/>
          </a:ln>
        </p:spPr>
        <p:txBody>
          <a:bodyPr/>
          <a:p>
            <a:endParaRPr lang="zh-CN" altLang="en-US"/>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28004"/>
                                        </p:tgtEl>
                                        <p:attrNameLst>
                                          <p:attrName>style.visibility</p:attrName>
                                        </p:attrNameLst>
                                      </p:cBhvr>
                                      <p:to>
                                        <p:strVal val="visible"/>
                                      </p:to>
                                    </p:set>
                                    <p:animEffect transition="in" filter="wipe(up)">
                                      <p:cBhvr>
                                        <p:cTn id="7" dur="500"/>
                                        <p:tgtEl>
                                          <p:spTgt spid="12800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8014"/>
                                        </p:tgtEl>
                                        <p:attrNameLst>
                                          <p:attrName>style.visibility</p:attrName>
                                        </p:attrNameLst>
                                      </p:cBhvr>
                                      <p:to>
                                        <p:strVal val="visible"/>
                                      </p:to>
                                    </p:set>
                                    <p:animEffect transition="in" filter="dissolve">
                                      <p:cBhvr>
                                        <p:cTn id="12" dur="500"/>
                                        <p:tgtEl>
                                          <p:spTgt spid="1280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8007"/>
                                        </p:tgtEl>
                                        <p:attrNameLst>
                                          <p:attrName>style.visibility</p:attrName>
                                        </p:attrNameLst>
                                      </p:cBhvr>
                                      <p:to>
                                        <p:strVal val="visible"/>
                                      </p:to>
                                    </p:set>
                                    <p:animEffect transition="in" filter="wipe(left)">
                                      <p:cBhvr>
                                        <p:cTn id="17" dur="500"/>
                                        <p:tgtEl>
                                          <p:spTgt spid="12800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8013"/>
                                        </p:tgtEl>
                                        <p:attrNameLst>
                                          <p:attrName>style.visibility</p:attrName>
                                        </p:attrNameLst>
                                      </p:cBhvr>
                                      <p:to>
                                        <p:strVal val="visible"/>
                                      </p:to>
                                    </p:set>
                                    <p:animEffect transition="in" filter="wipe(down)">
                                      <p:cBhvr>
                                        <p:cTn id="22" dur="500"/>
                                        <p:tgtEl>
                                          <p:spTgt spid="12801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8005"/>
                                        </p:tgtEl>
                                        <p:attrNameLst>
                                          <p:attrName>style.visibility</p:attrName>
                                        </p:attrNameLst>
                                      </p:cBhvr>
                                      <p:to>
                                        <p:strVal val="visible"/>
                                      </p:to>
                                    </p:set>
                                    <p:animEffect transition="in" filter="wipe(left)">
                                      <p:cBhvr>
                                        <p:cTn id="27" dur="500"/>
                                        <p:tgtEl>
                                          <p:spTgt spid="1280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4" name="标题 182273"/>
          <p:cNvSpPr>
            <a:spLocks noGrp="1"/>
          </p:cNvSpPr>
          <p:nvPr>
            <p:ph type="title"/>
          </p:nvPr>
        </p:nvSpPr>
        <p:spPr/>
        <p:txBody>
          <a:bodyPr anchor="b"/>
          <a:p>
            <a:r>
              <a:rPr lang="zh-CN" altLang="en-US" dirty="0"/>
              <a:t> </a:t>
            </a:r>
            <a:endParaRPr lang="zh-CN" altLang="en-US" dirty="0"/>
          </a:p>
        </p:txBody>
      </p:sp>
      <p:sp>
        <p:nvSpPr>
          <p:cNvPr id="182278" name="矩形 182277"/>
          <p:cNvSpPr/>
          <p:nvPr/>
        </p:nvSpPr>
        <p:spPr>
          <a:xfrm>
            <a:off x="1042988" y="1916113"/>
            <a:ext cx="7267575" cy="1584325"/>
          </a:xfrm>
          <a:prstGeom prst="rect">
            <a:avLst/>
          </a:prstGeom>
          <a:solidFill>
            <a:srgbClr val="FFFFCC"/>
          </a:solidFill>
          <a:ln w="9525">
            <a:noFill/>
          </a:ln>
        </p:spPr>
        <p:txBody>
          <a:bodyPr lIns="92075" tIns="46038" rIns="92075" bIns="46038"/>
          <a:p>
            <a:pPr marL="742950" lvl="1" indent="-285750" eaLnBrk="0" hangingPunct="0">
              <a:spcBef>
                <a:spcPct val="20000"/>
              </a:spcBef>
              <a:buClr>
                <a:schemeClr val="accent2"/>
              </a:buClr>
              <a:buFont typeface="Monotype Sorts" pitchFamily="2" charset="2"/>
              <a:buNone/>
            </a:pPr>
            <a:r>
              <a:rPr lang="zh-CN" altLang="en-US" sz="3200" b="0" dirty="0">
                <a:latin typeface="Times New Roman" panose="02020603050405020304" pitchFamily="18" charset="0"/>
                <a:ea typeface="楷体_GB2312" pitchFamily="49" charset="-122"/>
              </a:rPr>
              <a:t>         </a:t>
            </a:r>
            <a:r>
              <a:rPr lang="zh-CN" altLang="en-US" sz="2800" b="1" dirty="0">
                <a:latin typeface="Times New Roman" panose="02020603050405020304" pitchFamily="18" charset="0"/>
                <a:ea typeface="楷体_GB2312" pitchFamily="49" charset="-122"/>
              </a:rPr>
              <a:t>有6个椅子接待人们排队，超过6人顾客就离开，平均到达率3人/小时，理发需时平均15分钟。</a:t>
            </a:r>
            <a:endParaRPr lang="zh-CN" altLang="en-US" sz="2800" b="1" dirty="0">
              <a:latin typeface="Times New Roman" panose="02020603050405020304" pitchFamily="18" charset="0"/>
              <a:ea typeface="楷体_GB2312" pitchFamily="49" charset="-122"/>
            </a:endParaRPr>
          </a:p>
        </p:txBody>
      </p:sp>
      <p:sp>
        <p:nvSpPr>
          <p:cNvPr id="182279" name="文本框 182278"/>
          <p:cNvSpPr txBox="1"/>
          <p:nvPr/>
        </p:nvSpPr>
        <p:spPr>
          <a:xfrm>
            <a:off x="1331913" y="3860800"/>
            <a:ext cx="6781800" cy="1885950"/>
          </a:xfrm>
          <a:prstGeom prst="rect">
            <a:avLst/>
          </a:prstGeom>
          <a:noFill/>
          <a:ln w="9525">
            <a:noFill/>
          </a:ln>
        </p:spPr>
        <p:txBody>
          <a:bodyPr>
            <a:spAutoFit/>
          </a:bodyPr>
          <a:p>
            <a:pPr lvl="1" eaLnBrk="0" hangingPunct="0">
              <a:lnSpc>
                <a:spcPct val="90000"/>
              </a:lnSpc>
              <a:spcBef>
                <a:spcPct val="20000"/>
              </a:spcBef>
              <a:buClr>
                <a:schemeClr val="accent2"/>
              </a:buClr>
              <a:buFont typeface="Monotype Sorts" pitchFamily="2" charset="2"/>
              <a:buNone/>
            </a:pPr>
            <a:r>
              <a:rPr lang="zh-CN" altLang="en-US" sz="2800" b="1" dirty="0">
                <a:latin typeface="Times New Roman" panose="02020603050405020304" pitchFamily="18" charset="0"/>
                <a:ea typeface="楷体_GB2312" pitchFamily="49" charset="-122"/>
              </a:rPr>
              <a:t>Ｎ＝7为系统中的最大顾客数。</a:t>
            </a:r>
            <a:endParaRPr lang="zh-CN" altLang="en-US" sz="2800" b="1" dirty="0">
              <a:latin typeface="Times New Roman" panose="02020603050405020304" pitchFamily="18" charset="0"/>
              <a:ea typeface="楷体_GB2312" pitchFamily="49" charset="-122"/>
            </a:endParaRPr>
          </a:p>
          <a:p>
            <a:pPr lvl="1" eaLnBrk="0" hangingPunct="0">
              <a:lnSpc>
                <a:spcPct val="90000"/>
              </a:lnSpc>
              <a:spcBef>
                <a:spcPct val="20000"/>
              </a:spcBef>
              <a:buClr>
                <a:schemeClr val="accent2"/>
              </a:buClr>
              <a:buFont typeface="Monotype Sorts" pitchFamily="2" charset="2"/>
              <a:buNone/>
            </a:pPr>
            <a:endParaRPr lang="zh-CN" altLang="en-US" sz="2800" b="1" dirty="0">
              <a:effectLst>
                <a:outerShdw blurRad="38100" dist="38100" dir="2700000">
                  <a:srgbClr val="C0C0C0"/>
                </a:outerShdw>
              </a:effectLst>
              <a:latin typeface="Times New Roman" panose="02020603050405020304" pitchFamily="18" charset="0"/>
              <a:ea typeface="楷体_GB2312" pitchFamily="49" charset="-122"/>
            </a:endParaRPr>
          </a:p>
          <a:p>
            <a:pPr lvl="1" eaLnBrk="0" hangingPunct="0">
              <a:lnSpc>
                <a:spcPct val="90000"/>
              </a:lnSpc>
              <a:spcBef>
                <a:spcPct val="20000"/>
              </a:spcBef>
              <a:buClr>
                <a:schemeClr val="accent2"/>
              </a:buClr>
              <a:buFont typeface="Monotype Sorts" pitchFamily="2" charset="2"/>
              <a:buNone/>
            </a:pPr>
            <a:r>
              <a:rPr lang="zh-CN" altLang="en-US" sz="2800" b="1" dirty="0">
                <a:effectLst>
                  <a:outerShdw blurRad="38100" dist="38100" dir="2700000">
                    <a:srgbClr val="C0C0C0"/>
                  </a:outerShdw>
                </a:effectLst>
                <a:latin typeface="Times New Roman" panose="02020603050405020304" pitchFamily="18" charset="0"/>
                <a:ea typeface="楷体_GB2312" pitchFamily="49" charset="-122"/>
              </a:rPr>
              <a:t>平均到达率</a:t>
            </a:r>
            <a:r>
              <a:rPr lang="en-US" altLang="zh-CN" sz="2800" b="1">
                <a:effectLst>
                  <a:outerShdw blurRad="38100" dist="38100" dir="2700000">
                    <a:srgbClr val="C0C0C0"/>
                  </a:outerShdw>
                </a:effectLst>
                <a:latin typeface="Times New Roman" panose="02020603050405020304" pitchFamily="18" charset="0"/>
                <a:ea typeface="楷体_GB2312" pitchFamily="49" charset="-122"/>
              </a:rPr>
              <a:t>:    </a:t>
            </a:r>
            <a:r>
              <a:rPr lang="en-US" altLang="zh-CN" sz="2800" b="1">
                <a:effectLst>
                  <a:outerShdw blurRad="38100" dist="38100" dir="2700000">
                    <a:srgbClr val="C0C0C0"/>
                  </a:outerShdw>
                </a:effectLst>
                <a:latin typeface="Times New Roman" panose="02020603050405020304" pitchFamily="18" charset="0"/>
                <a:ea typeface="楷体_GB2312" pitchFamily="49" charset="-122"/>
                <a:sym typeface="Symbol" panose="05050102010706020507" pitchFamily="18" charset="2"/>
              </a:rPr>
              <a:t></a:t>
            </a:r>
            <a:r>
              <a:rPr lang="zh-CN" altLang="en-US" sz="2800" b="1" dirty="0">
                <a:effectLst>
                  <a:outerShdw blurRad="38100" dist="38100" dir="2700000">
                    <a:srgbClr val="C0C0C0"/>
                  </a:outerShdw>
                </a:effectLst>
                <a:latin typeface="Times New Roman" panose="02020603050405020304" pitchFamily="18" charset="0"/>
                <a:ea typeface="楷体_GB2312" pitchFamily="49" charset="-122"/>
                <a:sym typeface="Symbol" panose="05050102010706020507" pitchFamily="18" charset="2"/>
              </a:rPr>
              <a:t>＝</a:t>
            </a:r>
            <a:r>
              <a:rPr lang="zh-CN" altLang="en-US" sz="2800" b="1" dirty="0">
                <a:effectLst>
                  <a:outerShdw blurRad="38100" dist="38100" dir="2700000">
                    <a:srgbClr val="C0C0C0"/>
                  </a:outerShdw>
                </a:effectLst>
                <a:latin typeface="Times New Roman" panose="02020603050405020304" pitchFamily="18" charset="0"/>
                <a:ea typeface="楷体_GB2312" pitchFamily="49" charset="-122"/>
              </a:rPr>
              <a:t>3人/小时</a:t>
            </a:r>
            <a:endParaRPr lang="zh-CN" altLang="en-US" sz="2800" b="1" dirty="0">
              <a:effectLst>
                <a:outerShdw blurRad="38100" dist="38100" dir="2700000">
                  <a:srgbClr val="C0C0C0"/>
                </a:outerShdw>
              </a:effectLst>
              <a:latin typeface="Times New Roman" panose="02020603050405020304" pitchFamily="18" charset="0"/>
              <a:ea typeface="楷体_GB2312" pitchFamily="49" charset="-122"/>
            </a:endParaRPr>
          </a:p>
          <a:p>
            <a:pPr lvl="1" eaLnBrk="0" hangingPunct="0">
              <a:lnSpc>
                <a:spcPct val="90000"/>
              </a:lnSpc>
              <a:spcBef>
                <a:spcPct val="20000"/>
              </a:spcBef>
              <a:buClr>
                <a:schemeClr val="accent2"/>
              </a:buClr>
              <a:buFont typeface="Monotype Sorts" pitchFamily="2" charset="2"/>
              <a:buNone/>
            </a:pPr>
            <a:r>
              <a:rPr lang="zh-CN" altLang="en-US" sz="2800" b="1" dirty="0">
                <a:effectLst>
                  <a:outerShdw blurRad="38100" dist="38100" dir="2700000">
                    <a:srgbClr val="C0C0C0"/>
                  </a:outerShdw>
                </a:effectLst>
                <a:latin typeface="Times New Roman" panose="02020603050405020304" pitchFamily="18" charset="0"/>
                <a:ea typeface="楷体_GB2312" pitchFamily="49" charset="-122"/>
              </a:rPr>
              <a:t> 平均服务率</a:t>
            </a:r>
            <a:r>
              <a:rPr lang="en-US" altLang="zh-CN" sz="2800" b="1">
                <a:effectLst>
                  <a:outerShdw blurRad="38100" dist="38100" dir="2700000">
                    <a:srgbClr val="C0C0C0"/>
                  </a:outerShdw>
                </a:effectLst>
                <a:latin typeface="Times New Roman" panose="02020603050405020304" pitchFamily="18" charset="0"/>
                <a:ea typeface="楷体_GB2312" pitchFamily="49" charset="-122"/>
              </a:rPr>
              <a:t>:   </a:t>
            </a:r>
            <a:r>
              <a:rPr lang="en-US" altLang="zh-CN" sz="2800" b="1">
                <a:effectLst>
                  <a:outerShdw blurRad="38100" dist="38100" dir="2700000">
                    <a:srgbClr val="C0C0C0"/>
                  </a:outerShdw>
                </a:effectLst>
                <a:latin typeface="Times New Roman" panose="02020603050405020304" pitchFamily="18" charset="0"/>
                <a:ea typeface="楷体_GB2312" pitchFamily="49" charset="-122"/>
                <a:sym typeface="Symbol" panose="05050102010706020507" pitchFamily="18" charset="2"/>
              </a:rPr>
              <a:t></a:t>
            </a:r>
            <a:r>
              <a:rPr lang="zh-CN" altLang="en-US" sz="2800" b="1" dirty="0">
                <a:effectLst>
                  <a:outerShdw blurRad="38100" dist="38100" dir="2700000">
                    <a:srgbClr val="C0C0C0"/>
                  </a:outerShdw>
                </a:effectLst>
                <a:latin typeface="Times New Roman" panose="02020603050405020304" pitchFamily="18" charset="0"/>
                <a:ea typeface="楷体_GB2312" pitchFamily="49" charset="-122"/>
                <a:sym typeface="Symbol" panose="05050102010706020507" pitchFamily="18" charset="2"/>
              </a:rPr>
              <a:t>＝</a:t>
            </a:r>
            <a:r>
              <a:rPr lang="zh-CN" altLang="en-US" sz="2800" b="1" dirty="0">
                <a:effectLst>
                  <a:outerShdw blurRad="38100" dist="38100" dir="2700000">
                    <a:srgbClr val="C0C0C0"/>
                  </a:outerShdw>
                </a:effectLst>
                <a:latin typeface="Times New Roman" panose="02020603050405020304" pitchFamily="18" charset="0"/>
                <a:ea typeface="楷体_GB2312" pitchFamily="49" charset="-122"/>
              </a:rPr>
              <a:t>4人/小时</a:t>
            </a:r>
            <a:endParaRPr lang="zh-CN" altLang="en-US" sz="2800" b="1" dirty="0">
              <a:effectLst>
                <a:outerShdw blurRad="38100" dist="38100" dir="2700000">
                  <a:srgbClr val="C0C0C0"/>
                </a:outerShdw>
              </a:effectLst>
              <a:latin typeface="Times New Roman" panose="02020603050405020304" pitchFamily="18" charset="0"/>
              <a:ea typeface="楷体_GB2312" pitchFamily="49" charset="-122"/>
              <a:sym typeface="Symbol" panose="05050102010706020507" pitchFamily="18" charset="2"/>
            </a:endParaRPr>
          </a:p>
        </p:txBody>
      </p:sp>
      <p:sp>
        <p:nvSpPr>
          <p:cNvPr id="182281" name="矩形 182280"/>
          <p:cNvSpPr/>
          <p:nvPr/>
        </p:nvSpPr>
        <p:spPr>
          <a:xfrm>
            <a:off x="1116013" y="908050"/>
            <a:ext cx="5761037" cy="576263"/>
          </a:xfrm>
          <a:prstGeom prst="rect">
            <a:avLst/>
          </a:prstGeom>
          <a:noFill/>
          <a:ln w="9525">
            <a:noFill/>
          </a:ln>
        </p:spPr>
        <p:txBody>
          <a:bodyPr lIns="92075" tIns="46038" rIns="92075" bIns="46038"/>
          <a:p>
            <a:pPr marL="742950" lvl="1" indent="-285750" eaLnBrk="0" hangingPunct="0">
              <a:spcBef>
                <a:spcPct val="20000"/>
              </a:spcBef>
              <a:buClr>
                <a:schemeClr val="accent2"/>
              </a:buClr>
              <a:buFont typeface="Monotype Sorts" pitchFamily="2" charset="2"/>
              <a:buNone/>
            </a:pPr>
            <a:r>
              <a:rPr lang="zh-CN" altLang="en-US" sz="3200" b="0" dirty="0">
                <a:solidFill>
                  <a:schemeClr val="tx2"/>
                </a:solidFill>
                <a:latin typeface="Times New Roman" panose="02020603050405020304" pitchFamily="18" charset="0"/>
                <a:ea typeface="黑体" panose="02010609060101010101" pitchFamily="2" charset="-122"/>
              </a:rPr>
              <a:t>举例：单人理发馆排队问题</a:t>
            </a:r>
            <a:endParaRPr lang="zh-CN" altLang="en-US" sz="3200" b="0" dirty="0">
              <a:solidFill>
                <a:schemeClr val="tx2"/>
              </a:solidFill>
              <a:latin typeface="Times New Roman" panose="02020603050405020304" pitchFamily="18" charset="0"/>
              <a:ea typeface="黑体" panose="02010609060101010101" pitchFamily="2"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82279"/>
                                        </p:tgtEl>
                                        <p:attrNameLst>
                                          <p:attrName>style.visibility</p:attrName>
                                        </p:attrNameLst>
                                      </p:cBhvr>
                                      <p:to>
                                        <p:strVal val="visible"/>
                                      </p:to>
                                    </p:set>
                                    <p:animEffect transition="in" filter="wipe(up)">
                                      <p:cBhvr>
                                        <p:cTn id="7" dur="500"/>
                                        <p:tgtEl>
                                          <p:spTgt spid="1822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27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3298" name="标题 183297"/>
          <p:cNvSpPr>
            <a:spLocks noGrp="1"/>
          </p:cNvSpPr>
          <p:nvPr>
            <p:ph type="title"/>
          </p:nvPr>
        </p:nvSpPr>
        <p:spPr/>
        <p:txBody>
          <a:bodyPr anchor="b"/>
          <a:p>
            <a:r>
              <a:rPr lang="zh-CN" altLang="en-US" dirty="0"/>
              <a:t> </a:t>
            </a:r>
            <a:endParaRPr lang="zh-CN" altLang="en-US" dirty="0"/>
          </a:p>
        </p:txBody>
      </p:sp>
      <p:sp>
        <p:nvSpPr>
          <p:cNvPr id="183299" name="文本占位符 183298"/>
          <p:cNvSpPr>
            <a:spLocks noGrp="1"/>
          </p:cNvSpPr>
          <p:nvPr>
            <p:ph type="body" idx="1"/>
          </p:nvPr>
        </p:nvSpPr>
        <p:spPr>
          <a:xfrm>
            <a:off x="577850" y="735013"/>
            <a:ext cx="7772400" cy="3341687"/>
          </a:xfrm>
        </p:spPr>
        <p:txBody>
          <a:bodyPr/>
          <a:p>
            <a:pPr lvl="1"/>
            <a:r>
              <a:rPr lang="zh-CN" altLang="en-US" dirty="0"/>
              <a:t>   </a:t>
            </a:r>
            <a:r>
              <a:rPr lang="zh-CN" altLang="en-US" b="1" dirty="0"/>
              <a:t>顾客到达就能理发的概率</a:t>
            </a:r>
            <a:endParaRPr lang="zh-CN" altLang="en-US" b="1" dirty="0"/>
          </a:p>
          <a:p>
            <a:pPr lvl="1">
              <a:buNone/>
            </a:pPr>
            <a:r>
              <a:rPr lang="zh-CN" altLang="en-US" b="1" dirty="0"/>
              <a:t>       </a:t>
            </a:r>
            <a:r>
              <a:rPr lang="en-US" altLang="zh-CN" b="1"/>
              <a:t>-------</a:t>
            </a:r>
            <a:r>
              <a:rPr lang="zh-CN" altLang="en-US" b="1" dirty="0">
                <a:ea typeface="楷体_GB2312" pitchFamily="49" charset="-122"/>
              </a:rPr>
              <a:t>相当于理发店内没有顾客</a:t>
            </a:r>
            <a:endParaRPr lang="zh-CN" altLang="en-US" b="1" dirty="0">
              <a:ea typeface="楷体_GB2312" pitchFamily="49" charset="-122"/>
            </a:endParaRPr>
          </a:p>
          <a:p>
            <a:pPr lvl="1"/>
            <a:endParaRPr lang="zh-CN" altLang="en-US" b="1" dirty="0">
              <a:ea typeface="楷体_GB2312" pitchFamily="49" charset="-122"/>
            </a:endParaRPr>
          </a:p>
          <a:p>
            <a:pPr lvl="1"/>
            <a:endParaRPr lang="zh-CN" altLang="en-US" dirty="0"/>
          </a:p>
          <a:p>
            <a:pPr lvl="1"/>
            <a:endParaRPr lang="zh-CN" altLang="en-US" dirty="0"/>
          </a:p>
          <a:p>
            <a:pPr lvl="1"/>
            <a:r>
              <a:rPr lang="zh-CN" altLang="en-US" b="1" dirty="0"/>
              <a:t>等待顾客数的期望值</a:t>
            </a:r>
            <a:endParaRPr lang="zh-CN" altLang="en-US" b="1" dirty="0"/>
          </a:p>
        </p:txBody>
      </p:sp>
      <p:graphicFrame>
        <p:nvGraphicFramePr>
          <p:cNvPr id="183300" name="对象 183299"/>
          <p:cNvGraphicFramePr/>
          <p:nvPr/>
        </p:nvGraphicFramePr>
        <p:xfrm>
          <a:off x="1593850" y="2146300"/>
          <a:ext cx="5391150" cy="1042988"/>
        </p:xfrm>
        <a:graphic>
          <a:graphicData uri="http://schemas.openxmlformats.org/presentationml/2006/ole">
            <mc:AlternateContent xmlns:mc="http://schemas.openxmlformats.org/markup-compatibility/2006">
              <mc:Choice xmlns:v="urn:schemas-microsoft-com:vml" Requires="v">
                <p:oleObj spid="_x0000_s3202" name="" r:id="rId1" imgW="2159000" imgH="419100" progId="Equation.3">
                  <p:embed/>
                </p:oleObj>
              </mc:Choice>
              <mc:Fallback>
                <p:oleObj name="" r:id="rId1" imgW="2159000" imgH="419100" progId="Equation.3">
                  <p:embed/>
                  <p:pic>
                    <p:nvPicPr>
                      <p:cNvPr id="0" name="图片 3201"/>
                      <p:cNvPicPr/>
                      <p:nvPr/>
                    </p:nvPicPr>
                    <p:blipFill>
                      <a:blip r:embed="rId2"/>
                      <a:stretch>
                        <a:fillRect/>
                      </a:stretch>
                    </p:blipFill>
                    <p:spPr>
                      <a:xfrm>
                        <a:off x="1593850" y="2146300"/>
                        <a:ext cx="5391150" cy="1042988"/>
                      </a:xfrm>
                      <a:prstGeom prst="rect">
                        <a:avLst/>
                      </a:prstGeom>
                      <a:solidFill>
                        <a:srgbClr val="FFFFCC"/>
                      </a:solidFill>
                      <a:ln w="38100">
                        <a:noFill/>
                        <a:miter/>
                      </a:ln>
                    </p:spPr>
                  </p:pic>
                </p:oleObj>
              </mc:Fallback>
            </mc:AlternateContent>
          </a:graphicData>
        </a:graphic>
      </p:graphicFrame>
      <p:graphicFrame>
        <p:nvGraphicFramePr>
          <p:cNvPr id="183301" name="对象 183300"/>
          <p:cNvGraphicFramePr/>
          <p:nvPr/>
        </p:nvGraphicFramePr>
        <p:xfrm>
          <a:off x="827088" y="4149725"/>
          <a:ext cx="7851775" cy="1655763"/>
        </p:xfrm>
        <a:graphic>
          <a:graphicData uri="http://schemas.openxmlformats.org/presentationml/2006/ole">
            <mc:AlternateContent xmlns:mc="http://schemas.openxmlformats.org/markup-compatibility/2006">
              <mc:Choice xmlns:v="urn:schemas-microsoft-com:vml" Requires="v">
                <p:oleObj spid="_x0000_s3199" name="" r:id="rId3" imgW="3251200" imgH="685800" progId="Equation.3">
                  <p:embed/>
                </p:oleObj>
              </mc:Choice>
              <mc:Fallback>
                <p:oleObj name="" r:id="rId3" imgW="3251200" imgH="685800" progId="Equation.3">
                  <p:embed/>
                  <p:pic>
                    <p:nvPicPr>
                      <p:cNvPr id="0" name="图片 3198"/>
                      <p:cNvPicPr/>
                      <p:nvPr/>
                    </p:nvPicPr>
                    <p:blipFill>
                      <a:blip r:embed="rId4"/>
                      <a:stretch>
                        <a:fillRect/>
                      </a:stretch>
                    </p:blipFill>
                    <p:spPr>
                      <a:xfrm>
                        <a:off x="827088" y="4149725"/>
                        <a:ext cx="7851775" cy="1655763"/>
                      </a:xfrm>
                      <a:prstGeom prst="rect">
                        <a:avLst/>
                      </a:prstGeom>
                      <a:solidFill>
                        <a:srgbClr val="FFFFCC"/>
                      </a:solidFill>
                      <a:ln w="38100">
                        <a:noFill/>
                        <a:miter/>
                      </a:ln>
                    </p:spPr>
                  </p:pic>
                </p:oleObj>
              </mc:Fallback>
            </mc:AlternateContent>
          </a:graphicData>
        </a:graphic>
      </p:graphicFrame>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3300"/>
                                        </p:tgtEl>
                                        <p:attrNameLst>
                                          <p:attrName>style.visibility</p:attrName>
                                        </p:attrNameLst>
                                      </p:cBhvr>
                                      <p:to>
                                        <p:strVal val="visible"/>
                                      </p:to>
                                    </p:set>
                                    <p:animEffect transition="in" filter="blinds(horizontal)">
                                      <p:cBhvr>
                                        <p:cTn id="7" dur="500"/>
                                        <p:tgtEl>
                                          <p:spTgt spid="18330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83301"/>
                                        </p:tgtEl>
                                        <p:attrNameLst>
                                          <p:attrName>style.visibility</p:attrName>
                                        </p:attrNameLst>
                                      </p:cBhvr>
                                      <p:to>
                                        <p:strVal val="visible"/>
                                      </p:to>
                                    </p:set>
                                    <p:animEffect transition="in" filter="checkerboard(across)">
                                      <p:cBhvr>
                                        <p:cTn id="12" dur="500"/>
                                        <p:tgtEl>
                                          <p:spTgt spid="183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22" name="标题 184321"/>
          <p:cNvSpPr>
            <a:spLocks noGrp="1"/>
          </p:cNvSpPr>
          <p:nvPr>
            <p:ph type="title"/>
          </p:nvPr>
        </p:nvSpPr>
        <p:spPr/>
        <p:txBody>
          <a:bodyPr anchor="b"/>
          <a:p>
            <a:r>
              <a:rPr lang="zh-CN" altLang="en-US" dirty="0"/>
              <a:t> </a:t>
            </a:r>
            <a:endParaRPr lang="zh-CN" altLang="en-US" dirty="0"/>
          </a:p>
        </p:txBody>
      </p:sp>
      <p:sp>
        <p:nvSpPr>
          <p:cNvPr id="184323" name="文本占位符 184322"/>
          <p:cNvSpPr>
            <a:spLocks noGrp="1"/>
          </p:cNvSpPr>
          <p:nvPr>
            <p:ph type="body" idx="1"/>
          </p:nvPr>
        </p:nvSpPr>
        <p:spPr>
          <a:xfrm>
            <a:off x="611188" y="1196975"/>
            <a:ext cx="7772400" cy="3303588"/>
          </a:xfrm>
        </p:spPr>
        <p:txBody>
          <a:bodyPr/>
          <a:p>
            <a:pPr lvl="1"/>
            <a:r>
              <a:rPr lang="zh-CN" altLang="en-US" b="1" dirty="0"/>
              <a:t>   求有效到达率</a:t>
            </a:r>
            <a:endParaRPr lang="zh-CN" altLang="en-US" b="1" dirty="0"/>
          </a:p>
          <a:p>
            <a:pPr lvl="1">
              <a:buNone/>
            </a:pPr>
            <a:r>
              <a:rPr lang="zh-CN" altLang="en-US" b="1" dirty="0"/>
              <a:t>       </a:t>
            </a:r>
            <a:endParaRPr lang="zh-CN" altLang="en-US" b="1" dirty="0"/>
          </a:p>
          <a:p>
            <a:pPr lvl="1"/>
            <a:endParaRPr lang="zh-CN" altLang="en-US" b="1" dirty="0"/>
          </a:p>
          <a:p>
            <a:pPr lvl="1"/>
            <a:endParaRPr lang="zh-CN" altLang="en-US" b="1" dirty="0"/>
          </a:p>
          <a:p>
            <a:pPr lvl="1"/>
            <a:r>
              <a:rPr lang="zh-CN" altLang="en-US" b="1" dirty="0"/>
              <a:t>顾客在理发馆内逗留的期望时间</a:t>
            </a:r>
            <a:endParaRPr lang="zh-CN" altLang="en-US" b="1" dirty="0"/>
          </a:p>
          <a:p>
            <a:pPr lvl="1">
              <a:buNone/>
            </a:pPr>
            <a:endParaRPr lang="zh-CN" altLang="en-US" b="1" dirty="0"/>
          </a:p>
        </p:txBody>
      </p:sp>
      <p:grpSp>
        <p:nvGrpSpPr>
          <p:cNvPr id="184332" name="组合 184331"/>
          <p:cNvGrpSpPr/>
          <p:nvPr/>
        </p:nvGrpSpPr>
        <p:grpSpPr>
          <a:xfrm>
            <a:off x="1436688" y="4035425"/>
            <a:ext cx="6210300" cy="1257300"/>
            <a:chOff x="768" y="2592"/>
            <a:chExt cx="3912" cy="792"/>
          </a:xfrm>
        </p:grpSpPr>
        <p:graphicFrame>
          <p:nvGraphicFramePr>
            <p:cNvPr id="184324" name="对象 184323"/>
            <p:cNvGraphicFramePr/>
            <p:nvPr/>
          </p:nvGraphicFramePr>
          <p:xfrm>
            <a:off x="768" y="2592"/>
            <a:ext cx="3912" cy="792"/>
          </p:xfrm>
          <a:graphic>
            <a:graphicData uri="http://schemas.openxmlformats.org/presentationml/2006/ole">
              <mc:AlternateContent xmlns:mc="http://schemas.openxmlformats.org/markup-compatibility/2006">
                <mc:Choice xmlns:v="urn:schemas-microsoft-com:vml" Requires="v">
                  <p:oleObj spid="_x0000_s3201" name="" r:id="rId1" imgW="2298700" imgH="457200" progId="Equation.3">
                    <p:embed/>
                  </p:oleObj>
                </mc:Choice>
                <mc:Fallback>
                  <p:oleObj name="" r:id="rId1" imgW="2298700" imgH="457200" progId="Equation.3">
                    <p:embed/>
                    <p:pic>
                      <p:nvPicPr>
                        <p:cNvPr id="0" name="图片 3200"/>
                        <p:cNvPicPr/>
                        <p:nvPr/>
                      </p:nvPicPr>
                      <p:blipFill>
                        <a:blip r:embed="rId2"/>
                        <a:stretch>
                          <a:fillRect/>
                        </a:stretch>
                      </p:blipFill>
                      <p:spPr>
                        <a:xfrm>
                          <a:off x="768" y="2592"/>
                          <a:ext cx="3912" cy="792"/>
                        </a:xfrm>
                        <a:prstGeom prst="rect">
                          <a:avLst/>
                        </a:prstGeom>
                        <a:solidFill>
                          <a:srgbClr val="FFFFCC"/>
                        </a:solidFill>
                        <a:ln w="38100">
                          <a:noFill/>
                          <a:miter/>
                        </a:ln>
                      </p:spPr>
                    </p:pic>
                  </p:oleObj>
                </mc:Fallback>
              </mc:AlternateContent>
            </a:graphicData>
          </a:graphic>
        </p:graphicFrame>
        <p:sp>
          <p:nvSpPr>
            <p:cNvPr id="184326" name="文本框 184325"/>
            <p:cNvSpPr txBox="1"/>
            <p:nvPr/>
          </p:nvSpPr>
          <p:spPr>
            <a:xfrm>
              <a:off x="4128" y="2592"/>
              <a:ext cx="544" cy="288"/>
            </a:xfrm>
            <a:prstGeom prst="rect">
              <a:avLst/>
            </a:prstGeom>
            <a:solidFill>
              <a:srgbClr val="FFFFCC"/>
            </a:solidFill>
            <a:ln w="9525">
              <a:noFill/>
            </a:ln>
          </p:spPr>
          <p:txBody>
            <a:bodyPr>
              <a:spAutoFit/>
            </a:bodyPr>
            <a:p>
              <a:pPr>
                <a:spcBef>
                  <a:spcPct val="50000"/>
                </a:spcBef>
              </a:pPr>
              <a:r>
                <a:rPr lang="zh-CN" altLang="en-US" sz="2400" dirty="0">
                  <a:latin typeface="Times New Roman" panose="02020603050405020304" pitchFamily="18" charset="0"/>
                </a:rPr>
                <a:t>小时</a:t>
              </a:r>
              <a:endParaRPr lang="zh-CN" altLang="en-US" sz="2400" dirty="0">
                <a:latin typeface="Times New Roman" panose="02020603050405020304" pitchFamily="18" charset="0"/>
              </a:endParaRPr>
            </a:p>
          </p:txBody>
        </p:sp>
        <p:sp>
          <p:nvSpPr>
            <p:cNvPr id="184327" name="文本框 184326"/>
            <p:cNvSpPr txBox="1"/>
            <p:nvPr/>
          </p:nvSpPr>
          <p:spPr>
            <a:xfrm>
              <a:off x="1931" y="3059"/>
              <a:ext cx="572" cy="288"/>
            </a:xfrm>
            <a:prstGeom prst="rect">
              <a:avLst/>
            </a:prstGeom>
            <a:solidFill>
              <a:srgbClr val="FFFFCC"/>
            </a:solidFill>
            <a:ln w="9525">
              <a:noFill/>
            </a:ln>
          </p:spPr>
          <p:txBody>
            <a:bodyPr>
              <a:spAutoFit/>
            </a:bodyPr>
            <a:p>
              <a:pPr>
                <a:spcBef>
                  <a:spcPct val="50000"/>
                </a:spcBef>
              </a:pPr>
              <a:r>
                <a:rPr lang="zh-CN" altLang="en-US" sz="2400" dirty="0">
                  <a:latin typeface="Times New Roman" panose="02020603050405020304" pitchFamily="18" charset="0"/>
                </a:rPr>
                <a:t>分钟</a:t>
              </a:r>
              <a:endParaRPr lang="zh-CN" altLang="en-US" sz="2400" dirty="0">
                <a:latin typeface="Times New Roman" panose="02020603050405020304" pitchFamily="18" charset="0"/>
              </a:endParaRPr>
            </a:p>
          </p:txBody>
        </p:sp>
      </p:grpSp>
      <p:grpSp>
        <p:nvGrpSpPr>
          <p:cNvPr id="184330" name="组合 184329"/>
          <p:cNvGrpSpPr/>
          <p:nvPr/>
        </p:nvGrpSpPr>
        <p:grpSpPr>
          <a:xfrm>
            <a:off x="1603375" y="1954213"/>
            <a:ext cx="5391150" cy="1114425"/>
            <a:chOff x="989" y="940"/>
            <a:chExt cx="3396" cy="702"/>
          </a:xfrm>
        </p:grpSpPr>
        <p:graphicFrame>
          <p:nvGraphicFramePr>
            <p:cNvPr id="184325" name="对象 184324"/>
            <p:cNvGraphicFramePr/>
            <p:nvPr/>
          </p:nvGraphicFramePr>
          <p:xfrm>
            <a:off x="989" y="940"/>
            <a:ext cx="3396" cy="702"/>
          </p:xfrm>
          <a:graphic>
            <a:graphicData uri="http://schemas.openxmlformats.org/presentationml/2006/ole">
              <mc:AlternateContent xmlns:mc="http://schemas.openxmlformats.org/markup-compatibility/2006">
                <mc:Choice xmlns:v="urn:schemas-microsoft-com:vml" Requires="v">
                  <p:oleObj spid="_x0000_s3200" name="" r:id="rId3" imgW="2082800" imgH="457200" progId="Equation.3">
                    <p:embed/>
                  </p:oleObj>
                </mc:Choice>
                <mc:Fallback>
                  <p:oleObj name="" r:id="rId3" imgW="2082800" imgH="457200" progId="Equation.3">
                    <p:embed/>
                    <p:pic>
                      <p:nvPicPr>
                        <p:cNvPr id="0" name="图片 3199"/>
                        <p:cNvPicPr/>
                        <p:nvPr/>
                      </p:nvPicPr>
                      <p:blipFill>
                        <a:blip r:embed="rId4"/>
                        <a:stretch>
                          <a:fillRect/>
                        </a:stretch>
                      </p:blipFill>
                      <p:spPr>
                        <a:xfrm>
                          <a:off x="989" y="940"/>
                          <a:ext cx="3396" cy="702"/>
                        </a:xfrm>
                        <a:prstGeom prst="rect">
                          <a:avLst/>
                        </a:prstGeom>
                        <a:solidFill>
                          <a:srgbClr val="FFFFCC"/>
                        </a:solidFill>
                        <a:ln w="38100">
                          <a:noFill/>
                          <a:miter/>
                        </a:ln>
                      </p:spPr>
                    </p:pic>
                  </p:oleObj>
                </mc:Fallback>
              </mc:AlternateContent>
            </a:graphicData>
          </a:graphic>
        </p:graphicFrame>
        <p:sp>
          <p:nvSpPr>
            <p:cNvPr id="184328" name="文本框 184327"/>
            <p:cNvSpPr txBox="1"/>
            <p:nvPr/>
          </p:nvSpPr>
          <p:spPr>
            <a:xfrm>
              <a:off x="3500" y="1296"/>
              <a:ext cx="826" cy="288"/>
            </a:xfrm>
            <a:prstGeom prst="rect">
              <a:avLst/>
            </a:prstGeom>
            <a:solidFill>
              <a:srgbClr val="FFFFCC"/>
            </a:solidFill>
            <a:ln w="9525">
              <a:noFill/>
            </a:ln>
          </p:spPr>
          <p:txBody>
            <a:bodyPr>
              <a:spAutoFit/>
            </a:bodyPr>
            <a:p>
              <a:pPr>
                <a:spcBef>
                  <a:spcPct val="50000"/>
                </a:spcBef>
              </a:pPr>
              <a:r>
                <a:rPr lang="zh-CN" altLang="en-US" sz="2400" dirty="0">
                  <a:solidFill>
                    <a:schemeClr val="bg2"/>
                  </a:solidFill>
                  <a:latin typeface="Times New Roman" panose="02020603050405020304" pitchFamily="18" charset="0"/>
                </a:rPr>
                <a:t>人/小时</a:t>
              </a:r>
              <a:endParaRPr lang="zh-CN" altLang="en-US" sz="2400" dirty="0">
                <a:solidFill>
                  <a:schemeClr val="bg2"/>
                </a:solidFill>
                <a:latin typeface="Times New Roman" panose="02020603050405020304" pitchFamily="18" charset="0"/>
              </a:endParaRPr>
            </a:p>
          </p:txBody>
        </p:sp>
      </p:gr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184330"/>
                                        </p:tgtEl>
                                        <p:attrNameLst>
                                          <p:attrName>style.visibility</p:attrName>
                                        </p:attrNameLst>
                                      </p:cBhvr>
                                      <p:to>
                                        <p:strVal val="visible"/>
                                      </p:to>
                                    </p:set>
                                    <p:anim calcmode="lin" valueType="num">
                                      <p:cBhvr>
                                        <p:cTn id="7" dur="500" fill="hold"/>
                                        <p:tgtEl>
                                          <p:spTgt spid="184330"/>
                                        </p:tgtEl>
                                        <p:attrNameLst>
                                          <p:attrName>ppt_w</p:attrName>
                                        </p:attrNameLst>
                                      </p:cBhvr>
                                      <p:tavLst>
                                        <p:tav tm="0">
                                          <p:val>
                                            <p:fltVal val="0.000000"/>
                                          </p:val>
                                        </p:tav>
                                        <p:tav tm="100000">
                                          <p:val>
                                            <p:strVal val="#ppt_w"/>
                                          </p:val>
                                        </p:tav>
                                      </p:tavLst>
                                    </p:anim>
                                    <p:anim calcmode="lin" valueType="num">
                                      <p:cBhvr>
                                        <p:cTn id="8" dur="500" fill="hold"/>
                                        <p:tgtEl>
                                          <p:spTgt spid="184330"/>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184332"/>
                                        </p:tgtEl>
                                        <p:attrNameLst>
                                          <p:attrName>style.visibility</p:attrName>
                                        </p:attrNameLst>
                                      </p:cBhvr>
                                      <p:to>
                                        <p:strVal val="visible"/>
                                      </p:to>
                                    </p:set>
                                    <p:animEffect transition="in" filter="blinds(horizontal)">
                                      <p:cBhvr>
                                        <p:cTn id="13" dur="500"/>
                                        <p:tgtEl>
                                          <p:spTgt spid="184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5346" name="标题 185345"/>
          <p:cNvSpPr>
            <a:spLocks noGrp="1"/>
          </p:cNvSpPr>
          <p:nvPr>
            <p:ph type="title"/>
          </p:nvPr>
        </p:nvSpPr>
        <p:spPr/>
        <p:txBody>
          <a:bodyPr lIns="92075" tIns="46038" rIns="92075" bIns="46038" anchor="ctr"/>
          <a:p>
            <a:r>
              <a:rPr lang="zh-CN" altLang="en-US" dirty="0"/>
              <a:t> </a:t>
            </a:r>
            <a:endParaRPr lang="zh-CN" altLang="en-US" dirty="0"/>
          </a:p>
        </p:txBody>
      </p:sp>
      <p:sp>
        <p:nvSpPr>
          <p:cNvPr id="185347" name="文本占位符 185346"/>
          <p:cNvSpPr>
            <a:spLocks noGrp="1"/>
          </p:cNvSpPr>
          <p:nvPr>
            <p:ph type="body" idx="1"/>
          </p:nvPr>
        </p:nvSpPr>
        <p:spPr>
          <a:xfrm>
            <a:off x="827088" y="1341438"/>
            <a:ext cx="7951787" cy="1973262"/>
          </a:xfrm>
        </p:spPr>
        <p:txBody>
          <a:bodyPr lIns="92075" tIns="46038" rIns="92075" bIns="46038"/>
          <a:p>
            <a:pPr lvl="1"/>
            <a:endParaRPr lang="zh-CN" altLang="en-US" dirty="0"/>
          </a:p>
          <a:p>
            <a:pPr lvl="1"/>
            <a:r>
              <a:rPr lang="zh-CN" altLang="en-US" b="1" dirty="0"/>
              <a:t>可能的顾客中有百分之几不等待就离开</a:t>
            </a:r>
            <a:endParaRPr lang="zh-CN" altLang="en-US" b="1" dirty="0"/>
          </a:p>
          <a:p>
            <a:pPr lvl="1">
              <a:buNone/>
            </a:pPr>
            <a:r>
              <a:rPr lang="en-US" altLang="zh-CN" b="1"/>
              <a:t>            -----</a:t>
            </a:r>
            <a:r>
              <a:rPr lang="zh-CN" altLang="en-US" b="1" dirty="0">
                <a:latin typeface="楷体_GB2312" pitchFamily="49" charset="-122"/>
                <a:ea typeface="楷体_GB2312" pitchFamily="49" charset="-122"/>
              </a:rPr>
              <a:t>求系统中有7个顾客的概率</a:t>
            </a:r>
            <a:endParaRPr lang="zh-CN" altLang="en-US" dirty="0"/>
          </a:p>
        </p:txBody>
      </p:sp>
      <p:graphicFrame>
        <p:nvGraphicFramePr>
          <p:cNvPr id="185348" name="对象 185347"/>
          <p:cNvGraphicFramePr/>
          <p:nvPr/>
        </p:nvGraphicFramePr>
        <p:xfrm>
          <a:off x="790575" y="3357563"/>
          <a:ext cx="7988300" cy="1223962"/>
        </p:xfrm>
        <a:graphic>
          <a:graphicData uri="http://schemas.openxmlformats.org/presentationml/2006/ole">
            <mc:AlternateContent xmlns:mc="http://schemas.openxmlformats.org/markup-compatibility/2006">
              <mc:Choice xmlns:v="urn:schemas-microsoft-com:vml" Requires="v">
                <p:oleObj spid="_x0000_s3203" name="" r:id="rId1" imgW="3086100" imgH="457200" progId="Equation.3">
                  <p:embed/>
                </p:oleObj>
              </mc:Choice>
              <mc:Fallback>
                <p:oleObj name="" r:id="rId1" imgW="3086100" imgH="457200" progId="Equation.3">
                  <p:embed/>
                  <p:pic>
                    <p:nvPicPr>
                      <p:cNvPr id="0" name="图片 3202"/>
                      <p:cNvPicPr/>
                      <p:nvPr/>
                    </p:nvPicPr>
                    <p:blipFill>
                      <a:blip r:embed="rId2"/>
                      <a:stretch>
                        <a:fillRect/>
                      </a:stretch>
                    </p:blipFill>
                    <p:spPr>
                      <a:xfrm>
                        <a:off x="790575" y="3357563"/>
                        <a:ext cx="7988300" cy="1223962"/>
                      </a:xfrm>
                      <a:prstGeom prst="rect">
                        <a:avLst/>
                      </a:prstGeom>
                      <a:solidFill>
                        <a:srgbClr val="FFFFCC"/>
                      </a:solidFill>
                      <a:ln w="38100">
                        <a:noFill/>
                        <a:miter/>
                      </a:ln>
                    </p:spPr>
                  </p:pic>
                </p:oleObj>
              </mc:Fallback>
            </mc:AlternateContent>
          </a:graphicData>
        </a:graphic>
      </p:graphicFrame>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5348"/>
                                        </p:tgtEl>
                                        <p:attrNameLst>
                                          <p:attrName>style.visibility</p:attrName>
                                        </p:attrNameLst>
                                      </p:cBhvr>
                                      <p:to>
                                        <p:strVal val="visible"/>
                                      </p:to>
                                    </p:set>
                                    <p:animEffect transition="in" filter="wipe(left)">
                                      <p:cBhvr>
                                        <p:cTn id="7" dur="500"/>
                                        <p:tgtEl>
                                          <p:spTgt spid="185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6371" name="文本占位符 186370"/>
          <p:cNvSpPr>
            <a:spLocks noGrp="1"/>
          </p:cNvSpPr>
          <p:nvPr>
            <p:ph type="body" idx="1"/>
          </p:nvPr>
        </p:nvSpPr>
        <p:spPr>
          <a:xfrm>
            <a:off x="611188" y="2492375"/>
            <a:ext cx="8101012" cy="3629025"/>
          </a:xfrm>
        </p:spPr>
        <p:txBody>
          <a:bodyPr/>
          <a:p>
            <a:pPr>
              <a:lnSpc>
                <a:spcPct val="150000"/>
              </a:lnSpc>
              <a:buNone/>
            </a:pPr>
            <a:r>
              <a:rPr lang="zh-CN" altLang="en-US" sz="2800" b="1" dirty="0"/>
              <a:t>    设：</a:t>
            </a:r>
            <a:r>
              <a:rPr lang="en-US" altLang="en-US" sz="2800" b="1"/>
              <a:t>m ：</a:t>
            </a:r>
            <a:r>
              <a:rPr lang="zh-CN" altLang="en-US" sz="2800" b="1" dirty="0"/>
              <a:t>为顾客总体数，</a:t>
            </a:r>
            <a:endParaRPr lang="zh-CN" altLang="en-US" sz="2800" b="1" dirty="0"/>
          </a:p>
          <a:p>
            <a:pPr>
              <a:lnSpc>
                <a:spcPct val="150000"/>
              </a:lnSpc>
              <a:buNone/>
            </a:pPr>
            <a:r>
              <a:rPr lang="zh-CN" altLang="zh-CN" sz="2800" b="1" dirty="0"/>
              <a:t>           </a:t>
            </a:r>
            <a:r>
              <a:rPr lang="en-US" altLang="zh-CN" sz="2800" b="1"/>
              <a:t>λ ： </a:t>
            </a:r>
            <a:r>
              <a:rPr lang="zh-CN" altLang="en-US" sz="2800" b="1" dirty="0"/>
              <a:t>每个顾客的到达率， </a:t>
            </a:r>
            <a:endParaRPr lang="zh-CN" altLang="en-US" sz="2800" b="1" dirty="0"/>
          </a:p>
          <a:p>
            <a:pPr>
              <a:lnSpc>
                <a:spcPct val="150000"/>
              </a:lnSpc>
              <a:buNone/>
            </a:pPr>
            <a:r>
              <a:rPr lang="zh-CN" altLang="zh-CN" sz="2800" b="1" dirty="0"/>
              <a:t>           </a:t>
            </a:r>
            <a:r>
              <a:rPr lang="en-US" altLang="zh-CN" sz="2800" b="1"/>
              <a:t>m - L</a:t>
            </a:r>
            <a:r>
              <a:rPr lang="en-US" altLang="zh-CN" sz="1600" b="1"/>
              <a:t>s  </a:t>
            </a:r>
            <a:r>
              <a:rPr lang="zh-CN" altLang="en-US" sz="2800" b="1" dirty="0"/>
              <a:t>：系统外顾客的平均数，</a:t>
            </a:r>
            <a:endParaRPr lang="zh-CN" altLang="en-US" sz="2800" b="1" dirty="0"/>
          </a:p>
          <a:p>
            <a:pPr>
              <a:lnSpc>
                <a:spcPct val="150000"/>
              </a:lnSpc>
              <a:buNone/>
            </a:pPr>
            <a:r>
              <a:rPr lang="zh-CN" altLang="zh-CN" sz="2800" b="1" dirty="0"/>
              <a:t>          </a:t>
            </a:r>
            <a:r>
              <a:rPr lang="en-US" altLang="zh-CN" sz="2800" b="1"/>
              <a:t>λ</a:t>
            </a:r>
            <a:r>
              <a:rPr lang="en-US" altLang="zh-CN" sz="2000" b="1"/>
              <a:t>e</a:t>
            </a:r>
            <a:r>
              <a:rPr lang="en-US" altLang="zh-CN" sz="2800" b="1"/>
              <a:t> = λ（ m - L</a:t>
            </a:r>
            <a:r>
              <a:rPr lang="en-US" altLang="zh-CN" sz="1600" b="1"/>
              <a:t>s</a:t>
            </a:r>
            <a:r>
              <a:rPr lang="en-US" altLang="zh-CN" sz="2800" b="1"/>
              <a:t>）：</a:t>
            </a:r>
            <a:r>
              <a:rPr lang="zh-CN" altLang="en-US" sz="2800" b="1" dirty="0"/>
              <a:t>为系统有效到达率。</a:t>
            </a:r>
            <a:endParaRPr lang="zh-CN" altLang="zh-CN" sz="2800" b="1"/>
          </a:p>
        </p:txBody>
      </p:sp>
      <p:sp>
        <p:nvSpPr>
          <p:cNvPr id="186373" name="标题 186372"/>
          <p:cNvSpPr>
            <a:spLocks noGrp="1"/>
          </p:cNvSpPr>
          <p:nvPr>
            <p:ph type="title"/>
          </p:nvPr>
        </p:nvSpPr>
        <p:spPr>
          <a:xfrm>
            <a:off x="1116013" y="333375"/>
            <a:ext cx="7258050" cy="1462088"/>
          </a:xfrm>
        </p:spPr>
        <p:txBody>
          <a:bodyPr lIns="92075" tIns="46038" rIns="92075" bIns="46038" anchor="ctr"/>
          <a:p>
            <a:r>
              <a:rPr lang="zh-CN" altLang="en-US" sz="3600" b="1" dirty="0">
                <a:latin typeface="楷体_GB2312" pitchFamily="49" charset="-122"/>
                <a:ea typeface="楷体_GB2312" pitchFamily="49" charset="-122"/>
              </a:rPr>
              <a:t>3.3 顾客源有限制的情形</a:t>
            </a:r>
            <a:br>
              <a:rPr lang="zh-CN" altLang="en-US" sz="3600" b="1" dirty="0">
                <a:latin typeface="楷体_GB2312" pitchFamily="49" charset="-122"/>
                <a:ea typeface="楷体_GB2312" pitchFamily="49" charset="-122"/>
              </a:rPr>
            </a:br>
            <a:r>
              <a:rPr lang="zh-CN" altLang="en-US" sz="3600" b="1" dirty="0">
                <a:latin typeface="楷体_GB2312" pitchFamily="49" charset="-122"/>
                <a:ea typeface="楷体_GB2312" pitchFamily="49" charset="-122"/>
              </a:rPr>
              <a:t>       (</a:t>
            </a:r>
            <a:r>
              <a:rPr lang="en-US" altLang="zh-CN" sz="3600" b="1">
                <a:latin typeface="楷体_GB2312" pitchFamily="49" charset="-122"/>
                <a:ea typeface="楷体_GB2312" pitchFamily="49" charset="-122"/>
              </a:rPr>
              <a:t>M/M/1/∞/m/FCFS）</a:t>
            </a:r>
            <a:endParaRPr lang="zh-CN" altLang="en-US" sz="3600" b="1">
              <a:latin typeface="楷体_GB2312" pitchFamily="49" charset="-122"/>
              <a:ea typeface="楷体_GB2312" pitchFamily="49" charset="-122"/>
            </a:endParaRPr>
          </a:p>
        </p:txBody>
      </p:sp>
      <p:sp>
        <p:nvSpPr>
          <p:cNvPr id="186374" name="椭圆形标注 186373"/>
          <p:cNvSpPr/>
          <p:nvPr/>
        </p:nvSpPr>
        <p:spPr>
          <a:xfrm>
            <a:off x="5791200" y="1524000"/>
            <a:ext cx="3352800" cy="1600200"/>
          </a:xfrm>
          <a:prstGeom prst="wedgeEllipseCallout">
            <a:avLst>
              <a:gd name="adj1" fmla="val -58000"/>
              <a:gd name="adj2" fmla="val 69940"/>
            </a:avLst>
          </a:prstGeom>
          <a:solidFill>
            <a:srgbClr val="FFCCFF"/>
          </a:solidFill>
          <a:ln w="9525" cap="flat" cmpd="sng">
            <a:solidFill>
              <a:schemeClr val="tx1"/>
            </a:solidFill>
            <a:prstDash val="solid"/>
            <a:miter/>
            <a:headEnd type="none" w="med" len="med"/>
            <a:tailEnd type="none" w="med" len="med"/>
          </a:ln>
        </p:spPr>
        <p:txBody>
          <a:bodyPr/>
          <a:p>
            <a:pPr algn="ctr" eaLnBrk="0" hangingPunct="0"/>
            <a:r>
              <a:rPr lang="zh-CN" altLang="en-US" sz="2400" dirty="0">
                <a:latin typeface="Times New Roman" panose="02020603050405020304" pitchFamily="18" charset="0"/>
                <a:ea typeface="楷体_GB2312" pitchFamily="49" charset="-122"/>
              </a:rPr>
              <a:t>含义与上节不同—对顾客而言，而不是对系统</a:t>
            </a:r>
            <a:endParaRPr lang="zh-CN" altLang="en-US" sz="2400" dirty="0">
              <a:latin typeface="Times New Roman" panose="02020603050405020304" pitchFamily="18" charset="0"/>
              <a:ea typeface="楷体_GB2312" pitchFamily="49" charset="-122"/>
            </a:endParaRPr>
          </a:p>
        </p:txBody>
      </p:sp>
      <p:sp>
        <p:nvSpPr>
          <p:cNvPr id="186375" name="椭圆形标注 186374"/>
          <p:cNvSpPr/>
          <p:nvPr/>
        </p:nvSpPr>
        <p:spPr>
          <a:xfrm>
            <a:off x="3708400" y="1700213"/>
            <a:ext cx="914400" cy="609600"/>
          </a:xfrm>
          <a:prstGeom prst="wedgeEllipseCallout">
            <a:avLst>
              <a:gd name="adj1" fmla="val 57639"/>
              <a:gd name="adj2" fmla="val -71875"/>
            </a:avLst>
          </a:prstGeom>
          <a:solidFill>
            <a:srgbClr val="FFFFCC"/>
          </a:solidFill>
          <a:ln w="9525" cap="flat" cmpd="sng">
            <a:solidFill>
              <a:schemeClr val="tx1"/>
            </a:solidFill>
            <a:prstDash val="solid"/>
            <a:miter/>
            <a:headEnd type="none" w="med" len="med"/>
            <a:tailEnd type="none" w="med" len="med"/>
          </a:ln>
        </p:spPr>
        <p:txBody>
          <a:bodyPr/>
          <a:p>
            <a:pPr algn="ctr" eaLnBrk="0" hangingPunct="0"/>
            <a:r>
              <a:rPr lang="en-US" altLang="zh-CN" sz="2400" b="0">
                <a:solidFill>
                  <a:schemeClr val="bg2"/>
                </a:solidFill>
                <a:latin typeface="Times New Roman" panose="02020603050405020304" pitchFamily="18" charset="0"/>
              </a:rPr>
              <a:t>m</a:t>
            </a:r>
            <a:endParaRPr lang="en-US" altLang="zh-CN" sz="2400" b="0">
              <a:solidFill>
                <a:schemeClr val="bg2"/>
              </a:solidFill>
              <a:latin typeface="Times New Roman" panose="02020603050405020304" pitchFamily="18" charset="0"/>
            </a:endParaRPr>
          </a:p>
        </p:txBody>
      </p:sp>
      <p:sp>
        <p:nvSpPr>
          <p:cNvPr id="186376" name="椭圆形标注 186375"/>
          <p:cNvSpPr/>
          <p:nvPr/>
        </p:nvSpPr>
        <p:spPr>
          <a:xfrm>
            <a:off x="4067175" y="5300663"/>
            <a:ext cx="3133725" cy="1341437"/>
          </a:xfrm>
          <a:prstGeom prst="wedgeEllipseCallout">
            <a:avLst>
              <a:gd name="adj1" fmla="val -105472"/>
              <a:gd name="adj2" fmla="val -47750"/>
            </a:avLst>
          </a:prstGeom>
          <a:solidFill>
            <a:srgbClr val="FFCCFF"/>
          </a:solidFill>
          <a:ln w="9525" cap="flat" cmpd="sng">
            <a:solidFill>
              <a:schemeClr val="tx1"/>
            </a:solidFill>
            <a:prstDash val="solid"/>
            <a:miter/>
            <a:headEnd type="none" w="med" len="med"/>
            <a:tailEnd type="none" w="med" len="med"/>
          </a:ln>
        </p:spPr>
        <p:txBody>
          <a:bodyPr/>
          <a:p>
            <a:pPr algn="ctr" eaLnBrk="0" hangingPunct="0"/>
            <a:r>
              <a:rPr lang="zh-CN" altLang="en-US" sz="2400" dirty="0">
                <a:latin typeface="Times New Roman" panose="02020603050405020304" pitchFamily="18" charset="0"/>
                <a:ea typeface="楷体_GB2312" pitchFamily="49" charset="-122"/>
              </a:rPr>
              <a:t>对系统而言</a:t>
            </a:r>
            <a:r>
              <a:rPr lang="en-US" altLang="zh-CN" sz="2400">
                <a:latin typeface="Times New Roman" panose="02020603050405020304" pitchFamily="18" charset="0"/>
                <a:ea typeface="楷体_GB2312" pitchFamily="49" charset="-122"/>
              </a:rPr>
              <a:t>,</a:t>
            </a:r>
            <a:r>
              <a:rPr lang="zh-CN" altLang="en-US" sz="2400" dirty="0">
                <a:latin typeface="Times New Roman" panose="02020603050405020304" pitchFamily="18" charset="0"/>
                <a:ea typeface="楷体_GB2312" pitchFamily="49" charset="-122"/>
              </a:rPr>
              <a:t>有一个顾客到达的概率</a:t>
            </a:r>
            <a:endParaRPr lang="zh-CN" altLang="en-US" sz="2400" dirty="0">
              <a:latin typeface="Times New Roman" panose="02020603050405020304" pitchFamily="18" charset="0"/>
              <a:ea typeface="楷体_GB2312" pitchFamily="49" charset="-122"/>
            </a:endParaRPr>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86375"/>
                                        </p:tgtEl>
                                        <p:attrNameLst>
                                          <p:attrName>style.visibility</p:attrName>
                                        </p:attrNameLst>
                                      </p:cBhvr>
                                      <p:to>
                                        <p:strVal val="visible"/>
                                      </p:to>
                                    </p:set>
                                    <p:animEffect transition="in" filter="box(in)">
                                      <p:cBhvr>
                                        <p:cTn id="7" dur="500"/>
                                        <p:tgtEl>
                                          <p:spTgt spid="186375"/>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186374"/>
                                        </p:tgtEl>
                                        <p:attrNameLst>
                                          <p:attrName>style.visibility</p:attrName>
                                        </p:attrNameLst>
                                      </p:cBhvr>
                                      <p:to>
                                        <p:strVal val="visible"/>
                                      </p:to>
                                    </p:set>
                                    <p:animEffect transition="in" filter="wedge">
                                      <p:cBhvr>
                                        <p:cTn id="12" dur="2000"/>
                                        <p:tgtEl>
                                          <p:spTgt spid="186374"/>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186376"/>
                                        </p:tgtEl>
                                        <p:attrNameLst>
                                          <p:attrName>style.visibility</p:attrName>
                                        </p:attrNameLst>
                                      </p:cBhvr>
                                      <p:to>
                                        <p:strVal val="visible"/>
                                      </p:to>
                                    </p:set>
                                    <p:animEffect transition="in" filter="wedge">
                                      <p:cBhvr>
                                        <p:cTn id="17" dur="2000"/>
                                        <p:tgtEl>
                                          <p:spTgt spid="1863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374" grpId="0" animBg="1"/>
      <p:bldP spid="186375" grpId="0" animBg="1"/>
      <p:bldP spid="186376"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7442" name="矩形 187441"/>
          <p:cNvSpPr/>
          <p:nvPr/>
        </p:nvSpPr>
        <p:spPr>
          <a:xfrm>
            <a:off x="1908175" y="260350"/>
            <a:ext cx="6624638" cy="6264275"/>
          </a:xfrm>
          <a:prstGeom prst="rect">
            <a:avLst/>
          </a:prstGeom>
          <a:solidFill>
            <a:srgbClr val="FFFFCC"/>
          </a:solidFill>
          <a:ln w="38100" cap="rnd" cmpd="sng">
            <a:solidFill>
              <a:schemeClr val="accent2"/>
            </a:solidFill>
            <a:prstDash val="sysDot"/>
            <a:miter/>
            <a:headEnd type="none" w="med" len="med"/>
            <a:tailEnd type="none" w="med" len="med"/>
          </a:ln>
        </p:spPr>
        <p:txBody>
          <a:bodyPr/>
          <a:p>
            <a:endParaRPr lang="zh-CN" altLang="en-US"/>
          </a:p>
        </p:txBody>
      </p:sp>
      <p:sp>
        <p:nvSpPr>
          <p:cNvPr id="187394" name="矩形 187393"/>
          <p:cNvSpPr/>
          <p:nvPr/>
        </p:nvSpPr>
        <p:spPr>
          <a:xfrm>
            <a:off x="850900" y="377825"/>
            <a:ext cx="830263" cy="5421313"/>
          </a:xfrm>
          <a:prstGeom prst="rect">
            <a:avLst/>
          </a:prstGeom>
          <a:solidFill>
            <a:srgbClr val="FFCCFF"/>
          </a:solidFill>
          <a:ln w="12700" cap="flat" cmpd="sng">
            <a:solidFill>
              <a:schemeClr val="hlink"/>
            </a:solidFill>
            <a:prstDash val="solid"/>
            <a:miter/>
            <a:headEnd type="none" w="med" len="med"/>
            <a:tailEnd type="none" w="med" len="med"/>
          </a:ln>
        </p:spPr>
        <p:txBody>
          <a:bodyPr lIns="90488" tIns="44450" rIns="90488" bIns="44450" anchor="ctr"/>
          <a:lstStyle>
            <a:lvl1pPr marL="0" lvl="0" indent="0" algn="l" defTabSz="914400" rtl="0" eaLnBrk="1" fontAlgn="base" latinLnBrk="0" hangingPunct="1">
              <a:lnSpc>
                <a:spcPct val="100000"/>
              </a:lnSpc>
              <a:spcBef>
                <a:spcPct val="0"/>
              </a:spcBef>
              <a:spcAft>
                <a:spcPct val="0"/>
              </a:spcAft>
              <a:buNone/>
              <a:defRPr sz="4400" u="none" kern="1200" baseline="0">
                <a:solidFill>
                  <a:schemeClr val="tx2"/>
                </a:solidFill>
                <a:latin typeface="Tahoma" panose="020B0604030504040204" pitchFamily="34" charset="0"/>
                <a:ea typeface="宋体" panose="02010600030101010101" pitchFamily="2" charset="-122"/>
              </a:defRPr>
            </a:lvl1pPr>
          </a:lstStyle>
          <a:p>
            <a:pPr lvl="0"/>
            <a:r>
              <a:rPr lang="zh-CN" altLang="en-AU" b="1" i="1" dirty="0"/>
              <a:t>状</a:t>
            </a:r>
            <a:br>
              <a:rPr lang="zh-CN" altLang="en-AU" b="1" i="1" dirty="0"/>
            </a:br>
            <a:r>
              <a:rPr lang="zh-CN" altLang="en-AU" b="1" i="1" dirty="0"/>
              <a:t>态</a:t>
            </a:r>
            <a:br>
              <a:rPr lang="zh-CN" altLang="en-AU" b="1" i="1" dirty="0"/>
            </a:br>
            <a:r>
              <a:rPr lang="en-AU" altLang="en-US" b="1" i="1"/>
              <a:t>转</a:t>
            </a:r>
            <a:br>
              <a:rPr lang="en-AU" altLang="en-US" b="1" i="1"/>
            </a:br>
            <a:r>
              <a:rPr lang="en-AU" altLang="en-US" b="1" i="1"/>
              <a:t>移</a:t>
            </a:r>
            <a:br>
              <a:rPr lang="en-AU" altLang="en-US" b="1" i="1"/>
            </a:br>
            <a:r>
              <a:rPr lang="zh-CN" altLang="en-AU" b="1" i="1" dirty="0"/>
              <a:t>图</a:t>
            </a:r>
            <a:endParaRPr lang="zh-CN" altLang="en-AU" b="1" i="1" dirty="0"/>
          </a:p>
        </p:txBody>
      </p:sp>
      <p:sp>
        <p:nvSpPr>
          <p:cNvPr id="187395" name="椭圆 187394"/>
          <p:cNvSpPr/>
          <p:nvPr/>
        </p:nvSpPr>
        <p:spPr>
          <a:xfrm>
            <a:off x="3241675" y="866775"/>
            <a:ext cx="685800" cy="685800"/>
          </a:xfrm>
          <a:prstGeom prst="ellipse">
            <a:avLst/>
          </a:prstGeom>
          <a:solidFill>
            <a:srgbClr val="FFFF66"/>
          </a:solidFill>
          <a:ln w="28575" cap="flat" cmpd="sng">
            <a:solidFill>
              <a:srgbClr val="FF00FF"/>
            </a:solidFill>
            <a:prstDash val="solid"/>
            <a:headEnd type="none" w="med" len="med"/>
            <a:tailEnd type="none" w="med" len="med"/>
          </a:ln>
        </p:spPr>
        <p:txBody>
          <a:bodyPr/>
          <a:p>
            <a:endParaRPr lang="zh-CN" altLang="en-US"/>
          </a:p>
        </p:txBody>
      </p:sp>
      <p:sp>
        <p:nvSpPr>
          <p:cNvPr id="187396" name="文本框 187395"/>
          <p:cNvSpPr txBox="1"/>
          <p:nvPr/>
        </p:nvSpPr>
        <p:spPr>
          <a:xfrm>
            <a:off x="3427413" y="987425"/>
            <a:ext cx="309562" cy="457200"/>
          </a:xfrm>
          <a:prstGeom prst="rect">
            <a:avLst/>
          </a:prstGeom>
          <a:noFill/>
          <a:ln w="9525">
            <a:noFill/>
          </a:ln>
        </p:spPr>
        <p:txBody>
          <a:bodyPr>
            <a:spAutoFit/>
          </a:bodyPr>
          <a:p>
            <a:pPr>
              <a:spcBef>
                <a:spcPct val="50000"/>
              </a:spcBef>
            </a:pPr>
            <a:r>
              <a:rPr lang="zh-CN" altLang="en-US" sz="2400" b="0" dirty="0">
                <a:solidFill>
                  <a:schemeClr val="hlink"/>
                </a:solidFill>
                <a:latin typeface="Times New Roman" panose="02020603050405020304" pitchFamily="18" charset="0"/>
              </a:rPr>
              <a:t>0</a:t>
            </a:r>
            <a:endParaRPr lang="zh-CN" altLang="en-US" sz="2400" b="0" dirty="0">
              <a:latin typeface="Times New Roman" panose="02020603050405020304" pitchFamily="18" charset="0"/>
            </a:endParaRPr>
          </a:p>
        </p:txBody>
      </p:sp>
      <p:sp>
        <p:nvSpPr>
          <p:cNvPr id="187397" name="椭圆 187396"/>
          <p:cNvSpPr/>
          <p:nvPr/>
        </p:nvSpPr>
        <p:spPr>
          <a:xfrm>
            <a:off x="4822825" y="869950"/>
            <a:ext cx="685800" cy="685800"/>
          </a:xfrm>
          <a:prstGeom prst="ellipse">
            <a:avLst/>
          </a:prstGeom>
          <a:solidFill>
            <a:srgbClr val="FFFF66"/>
          </a:solidFill>
          <a:ln w="28575" cap="flat" cmpd="sng">
            <a:solidFill>
              <a:srgbClr val="FF00FF"/>
            </a:solidFill>
            <a:prstDash val="solid"/>
            <a:headEnd type="none" w="med" len="med"/>
            <a:tailEnd type="none" w="med" len="med"/>
          </a:ln>
        </p:spPr>
        <p:txBody>
          <a:bodyPr/>
          <a:p>
            <a:endParaRPr lang="zh-CN" altLang="en-US"/>
          </a:p>
        </p:txBody>
      </p:sp>
      <p:sp>
        <p:nvSpPr>
          <p:cNvPr id="187398" name="文本框 187397"/>
          <p:cNvSpPr txBox="1"/>
          <p:nvPr/>
        </p:nvSpPr>
        <p:spPr>
          <a:xfrm>
            <a:off x="5008563" y="990600"/>
            <a:ext cx="309562" cy="457200"/>
          </a:xfrm>
          <a:prstGeom prst="rect">
            <a:avLst/>
          </a:prstGeom>
          <a:noFill/>
          <a:ln w="9525">
            <a:noFill/>
          </a:ln>
        </p:spPr>
        <p:txBody>
          <a:bodyPr>
            <a:spAutoFit/>
          </a:bodyPr>
          <a:p>
            <a:pPr>
              <a:spcBef>
                <a:spcPct val="50000"/>
              </a:spcBef>
            </a:pPr>
            <a:r>
              <a:rPr lang="zh-CN" altLang="en-US" sz="2400" b="0" dirty="0">
                <a:solidFill>
                  <a:schemeClr val="hlink"/>
                </a:solidFill>
                <a:latin typeface="Times New Roman" panose="02020603050405020304" pitchFamily="18" charset="0"/>
              </a:rPr>
              <a:t>1</a:t>
            </a:r>
            <a:endParaRPr lang="zh-CN" altLang="en-US" sz="2400" b="0" dirty="0">
              <a:latin typeface="Times New Roman" panose="02020603050405020304" pitchFamily="18" charset="0"/>
            </a:endParaRPr>
          </a:p>
        </p:txBody>
      </p:sp>
      <p:sp>
        <p:nvSpPr>
          <p:cNvPr id="187399" name="任意多边形 187398"/>
          <p:cNvSpPr/>
          <p:nvPr/>
        </p:nvSpPr>
        <p:spPr>
          <a:xfrm rot="-7822055">
            <a:off x="3849688" y="461963"/>
            <a:ext cx="852487" cy="969962"/>
          </a:xfrm>
          <a:custGeom>
            <a:avLst/>
            <a:gdLst>
              <a:gd name="txL" fmla="*/ 0 w 21386"/>
              <a:gd name="txT" fmla="*/ 0 h 21600"/>
              <a:gd name="txR" fmla="*/ 21386 w 21386"/>
              <a:gd name="txB" fmla="*/ 21600 h 21600"/>
            </a:gdLst>
            <a:ahLst/>
            <a:cxnLst>
              <a:cxn ang="0">
                <a:pos x="21386" y="3031"/>
              </a:cxn>
              <a:cxn ang="90">
                <a:pos x="0" y="21600"/>
              </a:cxn>
              <a:cxn ang="270">
                <a:pos x="0" y="0"/>
              </a:cxn>
            </a:cxnLst>
            <a:rect l="txL" t="txT" r="txR" b="txB"/>
            <a:pathLst>
              <a:path w="21386" h="21600" fill="none">
                <a:moveTo>
                  <a:pt x="21386" y="3031"/>
                </a:moveTo>
                <a:arcTo wR="21600" hR="21600" stAng="-21115998" swAng="4915998"/>
              </a:path>
              <a:path w="21386" h="21600" stroke="0">
                <a:moveTo>
                  <a:pt x="21386" y="3031"/>
                </a:moveTo>
                <a:arcTo wR="21600" hR="21600" stAng="-21115998" swAng="4915998"/>
                <a:lnTo>
                  <a:pt x="0" y="0"/>
                </a:lnTo>
                <a:close/>
              </a:path>
            </a:pathLst>
          </a:custGeom>
          <a:noFill/>
          <a:ln w="28575" cap="rnd" cmpd="sng">
            <a:solidFill>
              <a:schemeClr val="hlink"/>
            </a:solidFill>
            <a:prstDash val="solid"/>
            <a:headEnd type="none" w="med" len="med"/>
            <a:tailEnd type="triangle" w="med" len="med"/>
          </a:ln>
        </p:spPr>
        <p:txBody>
          <a:bodyPr/>
          <a:p>
            <a:endParaRPr lang="zh-CN" altLang="en-US"/>
          </a:p>
        </p:txBody>
      </p:sp>
      <p:sp>
        <p:nvSpPr>
          <p:cNvPr id="187400" name="任意多边形 187399"/>
          <p:cNvSpPr/>
          <p:nvPr/>
        </p:nvSpPr>
        <p:spPr>
          <a:xfrm rot="-19025083">
            <a:off x="3952875" y="1006475"/>
            <a:ext cx="852488" cy="969963"/>
          </a:xfrm>
          <a:custGeom>
            <a:avLst/>
            <a:gdLst>
              <a:gd name="txL" fmla="*/ 0 w 21386"/>
              <a:gd name="txT" fmla="*/ 0 h 21600"/>
              <a:gd name="txR" fmla="*/ 21386 w 21386"/>
              <a:gd name="txB" fmla="*/ 21600 h 21600"/>
            </a:gdLst>
            <a:ahLst/>
            <a:cxnLst>
              <a:cxn ang="0">
                <a:pos x="21386" y="3031"/>
              </a:cxn>
              <a:cxn ang="90">
                <a:pos x="0" y="21600"/>
              </a:cxn>
              <a:cxn ang="270">
                <a:pos x="0" y="0"/>
              </a:cxn>
            </a:cxnLst>
            <a:rect l="txL" t="txT" r="txR" b="txB"/>
            <a:pathLst>
              <a:path w="21386" h="21600" fill="none">
                <a:moveTo>
                  <a:pt x="21386" y="3031"/>
                </a:moveTo>
                <a:arcTo wR="21600" hR="21600" stAng="-21115998" swAng="4915998"/>
              </a:path>
              <a:path w="21386" h="21600" stroke="0">
                <a:moveTo>
                  <a:pt x="21386" y="3031"/>
                </a:moveTo>
                <a:arcTo wR="21600" hR="21600" stAng="-21115998" swAng="4915998"/>
                <a:lnTo>
                  <a:pt x="0" y="0"/>
                </a:lnTo>
                <a:close/>
              </a:path>
            </a:pathLst>
          </a:custGeom>
          <a:noFill/>
          <a:ln w="28575" cap="rnd" cmpd="sng">
            <a:solidFill>
              <a:schemeClr val="hlink"/>
            </a:solidFill>
            <a:prstDash val="solid"/>
            <a:headEnd type="none" w="med" len="med"/>
            <a:tailEnd type="triangle" w="med" len="med"/>
          </a:ln>
        </p:spPr>
        <p:txBody>
          <a:bodyPr/>
          <a:p>
            <a:endParaRPr lang="zh-CN" altLang="en-US"/>
          </a:p>
        </p:txBody>
      </p:sp>
      <p:sp>
        <p:nvSpPr>
          <p:cNvPr id="187401" name="文本框 187400"/>
          <p:cNvSpPr txBox="1"/>
          <p:nvPr/>
        </p:nvSpPr>
        <p:spPr>
          <a:xfrm>
            <a:off x="4122738" y="233363"/>
            <a:ext cx="658812" cy="457200"/>
          </a:xfrm>
          <a:prstGeom prst="rect">
            <a:avLst/>
          </a:prstGeom>
          <a:noFill/>
          <a:ln w="9525">
            <a:noFill/>
          </a:ln>
        </p:spPr>
        <p:txBody>
          <a:bodyPr>
            <a:spAutoFit/>
          </a:bodyPr>
          <a:p>
            <a:pPr>
              <a:spcBef>
                <a:spcPct val="50000"/>
              </a:spcBef>
            </a:pPr>
            <a:r>
              <a:rPr lang="en-US" altLang="zh-CN" sz="2400" b="0">
                <a:latin typeface="Times New Roman" panose="02020603050405020304" pitchFamily="18" charset="0"/>
                <a:sym typeface="Symbol" panose="05050102010706020507" pitchFamily="18" charset="2"/>
              </a:rPr>
              <a:t>m</a:t>
            </a:r>
            <a:endParaRPr lang="en-US" altLang="zh-CN" sz="2400" b="0">
              <a:latin typeface="Times New Roman" panose="02020603050405020304" pitchFamily="18" charset="0"/>
            </a:endParaRPr>
          </a:p>
        </p:txBody>
      </p:sp>
      <p:sp>
        <p:nvSpPr>
          <p:cNvPr id="187402" name="文本框 187401"/>
          <p:cNvSpPr txBox="1"/>
          <p:nvPr/>
        </p:nvSpPr>
        <p:spPr>
          <a:xfrm>
            <a:off x="4171950" y="1687513"/>
            <a:ext cx="425450" cy="457200"/>
          </a:xfrm>
          <a:prstGeom prst="rect">
            <a:avLst/>
          </a:prstGeom>
          <a:noFill/>
          <a:ln w="9525">
            <a:noFill/>
          </a:ln>
        </p:spPr>
        <p:txBody>
          <a:bodyPr>
            <a:spAutoFit/>
          </a:bodyPr>
          <a:p>
            <a:pPr>
              <a:spcBef>
                <a:spcPct val="50000"/>
              </a:spcBef>
            </a:pPr>
            <a:r>
              <a:rPr lang="zh-CN" altLang="en-US" sz="2400" b="0" dirty="0">
                <a:latin typeface="Times New Roman" panose="02020603050405020304" pitchFamily="18" charset="0"/>
                <a:sym typeface="Symbol" panose="05050102010706020507" pitchFamily="18" charset="2"/>
              </a:rPr>
              <a:t></a:t>
            </a:r>
            <a:endParaRPr lang="zh-CN" altLang="en-US" sz="2400" b="0" dirty="0">
              <a:latin typeface="Times New Roman" panose="02020603050405020304" pitchFamily="18" charset="0"/>
              <a:sym typeface="Symbol" panose="05050102010706020507" pitchFamily="18" charset="2"/>
            </a:endParaRPr>
          </a:p>
        </p:txBody>
      </p:sp>
      <p:sp>
        <p:nvSpPr>
          <p:cNvPr id="187403" name="椭圆 187402"/>
          <p:cNvSpPr/>
          <p:nvPr/>
        </p:nvSpPr>
        <p:spPr>
          <a:xfrm>
            <a:off x="3249613" y="2944813"/>
            <a:ext cx="685800" cy="685800"/>
          </a:xfrm>
          <a:prstGeom prst="ellipse">
            <a:avLst/>
          </a:prstGeom>
          <a:solidFill>
            <a:srgbClr val="FFFF66"/>
          </a:solidFill>
          <a:ln w="28575" cap="flat" cmpd="sng">
            <a:solidFill>
              <a:srgbClr val="FF00FF"/>
            </a:solidFill>
            <a:prstDash val="solid"/>
            <a:headEnd type="none" w="med" len="med"/>
            <a:tailEnd type="none" w="med" len="med"/>
          </a:ln>
        </p:spPr>
        <p:txBody>
          <a:bodyPr/>
          <a:p>
            <a:endParaRPr lang="zh-CN" altLang="en-US"/>
          </a:p>
        </p:txBody>
      </p:sp>
      <p:sp>
        <p:nvSpPr>
          <p:cNvPr id="187404" name="文本框 187403"/>
          <p:cNvSpPr txBox="1"/>
          <p:nvPr/>
        </p:nvSpPr>
        <p:spPr>
          <a:xfrm>
            <a:off x="3305175" y="3048000"/>
            <a:ext cx="868363" cy="457200"/>
          </a:xfrm>
          <a:prstGeom prst="rect">
            <a:avLst/>
          </a:prstGeom>
          <a:noFill/>
          <a:ln w="9525">
            <a:noFill/>
          </a:ln>
        </p:spPr>
        <p:txBody>
          <a:bodyPr>
            <a:spAutoFit/>
          </a:bodyPr>
          <a:p>
            <a:pPr>
              <a:spcBef>
                <a:spcPct val="50000"/>
              </a:spcBef>
            </a:pPr>
            <a:r>
              <a:rPr lang="en-US" altLang="zh-CN" sz="2400" b="0">
                <a:solidFill>
                  <a:schemeClr val="hlink"/>
                </a:solidFill>
                <a:latin typeface="Times New Roman" panose="02020603050405020304" pitchFamily="18" charset="0"/>
              </a:rPr>
              <a:t>n-1</a:t>
            </a:r>
            <a:endParaRPr lang="en-US" altLang="zh-CN" sz="2400" b="0">
              <a:latin typeface="Times New Roman" panose="02020603050405020304" pitchFamily="18" charset="0"/>
            </a:endParaRPr>
          </a:p>
        </p:txBody>
      </p:sp>
      <p:sp>
        <p:nvSpPr>
          <p:cNvPr id="187405" name="椭圆 187404"/>
          <p:cNvSpPr/>
          <p:nvPr/>
        </p:nvSpPr>
        <p:spPr>
          <a:xfrm>
            <a:off x="4911725" y="2949575"/>
            <a:ext cx="685800" cy="685800"/>
          </a:xfrm>
          <a:prstGeom prst="ellipse">
            <a:avLst/>
          </a:prstGeom>
          <a:solidFill>
            <a:srgbClr val="FFFF66"/>
          </a:solidFill>
          <a:ln w="28575" cap="flat" cmpd="sng">
            <a:solidFill>
              <a:srgbClr val="FF00FF"/>
            </a:solidFill>
            <a:prstDash val="solid"/>
            <a:headEnd type="none" w="med" len="med"/>
            <a:tailEnd type="none" w="med" len="med"/>
          </a:ln>
        </p:spPr>
        <p:txBody>
          <a:bodyPr/>
          <a:p>
            <a:endParaRPr lang="zh-CN" altLang="en-US"/>
          </a:p>
        </p:txBody>
      </p:sp>
      <p:sp>
        <p:nvSpPr>
          <p:cNvPr id="187406" name="文本框 187405"/>
          <p:cNvSpPr txBox="1"/>
          <p:nvPr/>
        </p:nvSpPr>
        <p:spPr>
          <a:xfrm>
            <a:off x="5097463" y="3070225"/>
            <a:ext cx="309562" cy="457200"/>
          </a:xfrm>
          <a:prstGeom prst="rect">
            <a:avLst/>
          </a:prstGeom>
          <a:noFill/>
          <a:ln w="9525">
            <a:noFill/>
          </a:ln>
        </p:spPr>
        <p:txBody>
          <a:bodyPr>
            <a:spAutoFit/>
          </a:bodyPr>
          <a:p>
            <a:pPr>
              <a:spcBef>
                <a:spcPct val="50000"/>
              </a:spcBef>
            </a:pPr>
            <a:r>
              <a:rPr lang="en-US" altLang="zh-CN" sz="2400" b="0">
                <a:solidFill>
                  <a:schemeClr val="hlink"/>
                </a:solidFill>
                <a:latin typeface="Times New Roman" panose="02020603050405020304" pitchFamily="18" charset="0"/>
              </a:rPr>
              <a:t>n</a:t>
            </a:r>
            <a:endParaRPr lang="en-US" altLang="zh-CN" sz="2400" b="0">
              <a:latin typeface="Times New Roman" panose="02020603050405020304" pitchFamily="18" charset="0"/>
            </a:endParaRPr>
          </a:p>
        </p:txBody>
      </p:sp>
      <p:sp>
        <p:nvSpPr>
          <p:cNvPr id="187407" name="任意多边形 187406"/>
          <p:cNvSpPr/>
          <p:nvPr/>
        </p:nvSpPr>
        <p:spPr>
          <a:xfrm rot="-7822055">
            <a:off x="3938588" y="2541588"/>
            <a:ext cx="852487" cy="969962"/>
          </a:xfrm>
          <a:custGeom>
            <a:avLst/>
            <a:gdLst>
              <a:gd name="txL" fmla="*/ 0 w 21386"/>
              <a:gd name="txT" fmla="*/ 0 h 21600"/>
              <a:gd name="txR" fmla="*/ 21386 w 21386"/>
              <a:gd name="txB" fmla="*/ 21600 h 21600"/>
            </a:gdLst>
            <a:ahLst/>
            <a:cxnLst>
              <a:cxn ang="0">
                <a:pos x="21386" y="3031"/>
              </a:cxn>
              <a:cxn ang="90">
                <a:pos x="0" y="21600"/>
              </a:cxn>
              <a:cxn ang="270">
                <a:pos x="0" y="0"/>
              </a:cxn>
            </a:cxnLst>
            <a:rect l="txL" t="txT" r="txR" b="txB"/>
            <a:pathLst>
              <a:path w="21386" h="21600" fill="none">
                <a:moveTo>
                  <a:pt x="21386" y="3031"/>
                </a:moveTo>
                <a:arcTo wR="21600" hR="21600" stAng="-21115998" swAng="4915998"/>
              </a:path>
              <a:path w="21386" h="21600" stroke="0">
                <a:moveTo>
                  <a:pt x="21386" y="3031"/>
                </a:moveTo>
                <a:arcTo wR="21600" hR="21600" stAng="-21115998" swAng="4915998"/>
                <a:lnTo>
                  <a:pt x="0" y="0"/>
                </a:lnTo>
                <a:close/>
              </a:path>
            </a:pathLst>
          </a:custGeom>
          <a:noFill/>
          <a:ln w="28575" cap="rnd" cmpd="sng">
            <a:solidFill>
              <a:schemeClr val="hlink"/>
            </a:solidFill>
            <a:prstDash val="solid"/>
            <a:headEnd type="none" w="med" len="med"/>
            <a:tailEnd type="triangle" w="med" len="med"/>
          </a:ln>
        </p:spPr>
        <p:txBody>
          <a:bodyPr/>
          <a:p>
            <a:endParaRPr lang="zh-CN" altLang="en-US"/>
          </a:p>
        </p:txBody>
      </p:sp>
      <p:sp>
        <p:nvSpPr>
          <p:cNvPr id="187408" name="任意多边形 187407"/>
          <p:cNvSpPr/>
          <p:nvPr/>
        </p:nvSpPr>
        <p:spPr>
          <a:xfrm rot="-19025083">
            <a:off x="4041775" y="3086100"/>
            <a:ext cx="852488" cy="969963"/>
          </a:xfrm>
          <a:custGeom>
            <a:avLst/>
            <a:gdLst>
              <a:gd name="txL" fmla="*/ 0 w 21386"/>
              <a:gd name="txT" fmla="*/ 0 h 21600"/>
              <a:gd name="txR" fmla="*/ 21386 w 21386"/>
              <a:gd name="txB" fmla="*/ 21600 h 21600"/>
            </a:gdLst>
            <a:ahLst/>
            <a:cxnLst>
              <a:cxn ang="0">
                <a:pos x="21386" y="3031"/>
              </a:cxn>
              <a:cxn ang="90">
                <a:pos x="0" y="21600"/>
              </a:cxn>
              <a:cxn ang="270">
                <a:pos x="0" y="0"/>
              </a:cxn>
            </a:cxnLst>
            <a:rect l="txL" t="txT" r="txR" b="txB"/>
            <a:pathLst>
              <a:path w="21386" h="21600" fill="none">
                <a:moveTo>
                  <a:pt x="21386" y="3031"/>
                </a:moveTo>
                <a:arcTo wR="21600" hR="21600" stAng="-21115998" swAng="4915998"/>
              </a:path>
              <a:path w="21386" h="21600" stroke="0">
                <a:moveTo>
                  <a:pt x="21386" y="3031"/>
                </a:moveTo>
                <a:arcTo wR="21600" hR="21600" stAng="-21115998" swAng="4915998"/>
                <a:lnTo>
                  <a:pt x="0" y="0"/>
                </a:lnTo>
                <a:close/>
              </a:path>
            </a:pathLst>
          </a:custGeom>
          <a:noFill/>
          <a:ln w="28575" cap="rnd" cmpd="sng">
            <a:solidFill>
              <a:schemeClr val="hlink"/>
            </a:solidFill>
            <a:prstDash val="solid"/>
            <a:headEnd type="none" w="med" len="med"/>
            <a:tailEnd type="triangle" w="med" len="med"/>
          </a:ln>
        </p:spPr>
        <p:txBody>
          <a:bodyPr/>
          <a:p>
            <a:endParaRPr lang="zh-CN" altLang="en-US"/>
          </a:p>
        </p:txBody>
      </p:sp>
      <p:sp>
        <p:nvSpPr>
          <p:cNvPr id="187409" name="文本框 187408"/>
          <p:cNvSpPr txBox="1"/>
          <p:nvPr/>
        </p:nvSpPr>
        <p:spPr>
          <a:xfrm>
            <a:off x="3768725" y="2327275"/>
            <a:ext cx="1495425" cy="457200"/>
          </a:xfrm>
          <a:prstGeom prst="rect">
            <a:avLst/>
          </a:prstGeom>
          <a:noFill/>
          <a:ln w="9525">
            <a:noFill/>
          </a:ln>
        </p:spPr>
        <p:txBody>
          <a:bodyPr>
            <a:spAutoFit/>
          </a:bodyPr>
          <a:p>
            <a:pPr>
              <a:spcBef>
                <a:spcPct val="50000"/>
              </a:spcBef>
            </a:pPr>
            <a:r>
              <a:rPr lang="zh-CN" altLang="en-US" sz="2400" b="0">
                <a:latin typeface="Times New Roman" panose="02020603050405020304" pitchFamily="18" charset="0"/>
                <a:sym typeface="Symbol" panose="05050102010706020507" pitchFamily="18" charset="2"/>
              </a:rPr>
              <a:t>(</a:t>
            </a:r>
            <a:r>
              <a:rPr lang="en-US" altLang="zh-CN" sz="2400" b="0">
                <a:latin typeface="Times New Roman" panose="02020603050405020304" pitchFamily="18" charset="0"/>
                <a:sym typeface="Symbol" panose="05050102010706020507" pitchFamily="18" charset="2"/>
              </a:rPr>
              <a:t>m-n+1)</a:t>
            </a:r>
            <a:r>
              <a:rPr lang="zh-CN" altLang="en-US" sz="2400" b="0">
                <a:latin typeface="Times New Roman" panose="02020603050405020304" pitchFamily="18" charset="0"/>
                <a:sym typeface="Symbol" panose="05050102010706020507" pitchFamily="18" charset="2"/>
              </a:rPr>
              <a:t> </a:t>
            </a:r>
            <a:r>
              <a:rPr lang="zh-CN" altLang="en-US" sz="2400" b="0" dirty="0">
                <a:latin typeface="Times New Roman" panose="02020603050405020304" pitchFamily="18" charset="0"/>
                <a:sym typeface="Symbol" panose="05050102010706020507" pitchFamily="18" charset="2"/>
              </a:rPr>
              <a:t></a:t>
            </a:r>
            <a:endParaRPr lang="zh-CN" altLang="en-US" sz="2400" b="0" dirty="0">
              <a:latin typeface="Times New Roman" panose="02020603050405020304" pitchFamily="18" charset="0"/>
              <a:sym typeface="Symbol" panose="05050102010706020507" pitchFamily="18" charset="2"/>
            </a:endParaRPr>
          </a:p>
        </p:txBody>
      </p:sp>
      <p:sp>
        <p:nvSpPr>
          <p:cNvPr id="187410" name="文本框 187409"/>
          <p:cNvSpPr txBox="1"/>
          <p:nvPr/>
        </p:nvSpPr>
        <p:spPr>
          <a:xfrm>
            <a:off x="4164013" y="3751263"/>
            <a:ext cx="425450" cy="457200"/>
          </a:xfrm>
          <a:prstGeom prst="rect">
            <a:avLst/>
          </a:prstGeom>
          <a:noFill/>
          <a:ln w="9525">
            <a:noFill/>
          </a:ln>
        </p:spPr>
        <p:txBody>
          <a:bodyPr>
            <a:spAutoFit/>
          </a:bodyPr>
          <a:p>
            <a:pPr>
              <a:spcBef>
                <a:spcPct val="50000"/>
              </a:spcBef>
            </a:pPr>
            <a:r>
              <a:rPr lang="zh-CN" altLang="en-US" sz="2400" b="0" dirty="0">
                <a:latin typeface="Times New Roman" panose="02020603050405020304" pitchFamily="18" charset="0"/>
                <a:sym typeface="Symbol" panose="05050102010706020507" pitchFamily="18" charset="2"/>
              </a:rPr>
              <a:t></a:t>
            </a:r>
            <a:endParaRPr lang="zh-CN" altLang="en-US" sz="2400" b="0" dirty="0">
              <a:latin typeface="Times New Roman" panose="02020603050405020304" pitchFamily="18" charset="0"/>
              <a:sym typeface="Symbol" panose="05050102010706020507" pitchFamily="18" charset="2"/>
            </a:endParaRPr>
          </a:p>
        </p:txBody>
      </p:sp>
      <p:sp>
        <p:nvSpPr>
          <p:cNvPr id="187411" name="椭圆 187410"/>
          <p:cNvSpPr/>
          <p:nvPr/>
        </p:nvSpPr>
        <p:spPr>
          <a:xfrm>
            <a:off x="6624638" y="2986088"/>
            <a:ext cx="685800" cy="685800"/>
          </a:xfrm>
          <a:prstGeom prst="ellipse">
            <a:avLst/>
          </a:prstGeom>
          <a:solidFill>
            <a:srgbClr val="FFFF66"/>
          </a:solidFill>
          <a:ln w="28575" cap="flat" cmpd="sng">
            <a:solidFill>
              <a:srgbClr val="FF00FF"/>
            </a:solidFill>
            <a:prstDash val="solid"/>
            <a:headEnd type="none" w="med" len="med"/>
            <a:tailEnd type="none" w="med" len="med"/>
          </a:ln>
        </p:spPr>
        <p:txBody>
          <a:bodyPr/>
          <a:p>
            <a:endParaRPr lang="zh-CN" altLang="en-US"/>
          </a:p>
        </p:txBody>
      </p:sp>
      <p:sp>
        <p:nvSpPr>
          <p:cNvPr id="187412" name="任意多边形 187411"/>
          <p:cNvSpPr/>
          <p:nvPr/>
        </p:nvSpPr>
        <p:spPr>
          <a:xfrm rot="-7822055">
            <a:off x="5651500" y="2578100"/>
            <a:ext cx="852488" cy="969963"/>
          </a:xfrm>
          <a:custGeom>
            <a:avLst/>
            <a:gdLst>
              <a:gd name="txL" fmla="*/ 0 w 21386"/>
              <a:gd name="txT" fmla="*/ 0 h 21600"/>
              <a:gd name="txR" fmla="*/ 21386 w 21386"/>
              <a:gd name="txB" fmla="*/ 21600 h 21600"/>
            </a:gdLst>
            <a:ahLst/>
            <a:cxnLst>
              <a:cxn ang="0">
                <a:pos x="21386" y="3031"/>
              </a:cxn>
              <a:cxn ang="90">
                <a:pos x="0" y="21600"/>
              </a:cxn>
              <a:cxn ang="270">
                <a:pos x="0" y="0"/>
              </a:cxn>
            </a:cxnLst>
            <a:rect l="txL" t="txT" r="txR" b="txB"/>
            <a:pathLst>
              <a:path w="21386" h="21600" fill="none">
                <a:moveTo>
                  <a:pt x="21386" y="3031"/>
                </a:moveTo>
                <a:arcTo wR="21600" hR="21600" stAng="-21115998" swAng="4915998"/>
              </a:path>
              <a:path w="21386" h="21600" stroke="0">
                <a:moveTo>
                  <a:pt x="21386" y="3031"/>
                </a:moveTo>
                <a:arcTo wR="21600" hR="21600" stAng="-21115998" swAng="4915998"/>
                <a:lnTo>
                  <a:pt x="0" y="0"/>
                </a:lnTo>
                <a:close/>
              </a:path>
            </a:pathLst>
          </a:custGeom>
          <a:noFill/>
          <a:ln w="28575" cap="rnd" cmpd="sng">
            <a:solidFill>
              <a:schemeClr val="hlink"/>
            </a:solidFill>
            <a:prstDash val="solid"/>
            <a:headEnd type="none" w="med" len="med"/>
            <a:tailEnd type="triangle" w="med" len="med"/>
          </a:ln>
        </p:spPr>
        <p:txBody>
          <a:bodyPr/>
          <a:p>
            <a:endParaRPr lang="zh-CN" altLang="en-US"/>
          </a:p>
        </p:txBody>
      </p:sp>
      <p:sp>
        <p:nvSpPr>
          <p:cNvPr id="187413" name="任意多边形 187412"/>
          <p:cNvSpPr/>
          <p:nvPr/>
        </p:nvSpPr>
        <p:spPr>
          <a:xfrm rot="-19025083">
            <a:off x="5754688" y="3122613"/>
            <a:ext cx="852487" cy="969962"/>
          </a:xfrm>
          <a:custGeom>
            <a:avLst/>
            <a:gdLst>
              <a:gd name="txL" fmla="*/ 0 w 21386"/>
              <a:gd name="txT" fmla="*/ 0 h 21600"/>
              <a:gd name="txR" fmla="*/ 21386 w 21386"/>
              <a:gd name="txB" fmla="*/ 21600 h 21600"/>
            </a:gdLst>
            <a:ahLst/>
            <a:cxnLst>
              <a:cxn ang="0">
                <a:pos x="21386" y="3031"/>
              </a:cxn>
              <a:cxn ang="90">
                <a:pos x="0" y="21600"/>
              </a:cxn>
              <a:cxn ang="270">
                <a:pos x="0" y="0"/>
              </a:cxn>
            </a:cxnLst>
            <a:rect l="txL" t="txT" r="txR" b="txB"/>
            <a:pathLst>
              <a:path w="21386" h="21600" fill="none">
                <a:moveTo>
                  <a:pt x="21386" y="3031"/>
                </a:moveTo>
                <a:arcTo wR="21600" hR="21600" stAng="-21115998" swAng="4915998"/>
              </a:path>
              <a:path w="21386" h="21600" stroke="0">
                <a:moveTo>
                  <a:pt x="21386" y="3031"/>
                </a:moveTo>
                <a:arcTo wR="21600" hR="21600" stAng="-21115998" swAng="4915998"/>
                <a:lnTo>
                  <a:pt x="0" y="0"/>
                </a:lnTo>
                <a:close/>
              </a:path>
            </a:pathLst>
          </a:custGeom>
          <a:noFill/>
          <a:ln w="28575" cap="rnd" cmpd="sng">
            <a:solidFill>
              <a:schemeClr val="hlink"/>
            </a:solidFill>
            <a:prstDash val="solid"/>
            <a:headEnd type="none" w="med" len="med"/>
            <a:tailEnd type="triangle" w="med" len="med"/>
          </a:ln>
        </p:spPr>
        <p:txBody>
          <a:bodyPr/>
          <a:p>
            <a:endParaRPr lang="zh-CN" altLang="en-US"/>
          </a:p>
        </p:txBody>
      </p:sp>
      <p:sp>
        <p:nvSpPr>
          <p:cNvPr id="187414" name="文本框 187413"/>
          <p:cNvSpPr txBox="1"/>
          <p:nvPr/>
        </p:nvSpPr>
        <p:spPr>
          <a:xfrm>
            <a:off x="5710238" y="2379663"/>
            <a:ext cx="1247775" cy="457200"/>
          </a:xfrm>
          <a:prstGeom prst="rect">
            <a:avLst/>
          </a:prstGeom>
          <a:noFill/>
          <a:ln w="9525">
            <a:noFill/>
          </a:ln>
        </p:spPr>
        <p:txBody>
          <a:bodyPr>
            <a:spAutoFit/>
          </a:bodyPr>
          <a:p>
            <a:pPr>
              <a:spcBef>
                <a:spcPct val="50000"/>
              </a:spcBef>
            </a:pPr>
            <a:r>
              <a:rPr lang="zh-CN" altLang="en-US" sz="2400" b="0">
                <a:latin typeface="Times New Roman" panose="02020603050405020304" pitchFamily="18" charset="0"/>
                <a:sym typeface="Symbol" panose="05050102010706020507" pitchFamily="18" charset="2"/>
              </a:rPr>
              <a:t>(</a:t>
            </a:r>
            <a:r>
              <a:rPr lang="en-US" altLang="zh-CN" sz="2400" b="0">
                <a:latin typeface="Times New Roman" panose="02020603050405020304" pitchFamily="18" charset="0"/>
                <a:sym typeface="Symbol" panose="05050102010706020507" pitchFamily="18" charset="2"/>
              </a:rPr>
              <a:t>m-n)</a:t>
            </a:r>
            <a:endParaRPr lang="en-US" altLang="zh-CN" sz="2400" b="0">
              <a:latin typeface="Times New Roman" panose="02020603050405020304" pitchFamily="18" charset="0"/>
            </a:endParaRPr>
          </a:p>
        </p:txBody>
      </p:sp>
      <p:sp>
        <p:nvSpPr>
          <p:cNvPr id="187415" name="文本框 187414"/>
          <p:cNvSpPr txBox="1"/>
          <p:nvPr/>
        </p:nvSpPr>
        <p:spPr>
          <a:xfrm>
            <a:off x="5876925" y="3787775"/>
            <a:ext cx="425450" cy="457200"/>
          </a:xfrm>
          <a:prstGeom prst="rect">
            <a:avLst/>
          </a:prstGeom>
          <a:noFill/>
          <a:ln w="9525">
            <a:noFill/>
          </a:ln>
        </p:spPr>
        <p:txBody>
          <a:bodyPr>
            <a:spAutoFit/>
          </a:bodyPr>
          <a:p>
            <a:pPr>
              <a:spcBef>
                <a:spcPct val="50000"/>
              </a:spcBef>
            </a:pPr>
            <a:r>
              <a:rPr lang="zh-CN" altLang="en-US" sz="2400" b="0" dirty="0">
                <a:latin typeface="Times New Roman" panose="02020603050405020304" pitchFamily="18" charset="0"/>
                <a:sym typeface="Symbol" panose="05050102010706020507" pitchFamily="18" charset="2"/>
              </a:rPr>
              <a:t></a:t>
            </a:r>
            <a:endParaRPr lang="zh-CN" altLang="en-US" sz="2400" b="0" dirty="0">
              <a:latin typeface="Times New Roman" panose="02020603050405020304" pitchFamily="18" charset="0"/>
              <a:sym typeface="Symbol" panose="05050102010706020507" pitchFamily="18" charset="2"/>
            </a:endParaRPr>
          </a:p>
        </p:txBody>
      </p:sp>
      <p:sp>
        <p:nvSpPr>
          <p:cNvPr id="187416" name="文本框 187415"/>
          <p:cNvSpPr txBox="1"/>
          <p:nvPr/>
        </p:nvSpPr>
        <p:spPr>
          <a:xfrm>
            <a:off x="6675438" y="3103563"/>
            <a:ext cx="868362" cy="457200"/>
          </a:xfrm>
          <a:prstGeom prst="rect">
            <a:avLst/>
          </a:prstGeom>
          <a:noFill/>
          <a:ln w="9525">
            <a:noFill/>
          </a:ln>
        </p:spPr>
        <p:txBody>
          <a:bodyPr>
            <a:spAutoFit/>
          </a:bodyPr>
          <a:p>
            <a:pPr>
              <a:spcBef>
                <a:spcPct val="50000"/>
              </a:spcBef>
            </a:pPr>
            <a:r>
              <a:rPr lang="en-US" altLang="zh-CN" sz="2400" b="0">
                <a:solidFill>
                  <a:schemeClr val="hlink"/>
                </a:solidFill>
                <a:latin typeface="Times New Roman" panose="02020603050405020304" pitchFamily="18" charset="0"/>
              </a:rPr>
              <a:t>n+1</a:t>
            </a:r>
            <a:endParaRPr lang="en-US" altLang="zh-CN" sz="2400" b="0">
              <a:latin typeface="Times New Roman" panose="02020603050405020304" pitchFamily="18" charset="0"/>
            </a:endParaRPr>
          </a:p>
        </p:txBody>
      </p:sp>
      <p:sp>
        <p:nvSpPr>
          <p:cNvPr id="187417" name="任意多边形 187416"/>
          <p:cNvSpPr/>
          <p:nvPr/>
        </p:nvSpPr>
        <p:spPr>
          <a:xfrm rot="-8795652">
            <a:off x="7312025" y="2851150"/>
            <a:ext cx="506413" cy="458788"/>
          </a:xfrm>
          <a:custGeom>
            <a:avLst/>
            <a:gdLst>
              <a:gd name="txL" fmla="*/ 0 w 21386"/>
              <a:gd name="txT" fmla="*/ 0 h 21345"/>
              <a:gd name="txR" fmla="*/ 21386 w 21386"/>
              <a:gd name="txB" fmla="*/ 21345 h 21345"/>
            </a:gdLst>
            <a:ahLst/>
            <a:cxnLst>
              <a:cxn ang="0">
                <a:pos x="21386" y="3031"/>
              </a:cxn>
              <a:cxn ang="90">
                <a:pos x="3306" y="21345"/>
              </a:cxn>
              <a:cxn ang="270">
                <a:pos x="0" y="0"/>
              </a:cxn>
            </a:cxnLst>
            <a:rect l="txL" t="txT" r="txR" b="txB"/>
            <a:pathLst>
              <a:path w="21386" h="21345" fill="none">
                <a:moveTo>
                  <a:pt x="21386" y="3031"/>
                </a:moveTo>
                <a:arcTo wR="21600" hR="21600" stAng="-21115998" swAng="4387743"/>
              </a:path>
              <a:path w="21386" h="21345" stroke="0">
                <a:moveTo>
                  <a:pt x="21386" y="3031"/>
                </a:moveTo>
                <a:arcTo wR="21600" hR="21600" stAng="-21115998" swAng="4387743"/>
                <a:lnTo>
                  <a:pt x="0" y="0"/>
                </a:lnTo>
                <a:close/>
              </a:path>
            </a:pathLst>
          </a:custGeom>
          <a:noFill/>
          <a:ln w="28575" cap="rnd" cmpd="sng">
            <a:solidFill>
              <a:schemeClr val="hlink"/>
            </a:solidFill>
            <a:prstDash val="solid"/>
            <a:headEnd type="none" w="med" len="med"/>
            <a:tailEnd type="none" w="med" len="med"/>
          </a:ln>
        </p:spPr>
        <p:txBody>
          <a:bodyPr/>
          <a:p>
            <a:endParaRPr lang="zh-CN" altLang="en-US"/>
          </a:p>
        </p:txBody>
      </p:sp>
      <p:sp>
        <p:nvSpPr>
          <p:cNvPr id="187418" name="任意多边形 187417"/>
          <p:cNvSpPr/>
          <p:nvPr/>
        </p:nvSpPr>
        <p:spPr>
          <a:xfrm rot="-18497915">
            <a:off x="7299325" y="3379788"/>
            <a:ext cx="506413" cy="458787"/>
          </a:xfrm>
          <a:custGeom>
            <a:avLst/>
            <a:gdLst>
              <a:gd name="txL" fmla="*/ 0 w 21386"/>
              <a:gd name="txT" fmla="*/ 0 h 21345"/>
              <a:gd name="txR" fmla="*/ 21386 w 21386"/>
              <a:gd name="txB" fmla="*/ 21345 h 21345"/>
            </a:gdLst>
            <a:ahLst/>
            <a:cxnLst>
              <a:cxn ang="0">
                <a:pos x="21386" y="3031"/>
              </a:cxn>
              <a:cxn ang="90">
                <a:pos x="3306" y="21345"/>
              </a:cxn>
              <a:cxn ang="270">
                <a:pos x="0" y="0"/>
              </a:cxn>
            </a:cxnLst>
            <a:rect l="txL" t="txT" r="txR" b="txB"/>
            <a:pathLst>
              <a:path w="21386" h="21345" fill="none">
                <a:moveTo>
                  <a:pt x="21386" y="3031"/>
                </a:moveTo>
                <a:arcTo wR="21600" hR="21600" stAng="-21115998" swAng="4387743"/>
              </a:path>
              <a:path w="21386" h="21345" stroke="0">
                <a:moveTo>
                  <a:pt x="21386" y="3031"/>
                </a:moveTo>
                <a:arcTo wR="21600" hR="21600" stAng="-21115998" swAng="4387743"/>
                <a:lnTo>
                  <a:pt x="0" y="0"/>
                </a:lnTo>
                <a:close/>
              </a:path>
            </a:pathLst>
          </a:custGeom>
          <a:noFill/>
          <a:ln w="28575" cap="rnd" cmpd="sng">
            <a:solidFill>
              <a:schemeClr val="hlink"/>
            </a:solidFill>
            <a:prstDash val="solid"/>
            <a:headEnd type="none" w="med" len="med"/>
            <a:tailEnd type="none" w="med" len="med"/>
          </a:ln>
        </p:spPr>
        <p:txBody>
          <a:bodyPr/>
          <a:p>
            <a:endParaRPr lang="zh-CN" altLang="en-US"/>
          </a:p>
        </p:txBody>
      </p:sp>
      <p:sp>
        <p:nvSpPr>
          <p:cNvPr id="187419" name="任意多边形 187418"/>
          <p:cNvSpPr/>
          <p:nvPr/>
        </p:nvSpPr>
        <p:spPr>
          <a:xfrm rot="2000746">
            <a:off x="2778125" y="3344863"/>
            <a:ext cx="506413" cy="460375"/>
          </a:xfrm>
          <a:custGeom>
            <a:avLst/>
            <a:gdLst>
              <a:gd name="txL" fmla="*/ 0 w 21386"/>
              <a:gd name="txT" fmla="*/ 0 h 21418"/>
              <a:gd name="txR" fmla="*/ 21386 w 21386"/>
              <a:gd name="txB" fmla="*/ 21418 h 21418"/>
            </a:gdLst>
            <a:ahLst/>
            <a:cxnLst>
              <a:cxn ang="0">
                <a:pos x="21386" y="3031"/>
              </a:cxn>
              <a:cxn ang="90">
                <a:pos x="2801" y="21417"/>
              </a:cxn>
              <a:cxn ang="270">
                <a:pos x="0" y="0"/>
              </a:cxn>
            </a:cxnLst>
            <a:rect l="txL" t="txT" r="txR" b="txB"/>
            <a:pathLst>
              <a:path w="21386" h="21418" fill="none">
                <a:moveTo>
                  <a:pt x="21386" y="3031"/>
                </a:moveTo>
                <a:arcTo wR="21600" hR="21600" stAng="-21115998" swAng="4468933"/>
              </a:path>
              <a:path w="21386" h="21418" stroke="0">
                <a:moveTo>
                  <a:pt x="21386" y="3031"/>
                </a:moveTo>
                <a:arcTo wR="21600" hR="21600" stAng="-21115998" swAng="4468933"/>
                <a:lnTo>
                  <a:pt x="0" y="0"/>
                </a:lnTo>
                <a:close/>
              </a:path>
            </a:pathLst>
          </a:custGeom>
          <a:noFill/>
          <a:ln w="28575" cap="rnd" cmpd="sng">
            <a:solidFill>
              <a:schemeClr val="hlink"/>
            </a:solidFill>
            <a:prstDash val="solid"/>
            <a:headEnd type="none" w="med" len="med"/>
            <a:tailEnd type="none" w="med" len="med"/>
          </a:ln>
        </p:spPr>
        <p:txBody>
          <a:bodyPr/>
          <a:p>
            <a:endParaRPr lang="zh-CN" altLang="en-US"/>
          </a:p>
        </p:txBody>
      </p:sp>
      <p:sp>
        <p:nvSpPr>
          <p:cNvPr id="187420" name="任意多边形 187419"/>
          <p:cNvSpPr/>
          <p:nvPr/>
        </p:nvSpPr>
        <p:spPr>
          <a:xfrm rot="-7538727">
            <a:off x="2851150" y="2771775"/>
            <a:ext cx="506413" cy="458788"/>
          </a:xfrm>
          <a:custGeom>
            <a:avLst/>
            <a:gdLst>
              <a:gd name="txL" fmla="*/ 0 w 21386"/>
              <a:gd name="txT" fmla="*/ 0 h 21345"/>
              <a:gd name="txR" fmla="*/ 21386 w 21386"/>
              <a:gd name="txB" fmla="*/ 21345 h 21345"/>
            </a:gdLst>
            <a:ahLst/>
            <a:cxnLst>
              <a:cxn ang="0">
                <a:pos x="21386" y="3031"/>
              </a:cxn>
              <a:cxn ang="90">
                <a:pos x="3306" y="21345"/>
              </a:cxn>
              <a:cxn ang="270">
                <a:pos x="0" y="0"/>
              </a:cxn>
            </a:cxnLst>
            <a:rect l="txL" t="txT" r="txR" b="txB"/>
            <a:pathLst>
              <a:path w="21386" h="21345" fill="none">
                <a:moveTo>
                  <a:pt x="21386" y="3031"/>
                </a:moveTo>
                <a:arcTo wR="21600" hR="21600" stAng="-21115998" swAng="4387743"/>
              </a:path>
              <a:path w="21386" h="21345" stroke="0">
                <a:moveTo>
                  <a:pt x="21386" y="3031"/>
                </a:moveTo>
                <a:arcTo wR="21600" hR="21600" stAng="-21115998" swAng="4387743"/>
                <a:lnTo>
                  <a:pt x="0" y="0"/>
                </a:lnTo>
                <a:close/>
              </a:path>
            </a:pathLst>
          </a:custGeom>
          <a:noFill/>
          <a:ln w="28575" cap="rnd" cmpd="sng">
            <a:solidFill>
              <a:schemeClr val="hlink"/>
            </a:solidFill>
            <a:prstDash val="solid"/>
            <a:headEnd type="none" w="med" len="med"/>
            <a:tailEnd type="triangle" w="med" len="med"/>
          </a:ln>
        </p:spPr>
        <p:txBody>
          <a:bodyPr/>
          <a:p>
            <a:endParaRPr lang="zh-CN" altLang="en-US"/>
          </a:p>
        </p:txBody>
      </p:sp>
      <p:sp>
        <p:nvSpPr>
          <p:cNvPr id="187421" name="文本框 187420"/>
          <p:cNvSpPr txBox="1"/>
          <p:nvPr/>
        </p:nvSpPr>
        <p:spPr>
          <a:xfrm>
            <a:off x="2035175" y="2921000"/>
            <a:ext cx="657225" cy="457200"/>
          </a:xfrm>
          <a:prstGeom prst="rect">
            <a:avLst/>
          </a:prstGeom>
          <a:noFill/>
          <a:ln w="9525">
            <a:noFill/>
          </a:ln>
        </p:spPr>
        <p:txBody>
          <a:bodyPr>
            <a:spAutoFit/>
          </a:bodyPr>
          <a:p>
            <a:pPr>
              <a:spcBef>
                <a:spcPct val="50000"/>
              </a:spcBef>
            </a:pPr>
            <a:r>
              <a:rPr lang="zh-CN" altLang="en-US" sz="2400" b="0" dirty="0">
                <a:solidFill>
                  <a:schemeClr val="hlink"/>
                </a:solidFill>
                <a:latin typeface="Times New Roman" panose="02020603050405020304" pitchFamily="18" charset="0"/>
              </a:rPr>
              <a:t>. . .</a:t>
            </a:r>
            <a:endParaRPr lang="zh-CN" altLang="en-US" sz="2400" b="0" dirty="0">
              <a:latin typeface="Times New Roman" panose="02020603050405020304" pitchFamily="18" charset="0"/>
            </a:endParaRPr>
          </a:p>
        </p:txBody>
      </p:sp>
      <p:sp>
        <p:nvSpPr>
          <p:cNvPr id="187422" name="文本框 187421"/>
          <p:cNvSpPr txBox="1"/>
          <p:nvPr/>
        </p:nvSpPr>
        <p:spPr>
          <a:xfrm>
            <a:off x="7845425" y="3041650"/>
            <a:ext cx="657225" cy="457200"/>
          </a:xfrm>
          <a:prstGeom prst="rect">
            <a:avLst/>
          </a:prstGeom>
          <a:noFill/>
          <a:ln w="9525">
            <a:noFill/>
          </a:ln>
        </p:spPr>
        <p:txBody>
          <a:bodyPr>
            <a:spAutoFit/>
          </a:bodyPr>
          <a:p>
            <a:pPr>
              <a:spcBef>
                <a:spcPct val="50000"/>
              </a:spcBef>
            </a:pPr>
            <a:r>
              <a:rPr lang="zh-CN" altLang="en-US" sz="2400" b="0" dirty="0">
                <a:solidFill>
                  <a:schemeClr val="hlink"/>
                </a:solidFill>
                <a:latin typeface="Times New Roman" panose="02020603050405020304" pitchFamily="18" charset="0"/>
              </a:rPr>
              <a:t>. . .</a:t>
            </a:r>
            <a:endParaRPr lang="zh-CN" altLang="en-US" sz="2400" b="0" dirty="0">
              <a:latin typeface="Times New Roman" panose="02020603050405020304" pitchFamily="18" charset="0"/>
            </a:endParaRPr>
          </a:p>
        </p:txBody>
      </p:sp>
      <p:sp>
        <p:nvSpPr>
          <p:cNvPr id="187423" name="椭圆 187422"/>
          <p:cNvSpPr/>
          <p:nvPr/>
        </p:nvSpPr>
        <p:spPr>
          <a:xfrm>
            <a:off x="3206750" y="4870450"/>
            <a:ext cx="685800" cy="685800"/>
          </a:xfrm>
          <a:prstGeom prst="ellipse">
            <a:avLst/>
          </a:prstGeom>
          <a:solidFill>
            <a:srgbClr val="FFFF66"/>
          </a:solidFill>
          <a:ln w="28575" cap="flat" cmpd="sng">
            <a:solidFill>
              <a:srgbClr val="FF00FF"/>
            </a:solidFill>
            <a:prstDash val="solid"/>
            <a:headEnd type="none" w="med" len="med"/>
            <a:tailEnd type="none" w="med" len="med"/>
          </a:ln>
        </p:spPr>
        <p:txBody>
          <a:bodyPr/>
          <a:p>
            <a:endParaRPr lang="zh-CN" altLang="en-US"/>
          </a:p>
        </p:txBody>
      </p:sp>
      <p:sp>
        <p:nvSpPr>
          <p:cNvPr id="187424" name="文本框 187423"/>
          <p:cNvSpPr txBox="1"/>
          <p:nvPr/>
        </p:nvSpPr>
        <p:spPr>
          <a:xfrm>
            <a:off x="3213100" y="4991100"/>
            <a:ext cx="752475" cy="457200"/>
          </a:xfrm>
          <a:prstGeom prst="rect">
            <a:avLst/>
          </a:prstGeom>
          <a:noFill/>
          <a:ln w="9525">
            <a:noFill/>
          </a:ln>
        </p:spPr>
        <p:txBody>
          <a:bodyPr>
            <a:spAutoFit/>
          </a:bodyPr>
          <a:p>
            <a:pPr>
              <a:spcBef>
                <a:spcPct val="50000"/>
              </a:spcBef>
            </a:pPr>
            <a:r>
              <a:rPr lang="en-US" altLang="zh-CN" sz="2400" b="0">
                <a:solidFill>
                  <a:schemeClr val="hlink"/>
                </a:solidFill>
                <a:latin typeface="Times New Roman" panose="02020603050405020304" pitchFamily="18" charset="0"/>
              </a:rPr>
              <a:t>m-1</a:t>
            </a:r>
            <a:endParaRPr lang="en-US" altLang="zh-CN" sz="2400" b="0">
              <a:latin typeface="Times New Roman" panose="02020603050405020304" pitchFamily="18" charset="0"/>
            </a:endParaRPr>
          </a:p>
        </p:txBody>
      </p:sp>
      <p:sp>
        <p:nvSpPr>
          <p:cNvPr id="187425" name="椭圆 187424"/>
          <p:cNvSpPr/>
          <p:nvPr/>
        </p:nvSpPr>
        <p:spPr>
          <a:xfrm>
            <a:off x="4868863" y="4875213"/>
            <a:ext cx="685800" cy="685800"/>
          </a:xfrm>
          <a:prstGeom prst="ellipse">
            <a:avLst/>
          </a:prstGeom>
          <a:solidFill>
            <a:srgbClr val="FFFF66"/>
          </a:solidFill>
          <a:ln w="28575" cap="flat" cmpd="sng">
            <a:solidFill>
              <a:srgbClr val="FF00FF"/>
            </a:solidFill>
            <a:prstDash val="solid"/>
            <a:headEnd type="none" w="med" len="med"/>
            <a:tailEnd type="none" w="med" len="med"/>
          </a:ln>
        </p:spPr>
        <p:txBody>
          <a:bodyPr/>
          <a:p>
            <a:endParaRPr lang="zh-CN" altLang="en-US"/>
          </a:p>
        </p:txBody>
      </p:sp>
      <p:sp>
        <p:nvSpPr>
          <p:cNvPr id="187426" name="文本框 187425"/>
          <p:cNvSpPr txBox="1"/>
          <p:nvPr/>
        </p:nvSpPr>
        <p:spPr>
          <a:xfrm>
            <a:off x="5005388" y="4995863"/>
            <a:ext cx="441325" cy="457200"/>
          </a:xfrm>
          <a:prstGeom prst="rect">
            <a:avLst/>
          </a:prstGeom>
          <a:noFill/>
          <a:ln w="9525">
            <a:noFill/>
          </a:ln>
        </p:spPr>
        <p:txBody>
          <a:bodyPr>
            <a:spAutoFit/>
          </a:bodyPr>
          <a:p>
            <a:pPr>
              <a:spcBef>
                <a:spcPct val="50000"/>
              </a:spcBef>
            </a:pPr>
            <a:r>
              <a:rPr lang="en-US" altLang="zh-CN" sz="2400" b="0">
                <a:solidFill>
                  <a:schemeClr val="hlink"/>
                </a:solidFill>
                <a:latin typeface="Times New Roman" panose="02020603050405020304" pitchFamily="18" charset="0"/>
              </a:rPr>
              <a:t>m</a:t>
            </a:r>
            <a:endParaRPr lang="en-US" altLang="zh-CN" sz="2400" b="0">
              <a:latin typeface="Times New Roman" panose="02020603050405020304" pitchFamily="18" charset="0"/>
            </a:endParaRPr>
          </a:p>
        </p:txBody>
      </p:sp>
      <p:sp>
        <p:nvSpPr>
          <p:cNvPr id="187427" name="任意多边形 187426"/>
          <p:cNvSpPr/>
          <p:nvPr/>
        </p:nvSpPr>
        <p:spPr>
          <a:xfrm rot="-7822055">
            <a:off x="3895725" y="4467225"/>
            <a:ext cx="852488" cy="969963"/>
          </a:xfrm>
          <a:custGeom>
            <a:avLst/>
            <a:gdLst>
              <a:gd name="txL" fmla="*/ 0 w 21386"/>
              <a:gd name="txT" fmla="*/ 0 h 21600"/>
              <a:gd name="txR" fmla="*/ 21386 w 21386"/>
              <a:gd name="txB" fmla="*/ 21600 h 21600"/>
            </a:gdLst>
            <a:ahLst/>
            <a:cxnLst>
              <a:cxn ang="0">
                <a:pos x="21386" y="3031"/>
              </a:cxn>
              <a:cxn ang="90">
                <a:pos x="0" y="21600"/>
              </a:cxn>
              <a:cxn ang="270">
                <a:pos x="0" y="0"/>
              </a:cxn>
            </a:cxnLst>
            <a:rect l="txL" t="txT" r="txR" b="txB"/>
            <a:pathLst>
              <a:path w="21386" h="21600" fill="none">
                <a:moveTo>
                  <a:pt x="21386" y="3031"/>
                </a:moveTo>
                <a:arcTo wR="21600" hR="21600" stAng="-21115998" swAng="4915998"/>
              </a:path>
              <a:path w="21386" h="21600" stroke="0">
                <a:moveTo>
                  <a:pt x="21386" y="3031"/>
                </a:moveTo>
                <a:arcTo wR="21600" hR="21600" stAng="-21115998" swAng="4915998"/>
                <a:lnTo>
                  <a:pt x="0" y="0"/>
                </a:lnTo>
                <a:close/>
              </a:path>
            </a:pathLst>
          </a:custGeom>
          <a:noFill/>
          <a:ln w="28575" cap="rnd" cmpd="sng">
            <a:solidFill>
              <a:schemeClr val="hlink"/>
            </a:solidFill>
            <a:prstDash val="solid"/>
            <a:headEnd type="none" w="med" len="med"/>
            <a:tailEnd type="triangle" w="med" len="med"/>
          </a:ln>
        </p:spPr>
        <p:txBody>
          <a:bodyPr/>
          <a:p>
            <a:endParaRPr lang="zh-CN" altLang="en-US"/>
          </a:p>
        </p:txBody>
      </p:sp>
      <p:sp>
        <p:nvSpPr>
          <p:cNvPr id="187428" name="任意多边形 187427"/>
          <p:cNvSpPr/>
          <p:nvPr/>
        </p:nvSpPr>
        <p:spPr>
          <a:xfrm rot="-19025083">
            <a:off x="3998913" y="5011738"/>
            <a:ext cx="852487" cy="969962"/>
          </a:xfrm>
          <a:custGeom>
            <a:avLst/>
            <a:gdLst>
              <a:gd name="txL" fmla="*/ 0 w 21386"/>
              <a:gd name="txT" fmla="*/ 0 h 21600"/>
              <a:gd name="txR" fmla="*/ 21386 w 21386"/>
              <a:gd name="txB" fmla="*/ 21600 h 21600"/>
            </a:gdLst>
            <a:ahLst/>
            <a:cxnLst>
              <a:cxn ang="0">
                <a:pos x="21386" y="3031"/>
              </a:cxn>
              <a:cxn ang="90">
                <a:pos x="0" y="21600"/>
              </a:cxn>
              <a:cxn ang="270">
                <a:pos x="0" y="0"/>
              </a:cxn>
            </a:cxnLst>
            <a:rect l="txL" t="txT" r="txR" b="txB"/>
            <a:pathLst>
              <a:path w="21386" h="21600" fill="none">
                <a:moveTo>
                  <a:pt x="21386" y="3031"/>
                </a:moveTo>
                <a:arcTo wR="21600" hR="21600" stAng="-21115998" swAng="4915998"/>
              </a:path>
              <a:path w="21386" h="21600" stroke="0">
                <a:moveTo>
                  <a:pt x="21386" y="3031"/>
                </a:moveTo>
                <a:arcTo wR="21600" hR="21600" stAng="-21115998" swAng="4915998"/>
                <a:lnTo>
                  <a:pt x="0" y="0"/>
                </a:lnTo>
                <a:close/>
              </a:path>
            </a:pathLst>
          </a:custGeom>
          <a:noFill/>
          <a:ln w="28575" cap="rnd" cmpd="sng">
            <a:solidFill>
              <a:schemeClr val="hlink"/>
            </a:solidFill>
            <a:prstDash val="solid"/>
            <a:headEnd type="none" w="med" len="med"/>
            <a:tailEnd type="triangle" w="med" len="med"/>
          </a:ln>
        </p:spPr>
        <p:txBody>
          <a:bodyPr/>
          <a:p>
            <a:endParaRPr lang="zh-CN" altLang="en-US"/>
          </a:p>
        </p:txBody>
      </p:sp>
      <p:sp>
        <p:nvSpPr>
          <p:cNvPr id="187429" name="文本框 187428"/>
          <p:cNvSpPr txBox="1"/>
          <p:nvPr/>
        </p:nvSpPr>
        <p:spPr>
          <a:xfrm>
            <a:off x="4202113" y="4268788"/>
            <a:ext cx="411162" cy="457200"/>
          </a:xfrm>
          <a:prstGeom prst="rect">
            <a:avLst/>
          </a:prstGeom>
          <a:noFill/>
          <a:ln w="9525">
            <a:noFill/>
          </a:ln>
        </p:spPr>
        <p:txBody>
          <a:bodyPr>
            <a:spAutoFit/>
          </a:bodyPr>
          <a:p>
            <a:pPr>
              <a:spcBef>
                <a:spcPct val="50000"/>
              </a:spcBef>
            </a:pPr>
            <a:r>
              <a:rPr lang="zh-CN" altLang="en-US" sz="2400" b="0" dirty="0">
                <a:latin typeface="Times New Roman" panose="02020603050405020304" pitchFamily="18" charset="0"/>
                <a:sym typeface="Symbol" panose="05050102010706020507" pitchFamily="18" charset="2"/>
              </a:rPr>
              <a:t></a:t>
            </a:r>
            <a:endParaRPr lang="zh-CN" altLang="en-US" sz="2400" b="0" dirty="0">
              <a:latin typeface="Times New Roman" panose="02020603050405020304" pitchFamily="18" charset="0"/>
            </a:endParaRPr>
          </a:p>
        </p:txBody>
      </p:sp>
      <p:sp>
        <p:nvSpPr>
          <p:cNvPr id="187430" name="文本框 187429"/>
          <p:cNvSpPr txBox="1"/>
          <p:nvPr/>
        </p:nvSpPr>
        <p:spPr>
          <a:xfrm>
            <a:off x="4121150" y="5676900"/>
            <a:ext cx="425450" cy="457200"/>
          </a:xfrm>
          <a:prstGeom prst="rect">
            <a:avLst/>
          </a:prstGeom>
          <a:noFill/>
          <a:ln w="9525">
            <a:noFill/>
          </a:ln>
        </p:spPr>
        <p:txBody>
          <a:bodyPr>
            <a:spAutoFit/>
          </a:bodyPr>
          <a:p>
            <a:pPr>
              <a:spcBef>
                <a:spcPct val="50000"/>
              </a:spcBef>
            </a:pPr>
            <a:r>
              <a:rPr lang="zh-CN" altLang="en-US" sz="2400" b="0" dirty="0">
                <a:latin typeface="Times New Roman" panose="02020603050405020304" pitchFamily="18" charset="0"/>
                <a:sym typeface="Symbol" panose="05050102010706020507" pitchFamily="18" charset="2"/>
              </a:rPr>
              <a:t></a:t>
            </a:r>
            <a:endParaRPr lang="zh-CN" altLang="en-US" sz="2400" b="0" dirty="0">
              <a:latin typeface="Times New Roman" panose="02020603050405020304" pitchFamily="18" charset="0"/>
              <a:sym typeface="Symbol" panose="05050102010706020507" pitchFamily="18" charset="2"/>
            </a:endParaRPr>
          </a:p>
        </p:txBody>
      </p:sp>
      <p:sp>
        <p:nvSpPr>
          <p:cNvPr id="187431" name="任意多边形 187430"/>
          <p:cNvSpPr/>
          <p:nvPr/>
        </p:nvSpPr>
        <p:spPr>
          <a:xfrm rot="2000746">
            <a:off x="2735263" y="5270500"/>
            <a:ext cx="506412" cy="460375"/>
          </a:xfrm>
          <a:custGeom>
            <a:avLst/>
            <a:gdLst>
              <a:gd name="txL" fmla="*/ 0 w 21386"/>
              <a:gd name="txT" fmla="*/ 0 h 21418"/>
              <a:gd name="txR" fmla="*/ 21386 w 21386"/>
              <a:gd name="txB" fmla="*/ 21418 h 21418"/>
            </a:gdLst>
            <a:ahLst/>
            <a:cxnLst>
              <a:cxn ang="0">
                <a:pos x="21386" y="3031"/>
              </a:cxn>
              <a:cxn ang="90">
                <a:pos x="2801" y="21417"/>
              </a:cxn>
              <a:cxn ang="270">
                <a:pos x="0" y="0"/>
              </a:cxn>
            </a:cxnLst>
            <a:rect l="txL" t="txT" r="txR" b="txB"/>
            <a:pathLst>
              <a:path w="21386" h="21418" fill="none">
                <a:moveTo>
                  <a:pt x="21386" y="3031"/>
                </a:moveTo>
                <a:arcTo wR="21600" hR="21600" stAng="-21115998" swAng="4468933"/>
              </a:path>
              <a:path w="21386" h="21418" stroke="0">
                <a:moveTo>
                  <a:pt x="21386" y="3031"/>
                </a:moveTo>
                <a:arcTo wR="21600" hR="21600" stAng="-21115998" swAng="4468933"/>
                <a:lnTo>
                  <a:pt x="0" y="0"/>
                </a:lnTo>
                <a:close/>
              </a:path>
            </a:pathLst>
          </a:custGeom>
          <a:noFill/>
          <a:ln w="28575" cap="rnd" cmpd="sng">
            <a:solidFill>
              <a:schemeClr val="hlink"/>
            </a:solidFill>
            <a:prstDash val="solid"/>
            <a:headEnd type="none" w="med" len="med"/>
            <a:tailEnd type="none" w="med" len="med"/>
          </a:ln>
        </p:spPr>
        <p:txBody>
          <a:bodyPr/>
          <a:p>
            <a:endParaRPr lang="zh-CN" altLang="en-US"/>
          </a:p>
        </p:txBody>
      </p:sp>
      <p:sp>
        <p:nvSpPr>
          <p:cNvPr id="187432" name="任意多边形 187431"/>
          <p:cNvSpPr/>
          <p:nvPr/>
        </p:nvSpPr>
        <p:spPr>
          <a:xfrm rot="-7538727">
            <a:off x="2808288" y="4697413"/>
            <a:ext cx="506412" cy="458787"/>
          </a:xfrm>
          <a:custGeom>
            <a:avLst/>
            <a:gdLst>
              <a:gd name="txL" fmla="*/ 0 w 21386"/>
              <a:gd name="txT" fmla="*/ 0 h 21345"/>
              <a:gd name="txR" fmla="*/ 21386 w 21386"/>
              <a:gd name="txB" fmla="*/ 21345 h 21345"/>
            </a:gdLst>
            <a:ahLst/>
            <a:cxnLst>
              <a:cxn ang="0">
                <a:pos x="21386" y="3031"/>
              </a:cxn>
              <a:cxn ang="90">
                <a:pos x="3306" y="21345"/>
              </a:cxn>
              <a:cxn ang="270">
                <a:pos x="0" y="0"/>
              </a:cxn>
            </a:cxnLst>
            <a:rect l="txL" t="txT" r="txR" b="txB"/>
            <a:pathLst>
              <a:path w="21386" h="21345" fill="none">
                <a:moveTo>
                  <a:pt x="21386" y="3031"/>
                </a:moveTo>
                <a:arcTo wR="21600" hR="21600" stAng="-21115998" swAng="4387743"/>
              </a:path>
              <a:path w="21386" h="21345" stroke="0">
                <a:moveTo>
                  <a:pt x="21386" y="3031"/>
                </a:moveTo>
                <a:arcTo wR="21600" hR="21600" stAng="-21115998" swAng="4387743"/>
                <a:lnTo>
                  <a:pt x="0" y="0"/>
                </a:lnTo>
                <a:close/>
              </a:path>
            </a:pathLst>
          </a:custGeom>
          <a:noFill/>
          <a:ln w="28575" cap="rnd" cmpd="sng">
            <a:solidFill>
              <a:schemeClr val="hlink"/>
            </a:solidFill>
            <a:prstDash val="solid"/>
            <a:headEnd type="none" w="med" len="med"/>
            <a:tailEnd type="triangle" w="med" len="med"/>
          </a:ln>
        </p:spPr>
        <p:txBody>
          <a:bodyPr/>
          <a:p>
            <a:endParaRPr lang="zh-CN" altLang="en-US"/>
          </a:p>
        </p:txBody>
      </p:sp>
      <p:sp>
        <p:nvSpPr>
          <p:cNvPr id="187433" name="文本框 187432"/>
          <p:cNvSpPr txBox="1"/>
          <p:nvPr/>
        </p:nvSpPr>
        <p:spPr>
          <a:xfrm>
            <a:off x="2074863" y="4913313"/>
            <a:ext cx="657225" cy="457200"/>
          </a:xfrm>
          <a:prstGeom prst="rect">
            <a:avLst/>
          </a:prstGeom>
          <a:noFill/>
          <a:ln w="9525">
            <a:noFill/>
          </a:ln>
        </p:spPr>
        <p:txBody>
          <a:bodyPr>
            <a:spAutoFit/>
          </a:bodyPr>
          <a:p>
            <a:pPr>
              <a:spcBef>
                <a:spcPct val="50000"/>
              </a:spcBef>
            </a:pPr>
            <a:r>
              <a:rPr lang="zh-CN" altLang="en-US" sz="2400" b="0" dirty="0">
                <a:solidFill>
                  <a:schemeClr val="hlink"/>
                </a:solidFill>
                <a:latin typeface="Times New Roman" panose="02020603050405020304" pitchFamily="18" charset="0"/>
              </a:rPr>
              <a:t>. . .</a:t>
            </a:r>
            <a:endParaRPr lang="zh-CN" altLang="en-US" sz="2400" b="0" dirty="0">
              <a:latin typeface="Times New Roman" panose="02020603050405020304" pitchFamily="18" charset="0"/>
            </a:endParaRPr>
          </a:p>
        </p:txBody>
      </p:sp>
      <p:sp>
        <p:nvSpPr>
          <p:cNvPr id="187434" name="椭圆 187433"/>
          <p:cNvSpPr/>
          <p:nvPr/>
        </p:nvSpPr>
        <p:spPr>
          <a:xfrm>
            <a:off x="6580188" y="904875"/>
            <a:ext cx="685800" cy="685800"/>
          </a:xfrm>
          <a:prstGeom prst="ellipse">
            <a:avLst/>
          </a:prstGeom>
          <a:solidFill>
            <a:srgbClr val="FFFF66"/>
          </a:solidFill>
          <a:ln w="28575" cap="flat" cmpd="sng">
            <a:solidFill>
              <a:srgbClr val="FF00FF"/>
            </a:solidFill>
            <a:prstDash val="solid"/>
            <a:headEnd type="none" w="med" len="med"/>
            <a:tailEnd type="none" w="med" len="med"/>
          </a:ln>
        </p:spPr>
        <p:txBody>
          <a:bodyPr/>
          <a:p>
            <a:endParaRPr lang="zh-CN" altLang="en-US"/>
          </a:p>
        </p:txBody>
      </p:sp>
      <p:sp>
        <p:nvSpPr>
          <p:cNvPr id="187435" name="任意多边形 187434"/>
          <p:cNvSpPr/>
          <p:nvPr/>
        </p:nvSpPr>
        <p:spPr>
          <a:xfrm rot="-7822055">
            <a:off x="5607050" y="496888"/>
            <a:ext cx="852488" cy="969962"/>
          </a:xfrm>
          <a:custGeom>
            <a:avLst/>
            <a:gdLst>
              <a:gd name="txL" fmla="*/ 0 w 21386"/>
              <a:gd name="txT" fmla="*/ 0 h 21600"/>
              <a:gd name="txR" fmla="*/ 21386 w 21386"/>
              <a:gd name="txB" fmla="*/ 21600 h 21600"/>
            </a:gdLst>
            <a:ahLst/>
            <a:cxnLst>
              <a:cxn ang="0">
                <a:pos x="21386" y="3031"/>
              </a:cxn>
              <a:cxn ang="90">
                <a:pos x="0" y="21600"/>
              </a:cxn>
              <a:cxn ang="270">
                <a:pos x="0" y="0"/>
              </a:cxn>
            </a:cxnLst>
            <a:rect l="txL" t="txT" r="txR" b="txB"/>
            <a:pathLst>
              <a:path w="21386" h="21600" fill="none">
                <a:moveTo>
                  <a:pt x="21386" y="3031"/>
                </a:moveTo>
                <a:arcTo wR="21600" hR="21600" stAng="-21115998" swAng="4915998"/>
              </a:path>
              <a:path w="21386" h="21600" stroke="0">
                <a:moveTo>
                  <a:pt x="21386" y="3031"/>
                </a:moveTo>
                <a:arcTo wR="21600" hR="21600" stAng="-21115998" swAng="4915998"/>
                <a:lnTo>
                  <a:pt x="0" y="0"/>
                </a:lnTo>
                <a:close/>
              </a:path>
            </a:pathLst>
          </a:custGeom>
          <a:noFill/>
          <a:ln w="28575" cap="rnd" cmpd="sng">
            <a:solidFill>
              <a:schemeClr val="hlink"/>
            </a:solidFill>
            <a:prstDash val="solid"/>
            <a:headEnd type="none" w="med" len="med"/>
            <a:tailEnd type="triangle" w="med" len="med"/>
          </a:ln>
        </p:spPr>
        <p:txBody>
          <a:bodyPr/>
          <a:p>
            <a:endParaRPr lang="zh-CN" altLang="en-US"/>
          </a:p>
        </p:txBody>
      </p:sp>
      <p:sp>
        <p:nvSpPr>
          <p:cNvPr id="187436" name="任意多边形 187435"/>
          <p:cNvSpPr/>
          <p:nvPr/>
        </p:nvSpPr>
        <p:spPr>
          <a:xfrm rot="-19025083">
            <a:off x="5710238" y="1041400"/>
            <a:ext cx="852487" cy="969963"/>
          </a:xfrm>
          <a:custGeom>
            <a:avLst/>
            <a:gdLst>
              <a:gd name="txL" fmla="*/ 0 w 21386"/>
              <a:gd name="txT" fmla="*/ 0 h 21600"/>
              <a:gd name="txR" fmla="*/ 21386 w 21386"/>
              <a:gd name="txB" fmla="*/ 21600 h 21600"/>
            </a:gdLst>
            <a:ahLst/>
            <a:cxnLst>
              <a:cxn ang="0">
                <a:pos x="21386" y="3031"/>
              </a:cxn>
              <a:cxn ang="90">
                <a:pos x="0" y="21600"/>
              </a:cxn>
              <a:cxn ang="270">
                <a:pos x="0" y="0"/>
              </a:cxn>
            </a:cxnLst>
            <a:rect l="txL" t="txT" r="txR" b="txB"/>
            <a:pathLst>
              <a:path w="21386" h="21600" fill="none">
                <a:moveTo>
                  <a:pt x="21386" y="3031"/>
                </a:moveTo>
                <a:arcTo wR="21600" hR="21600" stAng="-21115998" swAng="4915998"/>
              </a:path>
              <a:path w="21386" h="21600" stroke="0">
                <a:moveTo>
                  <a:pt x="21386" y="3031"/>
                </a:moveTo>
                <a:arcTo wR="21600" hR="21600" stAng="-21115998" swAng="4915998"/>
                <a:lnTo>
                  <a:pt x="0" y="0"/>
                </a:lnTo>
                <a:close/>
              </a:path>
            </a:pathLst>
          </a:custGeom>
          <a:noFill/>
          <a:ln w="28575" cap="rnd" cmpd="sng">
            <a:solidFill>
              <a:schemeClr val="hlink"/>
            </a:solidFill>
            <a:prstDash val="solid"/>
            <a:headEnd type="none" w="med" len="med"/>
            <a:tailEnd type="triangle" w="med" len="med"/>
          </a:ln>
        </p:spPr>
        <p:txBody>
          <a:bodyPr/>
          <a:p>
            <a:endParaRPr lang="zh-CN" altLang="en-US"/>
          </a:p>
        </p:txBody>
      </p:sp>
      <p:sp>
        <p:nvSpPr>
          <p:cNvPr id="187437" name="文本框 187436"/>
          <p:cNvSpPr txBox="1"/>
          <p:nvPr/>
        </p:nvSpPr>
        <p:spPr>
          <a:xfrm>
            <a:off x="5616575" y="280988"/>
            <a:ext cx="1168400" cy="457200"/>
          </a:xfrm>
          <a:prstGeom prst="rect">
            <a:avLst/>
          </a:prstGeom>
          <a:noFill/>
          <a:ln w="9525">
            <a:noFill/>
          </a:ln>
        </p:spPr>
        <p:txBody>
          <a:bodyPr>
            <a:spAutoFit/>
          </a:bodyPr>
          <a:p>
            <a:pPr>
              <a:spcBef>
                <a:spcPct val="50000"/>
              </a:spcBef>
            </a:pPr>
            <a:r>
              <a:rPr lang="zh-CN" altLang="en-US" sz="2400" b="0">
                <a:latin typeface="Times New Roman" panose="02020603050405020304" pitchFamily="18" charset="0"/>
                <a:sym typeface="Symbol" panose="05050102010706020507" pitchFamily="18" charset="2"/>
              </a:rPr>
              <a:t>(</a:t>
            </a:r>
            <a:r>
              <a:rPr lang="en-US" altLang="zh-CN" sz="2400" b="0">
                <a:latin typeface="Times New Roman" panose="02020603050405020304" pitchFamily="18" charset="0"/>
                <a:sym typeface="Symbol" panose="05050102010706020507" pitchFamily="18" charset="2"/>
              </a:rPr>
              <a:t>m-1)</a:t>
            </a:r>
            <a:endParaRPr lang="en-US" altLang="zh-CN" sz="2400" b="0">
              <a:latin typeface="Times New Roman" panose="02020603050405020304" pitchFamily="18" charset="0"/>
            </a:endParaRPr>
          </a:p>
        </p:txBody>
      </p:sp>
      <p:sp>
        <p:nvSpPr>
          <p:cNvPr id="187438" name="文本框 187437"/>
          <p:cNvSpPr txBox="1"/>
          <p:nvPr/>
        </p:nvSpPr>
        <p:spPr>
          <a:xfrm>
            <a:off x="5832475" y="1706563"/>
            <a:ext cx="425450" cy="457200"/>
          </a:xfrm>
          <a:prstGeom prst="rect">
            <a:avLst/>
          </a:prstGeom>
          <a:noFill/>
          <a:ln w="9525">
            <a:noFill/>
          </a:ln>
        </p:spPr>
        <p:txBody>
          <a:bodyPr>
            <a:spAutoFit/>
          </a:bodyPr>
          <a:p>
            <a:pPr>
              <a:spcBef>
                <a:spcPct val="50000"/>
              </a:spcBef>
            </a:pPr>
            <a:r>
              <a:rPr lang="zh-CN" altLang="en-US" sz="2400" b="0" dirty="0">
                <a:latin typeface="Times New Roman" panose="02020603050405020304" pitchFamily="18" charset="0"/>
                <a:sym typeface="Symbol" panose="05050102010706020507" pitchFamily="18" charset="2"/>
              </a:rPr>
              <a:t></a:t>
            </a:r>
            <a:endParaRPr lang="zh-CN" altLang="en-US" sz="2400" b="0" dirty="0">
              <a:latin typeface="Times New Roman" panose="02020603050405020304" pitchFamily="18" charset="0"/>
              <a:sym typeface="Symbol" panose="05050102010706020507" pitchFamily="18" charset="2"/>
            </a:endParaRPr>
          </a:p>
        </p:txBody>
      </p:sp>
      <p:sp>
        <p:nvSpPr>
          <p:cNvPr id="187439" name="文本框 187438"/>
          <p:cNvSpPr txBox="1"/>
          <p:nvPr/>
        </p:nvSpPr>
        <p:spPr>
          <a:xfrm>
            <a:off x="6630988" y="1022350"/>
            <a:ext cx="868362" cy="457200"/>
          </a:xfrm>
          <a:prstGeom prst="rect">
            <a:avLst/>
          </a:prstGeom>
          <a:noFill/>
          <a:ln w="9525">
            <a:noFill/>
          </a:ln>
        </p:spPr>
        <p:txBody>
          <a:bodyPr>
            <a:spAutoFit/>
          </a:bodyPr>
          <a:p>
            <a:pPr>
              <a:spcBef>
                <a:spcPct val="50000"/>
              </a:spcBef>
            </a:pPr>
            <a:r>
              <a:rPr lang="zh-CN" altLang="zh-CN" sz="2400" b="0" dirty="0">
                <a:solidFill>
                  <a:schemeClr val="hlink"/>
                </a:solidFill>
                <a:latin typeface="Times New Roman" panose="02020603050405020304" pitchFamily="18" charset="0"/>
              </a:rPr>
              <a:t>  2</a:t>
            </a:r>
            <a:endParaRPr lang="zh-CN" altLang="zh-CN" sz="2400" b="0" dirty="0">
              <a:latin typeface="Times New Roman" panose="02020603050405020304" pitchFamily="18" charset="0"/>
            </a:endParaRPr>
          </a:p>
        </p:txBody>
      </p:sp>
      <p:sp>
        <p:nvSpPr>
          <p:cNvPr id="187440" name="任意多边形 187439"/>
          <p:cNvSpPr/>
          <p:nvPr/>
        </p:nvSpPr>
        <p:spPr>
          <a:xfrm rot="-8795652">
            <a:off x="7267575" y="769938"/>
            <a:ext cx="506413" cy="458787"/>
          </a:xfrm>
          <a:custGeom>
            <a:avLst/>
            <a:gdLst>
              <a:gd name="txL" fmla="*/ 0 w 21386"/>
              <a:gd name="txT" fmla="*/ 0 h 21345"/>
              <a:gd name="txR" fmla="*/ 21386 w 21386"/>
              <a:gd name="txB" fmla="*/ 21345 h 21345"/>
            </a:gdLst>
            <a:ahLst/>
            <a:cxnLst>
              <a:cxn ang="0">
                <a:pos x="21386" y="3031"/>
              </a:cxn>
              <a:cxn ang="90">
                <a:pos x="3306" y="21345"/>
              </a:cxn>
              <a:cxn ang="270">
                <a:pos x="0" y="0"/>
              </a:cxn>
            </a:cxnLst>
            <a:rect l="txL" t="txT" r="txR" b="txB"/>
            <a:pathLst>
              <a:path w="21386" h="21345" fill="none">
                <a:moveTo>
                  <a:pt x="21386" y="3031"/>
                </a:moveTo>
                <a:arcTo wR="21600" hR="21600" stAng="-21115998" swAng="4387743"/>
              </a:path>
              <a:path w="21386" h="21345" stroke="0">
                <a:moveTo>
                  <a:pt x="21386" y="3031"/>
                </a:moveTo>
                <a:arcTo wR="21600" hR="21600" stAng="-21115998" swAng="4387743"/>
                <a:lnTo>
                  <a:pt x="0" y="0"/>
                </a:lnTo>
                <a:close/>
              </a:path>
            </a:pathLst>
          </a:custGeom>
          <a:noFill/>
          <a:ln w="28575" cap="rnd" cmpd="sng">
            <a:solidFill>
              <a:schemeClr val="hlink"/>
            </a:solidFill>
            <a:prstDash val="solid"/>
            <a:headEnd type="none" w="med" len="med"/>
            <a:tailEnd type="none" w="med" len="med"/>
          </a:ln>
        </p:spPr>
        <p:txBody>
          <a:bodyPr/>
          <a:p>
            <a:endParaRPr lang="zh-CN" altLang="en-US"/>
          </a:p>
        </p:txBody>
      </p:sp>
      <p:sp>
        <p:nvSpPr>
          <p:cNvPr id="187441" name="任意多边形 187440"/>
          <p:cNvSpPr/>
          <p:nvPr/>
        </p:nvSpPr>
        <p:spPr>
          <a:xfrm rot="-18497915">
            <a:off x="7254875" y="1298575"/>
            <a:ext cx="506413" cy="458788"/>
          </a:xfrm>
          <a:custGeom>
            <a:avLst/>
            <a:gdLst>
              <a:gd name="txL" fmla="*/ 0 w 21386"/>
              <a:gd name="txT" fmla="*/ 0 h 21345"/>
              <a:gd name="txR" fmla="*/ 21386 w 21386"/>
              <a:gd name="txB" fmla="*/ 21345 h 21345"/>
            </a:gdLst>
            <a:ahLst/>
            <a:cxnLst>
              <a:cxn ang="0">
                <a:pos x="21386" y="3031"/>
              </a:cxn>
              <a:cxn ang="90">
                <a:pos x="3306" y="21345"/>
              </a:cxn>
              <a:cxn ang="270">
                <a:pos x="0" y="0"/>
              </a:cxn>
            </a:cxnLst>
            <a:rect l="txL" t="txT" r="txR" b="txB"/>
            <a:pathLst>
              <a:path w="21386" h="21345" fill="none">
                <a:moveTo>
                  <a:pt x="21386" y="3031"/>
                </a:moveTo>
                <a:arcTo wR="21600" hR="21600" stAng="-21115998" swAng="4387743"/>
              </a:path>
              <a:path w="21386" h="21345" stroke="0">
                <a:moveTo>
                  <a:pt x="21386" y="3031"/>
                </a:moveTo>
                <a:arcTo wR="21600" hR="21600" stAng="-21115998" swAng="4387743"/>
                <a:lnTo>
                  <a:pt x="0" y="0"/>
                </a:lnTo>
                <a:close/>
              </a:path>
            </a:pathLst>
          </a:custGeom>
          <a:noFill/>
          <a:ln w="28575" cap="rnd" cmpd="sng">
            <a:solidFill>
              <a:schemeClr val="hlink"/>
            </a:solidFill>
            <a:prstDash val="solid"/>
            <a:headEnd type="none" w="med" len="med"/>
            <a:tailEnd type="none" w="med" len="med"/>
          </a:ln>
        </p:spPr>
        <p:txBody>
          <a:bodyPr/>
          <a:p>
            <a:endParaRPr lang="zh-CN" altLang="en-US"/>
          </a:p>
        </p:txBody>
      </p:sp>
    </p:spTree>
  </p:cSld>
  <p:clrMapOvr>
    <a:masterClrMapping/>
  </p:clrMapOvr>
  <p:transition>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7422">
                                            <p:txEl>
                                              <p:charRg st="0" end="6"/>
                                            </p:txEl>
                                          </p:spTgt>
                                        </p:tgtEl>
                                        <p:attrNameLst>
                                          <p:attrName>style.visibility</p:attrName>
                                        </p:attrNameLst>
                                      </p:cBhvr>
                                      <p:to>
                                        <p:strVal val="visible"/>
                                      </p:to>
                                    </p:set>
                                    <p:animEffect transition="in" filter="wipe(left)">
                                      <p:cBhvr>
                                        <p:cTn id="7" dur="500"/>
                                        <p:tgtEl>
                                          <p:spTgt spid="187422">
                                            <p:txEl>
                                              <p:charRg st="0"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7422"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7" name="文本占位符 129026"/>
          <p:cNvSpPr>
            <a:spLocks noGrp="1"/>
          </p:cNvSpPr>
          <p:nvPr>
            <p:ph type="body" idx="1"/>
          </p:nvPr>
        </p:nvSpPr>
        <p:spPr>
          <a:xfrm>
            <a:off x="1619250" y="1052513"/>
            <a:ext cx="5257800" cy="762000"/>
          </a:xfrm>
        </p:spPr>
        <p:txBody>
          <a:bodyPr/>
          <a:p>
            <a:pPr>
              <a:buNone/>
            </a:pPr>
            <a:r>
              <a:rPr lang="zh-CN" altLang="en-US" b="1" dirty="0">
                <a:latin typeface="楷体_GB2312" pitchFamily="49" charset="-122"/>
                <a:ea typeface="楷体_GB2312" pitchFamily="49" charset="-122"/>
              </a:rPr>
              <a:t>状态转移方程</a:t>
            </a:r>
            <a:endParaRPr lang="zh-CN" altLang="en-US" b="1" dirty="0">
              <a:latin typeface="楷体_GB2312" pitchFamily="49" charset="-122"/>
              <a:ea typeface="楷体_GB2312" pitchFamily="49" charset="-122"/>
            </a:endParaRPr>
          </a:p>
        </p:txBody>
      </p:sp>
      <p:graphicFrame>
        <p:nvGraphicFramePr>
          <p:cNvPr id="129028" name="对象 129027"/>
          <p:cNvGraphicFramePr/>
          <p:nvPr/>
        </p:nvGraphicFramePr>
        <p:xfrm>
          <a:off x="496888" y="2492375"/>
          <a:ext cx="8366125" cy="1757363"/>
        </p:xfrm>
        <a:graphic>
          <a:graphicData uri="http://schemas.openxmlformats.org/presentationml/2006/ole">
            <mc:AlternateContent xmlns:mc="http://schemas.openxmlformats.org/markup-compatibility/2006">
              <mc:Choice xmlns:v="urn:schemas-microsoft-com:vml" Requires="v">
                <p:oleObj spid="_x0000_s3208" name="" r:id="rId1" imgW="3592830" imgH="711200" progId="Equation.3">
                  <p:embed/>
                </p:oleObj>
              </mc:Choice>
              <mc:Fallback>
                <p:oleObj name="" r:id="rId1" imgW="3592830" imgH="711200" progId="Equation.3">
                  <p:embed/>
                  <p:pic>
                    <p:nvPicPr>
                      <p:cNvPr id="0" name="图片 3207"/>
                      <p:cNvPicPr/>
                      <p:nvPr/>
                    </p:nvPicPr>
                    <p:blipFill>
                      <a:blip r:embed="rId2"/>
                      <a:stretch>
                        <a:fillRect/>
                      </a:stretch>
                    </p:blipFill>
                    <p:spPr>
                      <a:xfrm>
                        <a:off x="496888" y="2492375"/>
                        <a:ext cx="8366125" cy="1757363"/>
                      </a:xfrm>
                      <a:prstGeom prst="rect">
                        <a:avLst/>
                      </a:prstGeom>
                      <a:solidFill>
                        <a:srgbClr val="FFFFCC"/>
                      </a:solidFill>
                      <a:ln w="28575" cap="flat" cmpd="sng">
                        <a:solidFill>
                          <a:schemeClr val="accent2"/>
                        </a:solidFill>
                        <a:prstDash val="solid"/>
                        <a:miter/>
                        <a:headEnd type="none" w="med" len="med"/>
                        <a:tailEnd type="none" w="med" len="med"/>
                      </a:ln>
                    </p:spPr>
                  </p:pic>
                </p:oleObj>
              </mc:Fallback>
            </mc:AlternateContent>
          </a:graphicData>
        </a:graphic>
      </p:graphicFrame>
      <p:grpSp>
        <p:nvGrpSpPr>
          <p:cNvPr id="129031" name="组合 129030"/>
          <p:cNvGrpSpPr/>
          <p:nvPr/>
        </p:nvGrpSpPr>
        <p:grpSpPr>
          <a:xfrm>
            <a:off x="900113" y="4652963"/>
            <a:ext cx="4572000" cy="1054100"/>
            <a:chOff x="288" y="2688"/>
            <a:chExt cx="2880" cy="664"/>
          </a:xfrm>
        </p:grpSpPr>
        <p:graphicFrame>
          <p:nvGraphicFramePr>
            <p:cNvPr id="129029" name="对象 129028"/>
            <p:cNvGraphicFramePr/>
            <p:nvPr/>
          </p:nvGraphicFramePr>
          <p:xfrm>
            <a:off x="1344" y="2688"/>
            <a:ext cx="1440" cy="664"/>
          </p:xfrm>
          <a:graphic>
            <a:graphicData uri="http://schemas.openxmlformats.org/presentationml/2006/ole">
              <mc:AlternateContent xmlns:mc="http://schemas.openxmlformats.org/markup-compatibility/2006">
                <mc:Choice xmlns:v="urn:schemas-microsoft-com:vml" Requires="v">
                  <p:oleObj spid="_x0000_s3210" name="" r:id="rId3" imgW="571500" imgH="431800" progId="Equation.3">
                    <p:embed/>
                  </p:oleObj>
                </mc:Choice>
                <mc:Fallback>
                  <p:oleObj name="" r:id="rId3" imgW="571500" imgH="431800" progId="Equation.3">
                    <p:embed/>
                    <p:pic>
                      <p:nvPicPr>
                        <p:cNvPr id="0" name="图片 3209"/>
                        <p:cNvPicPr/>
                        <p:nvPr/>
                      </p:nvPicPr>
                      <p:blipFill>
                        <a:blip r:embed="rId4">
                          <a:clrChange>
                            <a:clrFrom>
                              <a:srgbClr val="000000"/>
                            </a:clrFrom>
                            <a:clrTo>
                              <a:srgbClr val="000000"/>
                            </a:clrTo>
                          </a:clrChange>
                        </a:blip>
                        <a:stretch>
                          <a:fillRect/>
                        </a:stretch>
                      </p:blipFill>
                      <p:spPr>
                        <a:xfrm>
                          <a:off x="1344" y="2688"/>
                          <a:ext cx="1440" cy="664"/>
                        </a:xfrm>
                        <a:prstGeom prst="rect">
                          <a:avLst/>
                        </a:prstGeom>
                        <a:noFill/>
                        <a:ln w="38100">
                          <a:noFill/>
                          <a:miter/>
                        </a:ln>
                      </p:spPr>
                    </p:pic>
                  </p:oleObj>
                </mc:Fallback>
              </mc:AlternateContent>
            </a:graphicData>
          </a:graphic>
        </p:graphicFrame>
        <p:sp>
          <p:nvSpPr>
            <p:cNvPr id="129030" name="矩形 129029"/>
            <p:cNvSpPr/>
            <p:nvPr/>
          </p:nvSpPr>
          <p:spPr>
            <a:xfrm>
              <a:off x="288" y="2784"/>
              <a:ext cx="2880" cy="528"/>
            </a:xfrm>
            <a:prstGeom prst="rect">
              <a:avLst/>
            </a:prstGeom>
            <a:noFill/>
            <a:ln w="9525">
              <a:noFill/>
            </a:ln>
          </p:spPr>
          <p:txBody>
            <a:bodyPr lIns="92075" tIns="46038" rIns="92075" bIns="46038"/>
            <a:p>
              <a:pPr marL="342900" indent="-342900" eaLnBrk="0" hangingPunct="0">
                <a:spcBef>
                  <a:spcPct val="20000"/>
                </a:spcBef>
                <a:buClr>
                  <a:srgbClr val="FFFF00"/>
                </a:buClr>
                <a:buSzPct val="75000"/>
                <a:buFont typeface="Monotype Sorts" pitchFamily="2" charset="2"/>
                <a:buChar char="F"/>
              </a:pPr>
              <a:r>
                <a:rPr lang="zh-CN" altLang="en-US" sz="2800" dirty="0">
                  <a:latin typeface="楷体_GB2312" pitchFamily="49" charset="-122"/>
                  <a:ea typeface="楷体_GB2312" pitchFamily="49" charset="-122"/>
                </a:rPr>
                <a:t>注意到</a:t>
              </a:r>
              <a:r>
                <a:rPr lang="zh-CN" altLang="en-US" sz="3200" dirty="0">
                  <a:latin typeface="楷体_GB2312" pitchFamily="49" charset="-122"/>
                  <a:ea typeface="楷体_GB2312" pitchFamily="49" charset="-122"/>
                </a:rPr>
                <a:t>            ，</a:t>
              </a:r>
              <a:endParaRPr lang="zh-CN" altLang="en-US" sz="3200" dirty="0">
                <a:latin typeface="Times New Roman" panose="02020603050405020304" pitchFamily="18" charset="0"/>
              </a:endParaRPr>
            </a:p>
          </p:txBody>
        </p:sp>
      </p:gr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9028"/>
                                        </p:tgtEl>
                                        <p:attrNameLst>
                                          <p:attrName>style.visibility</p:attrName>
                                        </p:attrNameLst>
                                      </p:cBhvr>
                                      <p:to>
                                        <p:strVal val="visible"/>
                                      </p:to>
                                    </p:set>
                                    <p:animEffect transition="in" filter="blinds(horizontal)">
                                      <p:cBhvr>
                                        <p:cTn id="7" dur="500"/>
                                        <p:tgtEl>
                                          <p:spTgt spid="12902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9031"/>
                                        </p:tgtEl>
                                        <p:attrNameLst>
                                          <p:attrName>style.visibility</p:attrName>
                                        </p:attrNameLst>
                                      </p:cBhvr>
                                      <p:to>
                                        <p:strVal val="visible"/>
                                      </p:to>
                                    </p:set>
                                    <p:animEffect transition="in" filter="blinds(horizontal)">
                                      <p:cBhvr>
                                        <p:cTn id="12" dur="500"/>
                                        <p:tgtEl>
                                          <p:spTgt spid="129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0050" name="标题 130049"/>
          <p:cNvSpPr>
            <a:spLocks noGrp="1"/>
          </p:cNvSpPr>
          <p:nvPr>
            <p:ph type="title"/>
          </p:nvPr>
        </p:nvSpPr>
        <p:spPr/>
        <p:txBody>
          <a:bodyPr anchor="b"/>
          <a:p>
            <a:r>
              <a:rPr lang="zh-CN" altLang="en-US" dirty="0"/>
              <a:t> </a:t>
            </a:r>
            <a:endParaRPr lang="zh-CN" altLang="en-US" dirty="0"/>
          </a:p>
        </p:txBody>
      </p:sp>
      <p:sp>
        <p:nvSpPr>
          <p:cNvPr id="130051" name="文本占位符 130050"/>
          <p:cNvSpPr>
            <a:spLocks noGrp="1"/>
          </p:cNvSpPr>
          <p:nvPr>
            <p:ph type="body" sz="half" idx="1"/>
          </p:nvPr>
        </p:nvSpPr>
        <p:spPr>
          <a:xfrm>
            <a:off x="1182688" y="2017713"/>
            <a:ext cx="3810000" cy="4114800"/>
          </a:xfrm>
        </p:spPr>
        <p:txBody>
          <a:bodyPr/>
          <a:p>
            <a:pPr>
              <a:buNone/>
            </a:pPr>
            <a:r>
              <a:rPr lang="zh-CN" altLang="en-US" sz="2800" b="1" dirty="0">
                <a:latin typeface="楷体_GB2312" pitchFamily="49" charset="-122"/>
                <a:ea typeface="楷体_GB2312" pitchFamily="49" charset="-122"/>
              </a:rPr>
              <a:t>求解状态转移方程得</a:t>
            </a:r>
            <a:endParaRPr lang="zh-CN" altLang="en-US" sz="2800" b="1" dirty="0"/>
          </a:p>
        </p:txBody>
      </p:sp>
      <p:graphicFrame>
        <p:nvGraphicFramePr>
          <p:cNvPr id="130054" name="对象 130053"/>
          <p:cNvGraphicFramePr/>
          <p:nvPr/>
        </p:nvGraphicFramePr>
        <p:xfrm>
          <a:off x="1219200" y="1905000"/>
          <a:ext cx="5867400" cy="2667000"/>
        </p:xfrm>
        <a:graphic>
          <a:graphicData uri="http://schemas.openxmlformats.org/presentationml/2006/ole">
            <mc:AlternateContent xmlns:mc="http://schemas.openxmlformats.org/markup-compatibility/2006">
              <mc:Choice xmlns:v="urn:schemas-microsoft-com:vml" Requires="v">
                <p:oleObj spid="_x0000_s3206" name="" r:id="rId1" imgW="2247900" imgH="1066800" progId="Equation.3">
                  <p:embed/>
                </p:oleObj>
              </mc:Choice>
              <mc:Fallback>
                <p:oleObj name="" r:id="rId1" imgW="2247900" imgH="1066800" progId="Equation.3">
                  <p:embed/>
                  <p:pic>
                    <p:nvPicPr>
                      <p:cNvPr id="0" name="图片 3205"/>
                      <p:cNvPicPr/>
                      <p:nvPr/>
                    </p:nvPicPr>
                    <p:blipFill>
                      <a:blip r:embed="rId2"/>
                      <a:stretch>
                        <a:fillRect/>
                      </a:stretch>
                    </p:blipFill>
                    <p:spPr>
                      <a:xfrm>
                        <a:off x="1219200" y="1905000"/>
                        <a:ext cx="5867400" cy="2667000"/>
                      </a:xfrm>
                      <a:prstGeom prst="rect">
                        <a:avLst/>
                      </a:prstGeom>
                      <a:solidFill>
                        <a:srgbClr val="FFFFCC"/>
                      </a:solidFill>
                      <a:ln w="38100">
                        <a:noFill/>
                        <a:miter/>
                      </a:ln>
                    </p:spPr>
                  </p:pic>
                </p:oleObj>
              </mc:Fallback>
            </mc:AlternateContent>
          </a:graphicData>
        </a:graphic>
      </p:graphicFrame>
      <p:grpSp>
        <p:nvGrpSpPr>
          <p:cNvPr id="130058" name="组合 130057"/>
          <p:cNvGrpSpPr/>
          <p:nvPr/>
        </p:nvGrpSpPr>
        <p:grpSpPr>
          <a:xfrm>
            <a:off x="1187450" y="4941888"/>
            <a:ext cx="5076825" cy="604837"/>
            <a:chOff x="758" y="3340"/>
            <a:chExt cx="3198" cy="381"/>
          </a:xfrm>
        </p:grpSpPr>
        <p:sp>
          <p:nvSpPr>
            <p:cNvPr id="130055" name="文本框 130054"/>
            <p:cNvSpPr txBox="1"/>
            <p:nvPr/>
          </p:nvSpPr>
          <p:spPr>
            <a:xfrm>
              <a:off x="758" y="3340"/>
              <a:ext cx="1241" cy="327"/>
            </a:xfrm>
            <a:prstGeom prst="rect">
              <a:avLst/>
            </a:prstGeom>
            <a:noFill/>
            <a:ln w="9525">
              <a:noFill/>
            </a:ln>
          </p:spPr>
          <p:txBody>
            <a:bodyPr wrap="none" anchor="t">
              <a:spAutoFit/>
            </a:bodyPr>
            <a:p>
              <a:pPr eaLnBrk="0" hangingPunct="0"/>
              <a:r>
                <a:rPr lang="zh-CN" altLang="en-US" sz="2800" dirty="0">
                  <a:latin typeface="Times New Roman" panose="02020603050405020304" pitchFamily="18" charset="0"/>
                  <a:ea typeface="楷体_GB2312" pitchFamily="49" charset="-122"/>
                </a:rPr>
                <a:t>有效到达率</a:t>
              </a:r>
              <a:endParaRPr lang="zh-CN" altLang="en-US" sz="2800">
                <a:latin typeface="Times New Roman" panose="02020603050405020304" pitchFamily="18" charset="0"/>
                <a:ea typeface="楷体_GB2312" pitchFamily="49" charset="-122"/>
              </a:endParaRPr>
            </a:p>
          </p:txBody>
        </p:sp>
        <p:graphicFrame>
          <p:nvGraphicFramePr>
            <p:cNvPr id="130056" name="对象 130055"/>
            <p:cNvGraphicFramePr/>
            <p:nvPr/>
          </p:nvGraphicFramePr>
          <p:xfrm>
            <a:off x="2064" y="3360"/>
            <a:ext cx="1892" cy="361"/>
          </p:xfrm>
          <a:graphic>
            <a:graphicData uri="http://schemas.openxmlformats.org/presentationml/2006/ole">
              <mc:AlternateContent xmlns:mc="http://schemas.openxmlformats.org/markup-compatibility/2006">
                <mc:Choice xmlns:v="urn:schemas-microsoft-com:vml" Requires="v">
                  <p:oleObj spid="_x0000_s3204" name="" r:id="rId3" imgW="965200" imgH="228600" progId="Equation.3">
                    <p:embed/>
                  </p:oleObj>
                </mc:Choice>
                <mc:Fallback>
                  <p:oleObj name="" r:id="rId3" imgW="965200" imgH="228600" progId="Equation.3">
                    <p:embed/>
                    <p:pic>
                      <p:nvPicPr>
                        <p:cNvPr id="0" name="图片 3203"/>
                        <p:cNvPicPr/>
                        <p:nvPr/>
                      </p:nvPicPr>
                      <p:blipFill>
                        <a:blip r:embed="rId4"/>
                        <a:stretch>
                          <a:fillRect/>
                        </a:stretch>
                      </p:blipFill>
                      <p:spPr>
                        <a:xfrm>
                          <a:off x="2064" y="3360"/>
                          <a:ext cx="1892" cy="361"/>
                        </a:xfrm>
                        <a:prstGeom prst="rect">
                          <a:avLst/>
                        </a:prstGeom>
                        <a:noFill/>
                        <a:ln w="38100">
                          <a:noFill/>
                          <a:miter/>
                        </a:ln>
                      </p:spPr>
                    </p:pic>
                  </p:oleObj>
                </mc:Fallback>
              </mc:AlternateContent>
            </a:graphicData>
          </a:graphic>
        </p:graphicFrame>
      </p:grpSp>
      <p:graphicFrame>
        <p:nvGraphicFramePr>
          <p:cNvPr id="130060" name="内容占位符 130059"/>
          <p:cNvGraphicFramePr/>
          <p:nvPr>
            <p:ph sz="half" idx="2"/>
          </p:nvPr>
        </p:nvGraphicFramePr>
        <p:xfrm>
          <a:off x="3203575" y="5661025"/>
          <a:ext cx="2374900" cy="561975"/>
        </p:xfrm>
        <a:graphic>
          <a:graphicData uri="http://schemas.openxmlformats.org/presentationml/2006/ole">
            <mc:AlternateContent xmlns:mc="http://schemas.openxmlformats.org/markup-compatibility/2006">
              <mc:Choice xmlns:v="urn:schemas-microsoft-com:vml" Requires="v">
                <p:oleObj spid="_x0000_s3209" name="" r:id="rId5" imgW="965200" imgH="228600" progId="Equation.3">
                  <p:embed/>
                </p:oleObj>
              </mc:Choice>
              <mc:Fallback>
                <p:oleObj name="" r:id="rId5" imgW="965200" imgH="228600" progId="Equation.3">
                  <p:embed/>
                  <p:pic>
                    <p:nvPicPr>
                      <p:cNvPr id="0" name="图片 3208"/>
                      <p:cNvPicPr/>
                      <p:nvPr/>
                    </p:nvPicPr>
                    <p:blipFill>
                      <a:blip r:embed="rId6">
                        <a:clrChange>
                          <a:clrFrom>
                            <a:srgbClr val="000000"/>
                          </a:clrFrom>
                          <a:clrTo>
                            <a:srgbClr val="1C1C1C"/>
                          </a:clrTo>
                        </a:clrChange>
                      </a:blip>
                      <a:stretch>
                        <a:fillRect/>
                      </a:stretch>
                    </p:blipFill>
                    <p:spPr>
                      <a:xfrm>
                        <a:off x="3203575" y="5661025"/>
                        <a:ext cx="2374900" cy="561975"/>
                      </a:xfrm>
                      <a:prstGeom prst="rect">
                        <a:avLst/>
                      </a:prstGeom>
                      <a:solidFill>
                        <a:srgbClr val="FFCCFF"/>
                      </a:solidFill>
                      <a:ln w="38100">
                        <a:miter/>
                      </a:ln>
                    </p:spPr>
                  </p:pic>
                </p:oleObj>
              </mc:Fallback>
            </mc:AlternateContent>
          </a:graphicData>
        </a:graphic>
      </p:graphicFrame>
      <p:sp>
        <p:nvSpPr>
          <p:cNvPr id="130062" name="文本框 130061"/>
          <p:cNvSpPr txBox="1"/>
          <p:nvPr/>
        </p:nvSpPr>
        <p:spPr>
          <a:xfrm>
            <a:off x="1547813" y="1125538"/>
            <a:ext cx="3398837" cy="519112"/>
          </a:xfrm>
          <a:prstGeom prst="rect">
            <a:avLst/>
          </a:prstGeom>
          <a:noFill/>
          <a:ln w="9525">
            <a:noFill/>
          </a:ln>
        </p:spPr>
        <p:txBody>
          <a:bodyPr wrap="none" anchor="t">
            <a:spAutoFit/>
          </a:bodyPr>
          <a:p>
            <a:pPr>
              <a:buClrTx/>
            </a:pPr>
            <a:r>
              <a:rPr lang="zh-CN" altLang="en-US" sz="2800" dirty="0">
                <a:latin typeface="Tahoma" panose="020B0604030504040204" pitchFamily="34" charset="0"/>
              </a:rPr>
              <a:t>求解顾客数概率分布</a:t>
            </a:r>
            <a:endParaRPr lang="zh-CN" altLang="en-US" sz="2800" dirty="0">
              <a:latin typeface="Tahoma" panose="020B0604030504040204" pitchFamily="34" charset="0"/>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30054"/>
                                        </p:tgtEl>
                                        <p:attrNameLst>
                                          <p:attrName>style.visibility</p:attrName>
                                        </p:attrNameLst>
                                      </p:cBhvr>
                                      <p:to>
                                        <p:strVal val="visible"/>
                                      </p:to>
                                    </p:set>
                                    <p:animEffect transition="in" filter="box(out)">
                                      <p:cBhvr>
                                        <p:cTn id="7" dur="500"/>
                                        <p:tgtEl>
                                          <p:spTgt spid="130054"/>
                                        </p:tgtEl>
                                      </p:cBhvr>
                                    </p:animEffect>
                                  </p:childTnLst>
                                  <p:subTnLst>
                                    <p:audio>
                                      <p:cMediaNode>
                                        <p:cTn display="0" masterRel="sameClick">
                                          <p:stCondLst>
                                            <p:cond evt="begin" delay="0">
                                              <p:tn val="5"/>
                                            </p:cond>
                                          </p:stCondLst>
                                          <p:endCondLst>
                                            <p:cond evt="onStopAudio" delay="0">
                                              <p:tgtEl>
                                                <p:sldTgt/>
                                              </p:tgtEl>
                                            </p:cond>
                                          </p:endCondLst>
                                        </p:cTn>
                                        <p:tgtEl>
                                          <p:sndTgt r:embed="rId7" name="CAMERA.WAV"/>
                                        </p:tgtEl>
                                      </p:cMediaNode>
                                    </p:audio>
                                  </p:sub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30058"/>
                                        </p:tgtEl>
                                        <p:attrNameLst>
                                          <p:attrName>style.visibility</p:attrName>
                                        </p:attrNameLst>
                                      </p:cBhvr>
                                      <p:to>
                                        <p:strVal val="visible"/>
                                      </p:to>
                                    </p:set>
                                    <p:animEffect transition="in" filter="wipe(down)">
                                      <p:cBhvr>
                                        <p:cTn id="12" dur="500"/>
                                        <p:tgtEl>
                                          <p:spTgt spid="13005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30060"/>
                                        </p:tgtEl>
                                        <p:attrNameLst>
                                          <p:attrName>style.visibility</p:attrName>
                                        </p:attrNameLst>
                                      </p:cBhvr>
                                      <p:to>
                                        <p:strVal val="visible"/>
                                      </p:to>
                                    </p:set>
                                    <p:animEffect transition="in" filter="wipe(up)">
                                      <p:cBhvr>
                                        <p:cTn id="17" dur="500"/>
                                        <p:tgtEl>
                                          <p:spTgt spid="130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标题 133121"/>
          <p:cNvSpPr>
            <a:spLocks noGrp="1"/>
          </p:cNvSpPr>
          <p:nvPr>
            <p:ph type="title"/>
          </p:nvPr>
        </p:nvSpPr>
        <p:spPr/>
        <p:txBody>
          <a:bodyPr anchor="b"/>
          <a:p>
            <a:r>
              <a:rPr lang="zh-CN" altLang="en-US" dirty="0"/>
              <a:t> </a:t>
            </a:r>
            <a:endParaRPr lang="zh-CN" altLang="en-US" dirty="0"/>
          </a:p>
        </p:txBody>
      </p:sp>
      <p:sp>
        <p:nvSpPr>
          <p:cNvPr id="133123" name="文本占位符 133122"/>
          <p:cNvSpPr>
            <a:spLocks noGrp="1"/>
          </p:cNvSpPr>
          <p:nvPr>
            <p:ph type="body" idx="1"/>
          </p:nvPr>
        </p:nvSpPr>
        <p:spPr>
          <a:xfrm>
            <a:off x="827088" y="2060575"/>
            <a:ext cx="6554787" cy="2590800"/>
          </a:xfrm>
        </p:spPr>
        <p:txBody>
          <a:bodyPr/>
          <a:p>
            <a:pPr lvl="1"/>
            <a:r>
              <a:rPr lang="zh-CN" altLang="en-US" b="1" dirty="0"/>
              <a:t>等待时间</a:t>
            </a:r>
            <a:endParaRPr lang="zh-CN" altLang="en-US" b="1" dirty="0"/>
          </a:p>
          <a:p>
            <a:pPr lvl="1"/>
            <a:endParaRPr lang="zh-CN" altLang="en-US" b="1" dirty="0"/>
          </a:p>
          <a:p>
            <a:pPr lvl="1"/>
            <a:endParaRPr lang="zh-CN" altLang="en-US" b="1" dirty="0"/>
          </a:p>
          <a:p>
            <a:pPr lvl="1"/>
            <a:r>
              <a:rPr lang="zh-CN" altLang="en-US" b="1" dirty="0"/>
              <a:t>正常运转的平均设备台数</a:t>
            </a:r>
            <a:endParaRPr lang="zh-CN" altLang="en-US" b="1" dirty="0"/>
          </a:p>
          <a:p>
            <a:pPr lvl="1">
              <a:buNone/>
            </a:pPr>
            <a:endParaRPr lang="zh-CN" altLang="en-US" b="1" dirty="0"/>
          </a:p>
        </p:txBody>
      </p:sp>
      <p:graphicFrame>
        <p:nvGraphicFramePr>
          <p:cNvPr id="133124" name="对象 133123"/>
          <p:cNvGraphicFramePr/>
          <p:nvPr/>
        </p:nvGraphicFramePr>
        <p:xfrm>
          <a:off x="3492500" y="2276475"/>
          <a:ext cx="2522538" cy="1057275"/>
        </p:xfrm>
        <a:graphic>
          <a:graphicData uri="http://schemas.openxmlformats.org/presentationml/2006/ole">
            <mc:AlternateContent xmlns:mc="http://schemas.openxmlformats.org/markup-compatibility/2006">
              <mc:Choice xmlns:v="urn:schemas-microsoft-com:vml" Requires="v">
                <p:oleObj spid="_x0000_s3211" name="" r:id="rId1" imgW="812165" imgH="419100" progId="Equation.3">
                  <p:embed/>
                </p:oleObj>
              </mc:Choice>
              <mc:Fallback>
                <p:oleObj name="" r:id="rId1" imgW="812165" imgH="419100" progId="Equation.3">
                  <p:embed/>
                  <p:pic>
                    <p:nvPicPr>
                      <p:cNvPr id="0" name="图片 3210"/>
                      <p:cNvPicPr/>
                      <p:nvPr/>
                    </p:nvPicPr>
                    <p:blipFill>
                      <a:blip r:embed="rId2"/>
                      <a:stretch>
                        <a:fillRect/>
                      </a:stretch>
                    </p:blipFill>
                    <p:spPr>
                      <a:xfrm>
                        <a:off x="3492500" y="2276475"/>
                        <a:ext cx="2522538" cy="1057275"/>
                      </a:xfrm>
                      <a:prstGeom prst="rect">
                        <a:avLst/>
                      </a:prstGeom>
                      <a:solidFill>
                        <a:srgbClr val="CCFFFF"/>
                      </a:solidFill>
                      <a:ln w="38100">
                        <a:noFill/>
                        <a:miter/>
                      </a:ln>
                    </p:spPr>
                  </p:pic>
                </p:oleObj>
              </mc:Fallback>
            </mc:AlternateContent>
          </a:graphicData>
        </a:graphic>
      </p:graphicFrame>
      <p:graphicFrame>
        <p:nvGraphicFramePr>
          <p:cNvPr id="133125" name="对象 133124"/>
          <p:cNvGraphicFramePr/>
          <p:nvPr/>
        </p:nvGraphicFramePr>
        <p:xfrm>
          <a:off x="3059113" y="4221163"/>
          <a:ext cx="3632200" cy="989012"/>
        </p:xfrm>
        <a:graphic>
          <a:graphicData uri="http://schemas.openxmlformats.org/presentationml/2006/ole">
            <mc:AlternateContent xmlns:mc="http://schemas.openxmlformats.org/markup-compatibility/2006">
              <mc:Choice xmlns:v="urn:schemas-microsoft-com:vml" Requires="v">
                <p:oleObj spid="_x0000_s3207" name="" r:id="rId3" imgW="1167765" imgH="393700" progId="Equation.3">
                  <p:embed/>
                </p:oleObj>
              </mc:Choice>
              <mc:Fallback>
                <p:oleObj name="" r:id="rId3" imgW="1167765" imgH="393700" progId="Equation.3">
                  <p:embed/>
                  <p:pic>
                    <p:nvPicPr>
                      <p:cNvPr id="0" name="图片 3206"/>
                      <p:cNvPicPr/>
                      <p:nvPr/>
                    </p:nvPicPr>
                    <p:blipFill>
                      <a:blip r:embed="rId4"/>
                      <a:stretch>
                        <a:fillRect/>
                      </a:stretch>
                    </p:blipFill>
                    <p:spPr>
                      <a:xfrm>
                        <a:off x="3059113" y="4221163"/>
                        <a:ext cx="3632200" cy="989012"/>
                      </a:xfrm>
                      <a:prstGeom prst="rect">
                        <a:avLst/>
                      </a:prstGeom>
                      <a:solidFill>
                        <a:srgbClr val="CCFFFF"/>
                      </a:solidFill>
                      <a:ln w="38100">
                        <a:noFill/>
                        <a:miter/>
                      </a:ln>
                    </p:spPr>
                  </p:pic>
                </p:oleObj>
              </mc:Fallback>
            </mc:AlternateContent>
          </a:graphicData>
        </a:graphic>
      </p:graphicFrame>
      <p:sp>
        <p:nvSpPr>
          <p:cNvPr id="133127" name="矩形 133126"/>
          <p:cNvSpPr/>
          <p:nvPr/>
        </p:nvSpPr>
        <p:spPr>
          <a:xfrm>
            <a:off x="1403350" y="908050"/>
            <a:ext cx="3384550" cy="720725"/>
          </a:xfrm>
          <a:prstGeom prst="rect">
            <a:avLst/>
          </a:prstGeom>
          <a:solidFill>
            <a:srgbClr val="FFCCFF"/>
          </a:solidFill>
          <a:ln w="9525">
            <a:noFill/>
          </a:ln>
          <a:effectLst>
            <a:outerShdw sy="50000" kx="-2453608" algn="br" rotWithShape="0">
              <a:schemeClr val="bg2">
                <a:alpha val="50000"/>
              </a:schemeClr>
            </a:outerShdw>
          </a:effectLst>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0">
              <a:buNone/>
            </a:pPr>
            <a:r>
              <a:rPr lang="zh-CN" altLang="en-US" sz="3600" b="1" dirty="0">
                <a:solidFill>
                  <a:schemeClr val="tx2"/>
                </a:solidFill>
                <a:latin typeface="Monotype Corsiva" panose="03010101010201010101" pitchFamily="66" charset="0"/>
                <a:ea typeface="隶书" panose="02010509060101010101" pitchFamily="49" charset="-122"/>
              </a:rPr>
              <a:t>计算有关指标</a:t>
            </a:r>
            <a:endParaRPr lang="zh-CN" altLang="en-US" sz="3600" b="1" dirty="0">
              <a:solidFill>
                <a:schemeClr val="tx2"/>
              </a:solidFill>
              <a:latin typeface="Monotype Corsiva" panose="03010101010201010101" pitchFamily="66" charset="0"/>
              <a:ea typeface="隶书" panose="02010509060101010101" pitchFamily="49" charset="-122"/>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33124"/>
                                        </p:tgtEl>
                                        <p:attrNameLst>
                                          <p:attrName>style.visibility</p:attrName>
                                        </p:attrNameLst>
                                      </p:cBhvr>
                                      <p:to>
                                        <p:strVal val="visible"/>
                                      </p:to>
                                    </p:set>
                                    <p:animEffect transition="in" filter="box(in)">
                                      <p:cBhvr>
                                        <p:cTn id="7" dur="500"/>
                                        <p:tgtEl>
                                          <p:spTgt spid="13312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33125"/>
                                        </p:tgtEl>
                                        <p:attrNameLst>
                                          <p:attrName>style.visibility</p:attrName>
                                        </p:attrNameLst>
                                      </p:cBhvr>
                                      <p:to>
                                        <p:strVal val="visible"/>
                                      </p:to>
                                    </p:set>
                                    <p:animEffect transition="in" filter="box(in)">
                                      <p:cBhvr>
                                        <p:cTn id="12" dur="500"/>
                                        <p:tgtEl>
                                          <p:spTgt spid="133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4" name="标题 131073"/>
          <p:cNvSpPr>
            <a:spLocks noGrp="1"/>
          </p:cNvSpPr>
          <p:nvPr>
            <p:ph type="title"/>
          </p:nvPr>
        </p:nvSpPr>
        <p:spPr/>
        <p:txBody>
          <a:bodyPr anchor="b"/>
          <a:p>
            <a:r>
              <a:rPr lang="zh-CN" altLang="en-US" dirty="0"/>
              <a:t> </a:t>
            </a:r>
            <a:endParaRPr lang="zh-CN" altLang="en-US" dirty="0"/>
          </a:p>
        </p:txBody>
      </p:sp>
      <p:sp>
        <p:nvSpPr>
          <p:cNvPr id="131075" name="文本占位符 131074"/>
          <p:cNvSpPr>
            <a:spLocks noGrp="1"/>
          </p:cNvSpPr>
          <p:nvPr>
            <p:ph type="body" idx="1"/>
          </p:nvPr>
        </p:nvSpPr>
        <p:spPr>
          <a:xfrm>
            <a:off x="684213" y="1916113"/>
            <a:ext cx="7772400" cy="4392612"/>
          </a:xfrm>
        </p:spPr>
        <p:txBody>
          <a:bodyPr/>
          <a:p>
            <a:pPr lvl="1"/>
            <a:r>
              <a:rPr lang="zh-CN" altLang="en-US" b="1" dirty="0"/>
              <a:t>队长</a:t>
            </a:r>
            <a:endParaRPr lang="zh-CN" altLang="en-US" b="1" dirty="0"/>
          </a:p>
          <a:p>
            <a:pPr lvl="1"/>
            <a:endParaRPr lang="zh-CN" altLang="en-US" b="1" dirty="0"/>
          </a:p>
          <a:p>
            <a:pPr lvl="1"/>
            <a:r>
              <a:rPr lang="zh-CN" altLang="en-US" b="1" dirty="0"/>
              <a:t>队列长</a:t>
            </a:r>
            <a:endParaRPr lang="zh-CN" altLang="en-US" b="1" dirty="0"/>
          </a:p>
          <a:p>
            <a:pPr lvl="1"/>
            <a:endParaRPr lang="zh-CN" altLang="en-US" b="1" dirty="0"/>
          </a:p>
          <a:p>
            <a:pPr lvl="1"/>
            <a:endParaRPr lang="zh-CN" altLang="en-US" b="1" dirty="0"/>
          </a:p>
          <a:p>
            <a:pPr lvl="1"/>
            <a:r>
              <a:rPr lang="zh-CN" altLang="en-US" b="1" dirty="0"/>
              <a:t>逗留时间</a:t>
            </a:r>
            <a:endParaRPr lang="zh-CN" altLang="en-US" b="1" dirty="0"/>
          </a:p>
        </p:txBody>
      </p:sp>
      <p:graphicFrame>
        <p:nvGraphicFramePr>
          <p:cNvPr id="131076" name="对象 131075"/>
          <p:cNvGraphicFramePr/>
          <p:nvPr/>
        </p:nvGraphicFramePr>
        <p:xfrm>
          <a:off x="2771775" y="1989138"/>
          <a:ext cx="3632200" cy="989012"/>
        </p:xfrm>
        <a:graphic>
          <a:graphicData uri="http://schemas.openxmlformats.org/presentationml/2006/ole">
            <mc:AlternateContent xmlns:mc="http://schemas.openxmlformats.org/markup-compatibility/2006">
              <mc:Choice xmlns:v="urn:schemas-microsoft-com:vml" Requires="v">
                <p:oleObj spid="_x0000_s3205" name="" r:id="rId1" imgW="1167765" imgH="393700" progId="Equation.3">
                  <p:embed/>
                </p:oleObj>
              </mc:Choice>
              <mc:Fallback>
                <p:oleObj name="" r:id="rId1" imgW="1167765" imgH="393700" progId="Equation.3">
                  <p:embed/>
                  <p:pic>
                    <p:nvPicPr>
                      <p:cNvPr id="0" name="图片 3204"/>
                      <p:cNvPicPr/>
                      <p:nvPr/>
                    </p:nvPicPr>
                    <p:blipFill>
                      <a:blip r:embed="rId2"/>
                      <a:stretch>
                        <a:fillRect/>
                      </a:stretch>
                    </p:blipFill>
                    <p:spPr>
                      <a:xfrm>
                        <a:off x="2771775" y="1989138"/>
                        <a:ext cx="3632200" cy="989012"/>
                      </a:xfrm>
                      <a:prstGeom prst="rect">
                        <a:avLst/>
                      </a:prstGeom>
                      <a:solidFill>
                        <a:srgbClr val="CCFFFF"/>
                      </a:solidFill>
                      <a:ln w="38100">
                        <a:noFill/>
                        <a:miter/>
                      </a:ln>
                    </p:spPr>
                  </p:pic>
                </p:oleObj>
              </mc:Fallback>
            </mc:AlternateContent>
          </a:graphicData>
        </a:graphic>
      </p:graphicFrame>
      <p:graphicFrame>
        <p:nvGraphicFramePr>
          <p:cNvPr id="131077" name="对象 131076"/>
          <p:cNvGraphicFramePr/>
          <p:nvPr/>
        </p:nvGraphicFramePr>
        <p:xfrm>
          <a:off x="2916238" y="3500438"/>
          <a:ext cx="3278187" cy="604837"/>
        </p:xfrm>
        <a:graphic>
          <a:graphicData uri="http://schemas.openxmlformats.org/presentationml/2006/ole">
            <mc:AlternateContent xmlns:mc="http://schemas.openxmlformats.org/markup-compatibility/2006">
              <mc:Choice xmlns:v="urn:schemas-microsoft-com:vml" Requires="v">
                <p:oleObj spid="_x0000_s3212" name="" r:id="rId3" imgW="1053465" imgH="241300" progId="Equation.3">
                  <p:embed/>
                </p:oleObj>
              </mc:Choice>
              <mc:Fallback>
                <p:oleObj name="" r:id="rId3" imgW="1053465" imgH="241300" progId="Equation.3">
                  <p:embed/>
                  <p:pic>
                    <p:nvPicPr>
                      <p:cNvPr id="0" name="图片 3211"/>
                      <p:cNvPicPr/>
                      <p:nvPr/>
                    </p:nvPicPr>
                    <p:blipFill>
                      <a:blip r:embed="rId4"/>
                      <a:stretch>
                        <a:fillRect/>
                      </a:stretch>
                    </p:blipFill>
                    <p:spPr>
                      <a:xfrm>
                        <a:off x="2916238" y="3500438"/>
                        <a:ext cx="3278187" cy="604837"/>
                      </a:xfrm>
                      <a:prstGeom prst="rect">
                        <a:avLst/>
                      </a:prstGeom>
                      <a:solidFill>
                        <a:srgbClr val="CCFFFF"/>
                      </a:solidFill>
                      <a:ln w="38100">
                        <a:noFill/>
                        <a:miter/>
                      </a:ln>
                    </p:spPr>
                  </p:pic>
                </p:oleObj>
              </mc:Fallback>
            </mc:AlternateContent>
          </a:graphicData>
        </a:graphic>
      </p:graphicFrame>
      <p:graphicFrame>
        <p:nvGraphicFramePr>
          <p:cNvPr id="131078" name="对象 131077"/>
          <p:cNvGraphicFramePr/>
          <p:nvPr/>
        </p:nvGraphicFramePr>
        <p:xfrm>
          <a:off x="3203575" y="4581525"/>
          <a:ext cx="3671888" cy="1085850"/>
        </p:xfrm>
        <a:graphic>
          <a:graphicData uri="http://schemas.openxmlformats.org/presentationml/2006/ole">
            <mc:AlternateContent xmlns:mc="http://schemas.openxmlformats.org/markup-compatibility/2006">
              <mc:Choice xmlns:v="urn:schemas-microsoft-com:vml" Requires="v">
                <p:oleObj spid="_x0000_s3213" name="" r:id="rId5" imgW="1180465" imgH="431800" progId="Equation.3">
                  <p:embed/>
                </p:oleObj>
              </mc:Choice>
              <mc:Fallback>
                <p:oleObj name="" r:id="rId5" imgW="1180465" imgH="431800" progId="Equation.3">
                  <p:embed/>
                  <p:pic>
                    <p:nvPicPr>
                      <p:cNvPr id="0" name="图片 3212"/>
                      <p:cNvPicPr/>
                      <p:nvPr/>
                    </p:nvPicPr>
                    <p:blipFill>
                      <a:blip r:embed="rId6"/>
                      <a:stretch>
                        <a:fillRect/>
                      </a:stretch>
                    </p:blipFill>
                    <p:spPr>
                      <a:xfrm>
                        <a:off x="3203575" y="4581525"/>
                        <a:ext cx="3671888" cy="1085850"/>
                      </a:xfrm>
                      <a:prstGeom prst="rect">
                        <a:avLst/>
                      </a:prstGeom>
                      <a:solidFill>
                        <a:srgbClr val="CCFFFF"/>
                      </a:solidFill>
                      <a:ln w="38100">
                        <a:noFill/>
                        <a:miter/>
                      </a:ln>
                    </p:spPr>
                  </p:pic>
                </p:oleObj>
              </mc:Fallback>
            </mc:AlternateContent>
          </a:graphicData>
        </a:graphic>
      </p:graphicFrame>
      <p:sp>
        <p:nvSpPr>
          <p:cNvPr id="131079" name="矩形 131078"/>
          <p:cNvSpPr/>
          <p:nvPr/>
        </p:nvSpPr>
        <p:spPr>
          <a:xfrm>
            <a:off x="1403350" y="908050"/>
            <a:ext cx="3384550" cy="720725"/>
          </a:xfrm>
          <a:prstGeom prst="rect">
            <a:avLst/>
          </a:prstGeom>
          <a:solidFill>
            <a:srgbClr val="FFCCFF"/>
          </a:solidFill>
          <a:ln w="9525">
            <a:noFill/>
          </a:ln>
          <a:effectLst>
            <a:outerShdw sy="50000" kx="-2453608" algn="br" rotWithShape="0">
              <a:schemeClr val="bg2">
                <a:alpha val="50000"/>
              </a:schemeClr>
            </a:outerShdw>
          </a:effectLst>
        </p:spPr>
        <p:txBody>
          <a:bodyPr/>
          <a:lstStyle>
            <a:lvl1pPr marL="342900" lvl="0" indent="-34290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Char char="n"/>
              <a:defRPr sz="3200" u="none" kern="1200" baseline="0">
                <a:solidFill>
                  <a:schemeClr val="tx1"/>
                </a:solidFill>
                <a:latin typeface="Tahoma" panose="020B0604030504040204" pitchFamily="34"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lr>
                <a:schemeClr val="hlink"/>
              </a:buClr>
              <a:buSzPct val="55000"/>
              <a:buFont typeface="Wingdings" panose="05000000000000000000" pitchFamily="2" charset="2"/>
              <a:buChar char="n"/>
              <a:defRPr sz="2800" b="0" i="0" u="none" kern="1200" baseline="0">
                <a:solidFill>
                  <a:schemeClr val="tx1"/>
                </a:solidFill>
                <a:latin typeface="Tahoma" panose="020B0604030504040204" pitchFamily="34"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lr>
                <a:schemeClr val="folHlink"/>
              </a:buClr>
              <a:buSzPct val="50000"/>
              <a:buFont typeface="Wingdings" panose="05000000000000000000" pitchFamily="2" charset="2"/>
              <a:buChar char="n"/>
              <a:defRPr sz="2400" b="0" i="0" u="none" kern="1200" baseline="0">
                <a:solidFill>
                  <a:schemeClr val="tx1"/>
                </a:solidFill>
                <a:latin typeface="Tahoma" panose="020B0604030504040204" pitchFamily="34"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lr>
                <a:schemeClr val="accent2"/>
              </a:buClr>
              <a:buSzPct val="55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lr>
                <a:schemeClr val="accent1"/>
              </a:buClr>
              <a:buSzPct val="50000"/>
              <a:buFont typeface="Wingdings" panose="05000000000000000000" pitchFamily="2" charset="2"/>
              <a:buChar char="n"/>
              <a:defRPr sz="2000" b="0" i="0" u="none" kern="1200" baseline="0">
                <a:solidFill>
                  <a:schemeClr val="tx1"/>
                </a:solidFill>
                <a:latin typeface="Tahoma" panose="020B0604030504040204" pitchFamily="34" charset="0"/>
                <a:ea typeface="宋体" panose="02010600030101010101" pitchFamily="2" charset="-122"/>
              </a:defRPr>
            </a:lvl5pPr>
          </a:lstStyle>
          <a:p>
            <a:pPr lvl="0">
              <a:buNone/>
            </a:pPr>
            <a:r>
              <a:rPr lang="zh-CN" altLang="en-US" sz="3600" b="1" dirty="0">
                <a:solidFill>
                  <a:schemeClr val="tx2"/>
                </a:solidFill>
                <a:latin typeface="Monotype Corsiva" panose="03010101010201010101" pitchFamily="66" charset="0"/>
                <a:ea typeface="隶书" panose="02010509060101010101" pitchFamily="49" charset="-122"/>
              </a:rPr>
              <a:t>计算有关指标</a:t>
            </a:r>
            <a:endParaRPr lang="zh-CN" altLang="en-US" sz="3600" b="1" dirty="0">
              <a:solidFill>
                <a:schemeClr val="tx2"/>
              </a:solidFill>
              <a:latin typeface="Monotype Corsiva" panose="03010101010201010101" pitchFamily="66" charset="0"/>
              <a:ea typeface="隶书" panose="02010509060101010101" pitchFamily="49" charset="-122"/>
            </a:endParaRPr>
          </a:p>
        </p:txBody>
      </p:sp>
      <p:sp>
        <p:nvSpPr>
          <p:cNvPr id="131080" name="文本框 131079"/>
          <p:cNvSpPr txBox="1"/>
          <p:nvPr/>
        </p:nvSpPr>
        <p:spPr>
          <a:xfrm>
            <a:off x="1403350" y="5805488"/>
            <a:ext cx="2338388" cy="519112"/>
          </a:xfrm>
          <a:prstGeom prst="rect">
            <a:avLst/>
          </a:prstGeom>
          <a:noFill/>
          <a:ln w="9525">
            <a:noFill/>
          </a:ln>
        </p:spPr>
        <p:txBody>
          <a:bodyPr wrap="none" anchor="t">
            <a:spAutoFit/>
          </a:bodyPr>
          <a:p>
            <a:pPr eaLnBrk="0" hangingPunct="0"/>
            <a:r>
              <a:rPr lang="zh-CN" altLang="en-US" sz="2800" b="0" dirty="0">
                <a:latin typeface="Times New Roman" panose="02020603050405020304" pitchFamily="18" charset="0"/>
              </a:rPr>
              <a:t>例：</a:t>
            </a:r>
            <a:r>
              <a:rPr lang="en-US" altLang="zh-CN" sz="2800" b="0">
                <a:latin typeface="Times New Roman" panose="02020603050405020304" pitchFamily="18" charset="0"/>
              </a:rPr>
              <a:t>P343#</a:t>
            </a:r>
            <a:r>
              <a:rPr lang="zh-CN" altLang="en-US" sz="2800" b="0" dirty="0">
                <a:latin typeface="Times New Roman" panose="02020603050405020304" pitchFamily="18" charset="0"/>
              </a:rPr>
              <a:t>例</a:t>
            </a:r>
            <a:r>
              <a:rPr lang="en-US" altLang="zh-CN" sz="2800" b="0">
                <a:latin typeface="Times New Roman" panose="02020603050405020304" pitchFamily="18" charset="0"/>
              </a:rPr>
              <a:t>7</a:t>
            </a:r>
            <a:endParaRPr lang="en-US" altLang="zh-CN" sz="2800" b="0">
              <a:latin typeface="Times New Roman" panose="02020603050405020304" pitchFamily="18" charset="0"/>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131076"/>
                                        </p:tgtEl>
                                        <p:attrNameLst>
                                          <p:attrName>style.visibility</p:attrName>
                                        </p:attrNameLst>
                                      </p:cBhvr>
                                      <p:to>
                                        <p:strVal val="visible"/>
                                      </p:to>
                                    </p:set>
                                    <p:animEffect transition="in" filter="slide(fromLeft)">
                                      <p:cBhvr>
                                        <p:cTn id="7" dur="500"/>
                                        <p:tgtEl>
                                          <p:spTgt spid="131076"/>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131077"/>
                                        </p:tgtEl>
                                        <p:attrNameLst>
                                          <p:attrName>style.visibility</p:attrName>
                                        </p:attrNameLst>
                                      </p:cBhvr>
                                      <p:to>
                                        <p:strVal val="visible"/>
                                      </p:to>
                                    </p:set>
                                    <p:animEffect transition="in" filter="slide(fromLeft)">
                                      <p:cBhvr>
                                        <p:cTn id="12" dur="500"/>
                                        <p:tgtEl>
                                          <p:spTgt spid="13107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nodeType="clickEffect">
                                  <p:stCondLst>
                                    <p:cond delay="0"/>
                                  </p:stCondLst>
                                  <p:childTnLst>
                                    <p:set>
                                      <p:cBhvr>
                                        <p:cTn id="16" dur="1" fill="hold">
                                          <p:stCondLst>
                                            <p:cond delay="0"/>
                                          </p:stCondLst>
                                        </p:cTn>
                                        <p:tgtEl>
                                          <p:spTgt spid="131078"/>
                                        </p:tgtEl>
                                        <p:attrNameLst>
                                          <p:attrName>style.visibility</p:attrName>
                                        </p:attrNameLst>
                                      </p:cBhvr>
                                      <p:to>
                                        <p:strVal val="visible"/>
                                      </p:to>
                                    </p:set>
                                    <p:animEffect transition="in" filter="slide(fromLeft)">
                                      <p:cBhvr>
                                        <p:cTn id="17" dur="500"/>
                                        <p:tgtEl>
                                          <p:spTgt spid="131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6" name="文本框 68615"/>
          <p:cNvSpPr txBox="1"/>
          <p:nvPr/>
        </p:nvSpPr>
        <p:spPr>
          <a:xfrm>
            <a:off x="1024890" y="1101090"/>
            <a:ext cx="5486400" cy="641350"/>
          </a:xfrm>
          <a:prstGeom prst="rect">
            <a:avLst/>
          </a:prstGeom>
          <a:noFill/>
          <a:ln w="9525">
            <a:noFill/>
          </a:ln>
        </p:spPr>
        <p:txBody>
          <a:bodyPr>
            <a:spAutoFit/>
          </a:bodyPr>
          <a:p>
            <a:pPr algn="ctr">
              <a:spcBef>
                <a:spcPct val="50000"/>
              </a:spcBef>
            </a:pPr>
            <a:r>
              <a:rPr lang="zh-CN" altLang="en-US" sz="3600" b="1" dirty="0">
                <a:latin typeface="Arial" panose="020B0604020202020204" pitchFamily="34" charset="0"/>
              </a:rPr>
              <a:t>数学建模中的预测方法</a:t>
            </a:r>
            <a:endParaRPr lang="zh-CN" altLang="en-US" sz="3600" b="1" dirty="0">
              <a:latin typeface="Arial" panose="020B0604020202020204" pitchFamily="34" charset="0"/>
            </a:endParaRPr>
          </a:p>
        </p:txBody>
      </p:sp>
      <p:sp>
        <p:nvSpPr>
          <p:cNvPr id="68617" name="文本框 68616"/>
          <p:cNvSpPr txBox="1"/>
          <p:nvPr/>
        </p:nvSpPr>
        <p:spPr>
          <a:xfrm>
            <a:off x="762000" y="2821940"/>
            <a:ext cx="8280400" cy="2630488"/>
          </a:xfrm>
          <a:prstGeom prst="rect">
            <a:avLst/>
          </a:prstGeom>
          <a:noFill/>
          <a:ln w="9525">
            <a:noFill/>
          </a:ln>
        </p:spPr>
        <p:txBody>
          <a:bodyPr>
            <a:spAutoFit/>
          </a:bodyPr>
          <a:p>
            <a:pPr marL="342900" indent="-342900">
              <a:spcBef>
                <a:spcPct val="20000"/>
              </a:spcBef>
              <a:buClr>
                <a:schemeClr val="bg2"/>
              </a:buClr>
              <a:buFont typeface="Monotype Sorts" pitchFamily="2" charset="2"/>
              <a:buNone/>
            </a:pPr>
            <a:r>
              <a:rPr lang="zh-CN" altLang="en-US" sz="3200" b="1" dirty="0">
                <a:solidFill>
                  <a:srgbClr val="0000FF"/>
                </a:solidFill>
                <a:latin typeface="楷体_GB2312" pitchFamily="49" charset="-122"/>
                <a:ea typeface="楷体_GB2312" pitchFamily="49" charset="-122"/>
              </a:rPr>
              <a:t>应用案例：</a:t>
            </a:r>
            <a:endParaRPr lang="zh-CN" altLang="en-US" sz="3200" b="1" dirty="0">
              <a:solidFill>
                <a:srgbClr val="0000FF"/>
              </a:solidFill>
              <a:latin typeface="楷体_GB2312" pitchFamily="49" charset="-122"/>
              <a:ea typeface="楷体_GB2312" pitchFamily="49" charset="-122"/>
            </a:endParaRPr>
          </a:p>
          <a:p>
            <a:pPr marL="342900" indent="-342900">
              <a:spcBef>
                <a:spcPct val="20000"/>
              </a:spcBef>
              <a:buClr>
                <a:schemeClr val="bg2"/>
              </a:buClr>
              <a:buFont typeface="Monotype Sorts" pitchFamily="2" charset="2"/>
              <a:buNone/>
            </a:pPr>
            <a:r>
              <a:rPr lang="zh-CN" altLang="en-US" sz="2800" b="1" dirty="0">
                <a:solidFill>
                  <a:srgbClr val="0000FF"/>
                </a:solidFill>
                <a:latin typeface="楷体_GB2312" pitchFamily="49" charset="-122"/>
                <a:ea typeface="楷体_GB2312" pitchFamily="49" charset="-122"/>
              </a:rPr>
              <a:t>（</a:t>
            </a:r>
            <a:r>
              <a:rPr lang="en-US" altLang="zh-CN" sz="2800" b="1" dirty="0">
                <a:solidFill>
                  <a:srgbClr val="0000FF"/>
                </a:solidFill>
                <a:latin typeface="楷体_GB2312" pitchFamily="49" charset="-122"/>
                <a:ea typeface="楷体_GB2312" pitchFamily="49" charset="-122"/>
              </a:rPr>
              <a:t>1</a:t>
            </a:r>
            <a:r>
              <a:rPr lang="zh-CN" altLang="en-US" sz="2800" b="1" dirty="0">
                <a:solidFill>
                  <a:srgbClr val="0000FF"/>
                </a:solidFill>
                <a:latin typeface="楷体_GB2312" pitchFamily="49" charset="-122"/>
                <a:ea typeface="楷体_GB2312" pitchFamily="49" charset="-122"/>
              </a:rPr>
              <a:t>）</a:t>
            </a:r>
            <a:r>
              <a:rPr lang="en-US" altLang="zh-CN" sz="2800" b="1" dirty="0">
                <a:solidFill>
                  <a:srgbClr val="3333FF"/>
                </a:solidFill>
                <a:latin typeface="Arial" panose="020B0604020202020204" pitchFamily="34" charset="0"/>
                <a:ea typeface="楷体_GB2312" pitchFamily="49" charset="-122"/>
              </a:rPr>
              <a:t>CUMCM2001-A:</a:t>
            </a:r>
            <a:r>
              <a:rPr lang="zh-CN" altLang="en-US" sz="2800" b="1" dirty="0">
                <a:solidFill>
                  <a:srgbClr val="3333FF"/>
                </a:solidFill>
                <a:latin typeface="Arial" panose="020B0604020202020204" pitchFamily="34" charset="0"/>
                <a:ea typeface="楷体_GB2312" pitchFamily="49" charset="-122"/>
              </a:rPr>
              <a:t>血管的三维重建问题；</a:t>
            </a:r>
            <a:endParaRPr lang="zh-CN" altLang="en-US" sz="2800" b="1" dirty="0">
              <a:solidFill>
                <a:srgbClr val="3333FF"/>
              </a:solidFill>
              <a:latin typeface="Arial" panose="020B0604020202020204" pitchFamily="34" charset="0"/>
              <a:ea typeface="楷体_GB2312" pitchFamily="49" charset="-122"/>
            </a:endParaRPr>
          </a:p>
          <a:p>
            <a:pPr marL="342900" indent="-342900">
              <a:spcBef>
                <a:spcPct val="20000"/>
              </a:spcBef>
              <a:buClr>
                <a:schemeClr val="bg2"/>
              </a:buClr>
              <a:buFont typeface="Monotype Sorts" pitchFamily="2" charset="2"/>
              <a:buNone/>
            </a:pPr>
            <a:r>
              <a:rPr lang="zh-CN" altLang="en-US" sz="2800" b="1" dirty="0">
                <a:solidFill>
                  <a:srgbClr val="0000FF"/>
                </a:solidFill>
                <a:latin typeface="Arial" panose="020B0604020202020204" pitchFamily="34" charset="0"/>
                <a:ea typeface="楷体_GB2312" pitchFamily="49" charset="-122"/>
              </a:rPr>
              <a:t>（</a:t>
            </a:r>
            <a:r>
              <a:rPr lang="en-US" altLang="zh-CN" sz="2800" b="1" dirty="0">
                <a:solidFill>
                  <a:srgbClr val="0000FF"/>
                </a:solidFill>
                <a:latin typeface="Arial" panose="020B0604020202020204" pitchFamily="34" charset="0"/>
                <a:ea typeface="楷体_GB2312" pitchFamily="49" charset="-122"/>
              </a:rPr>
              <a:t>2</a:t>
            </a:r>
            <a:r>
              <a:rPr lang="zh-CN" altLang="en-US" sz="2800" b="1" dirty="0">
                <a:solidFill>
                  <a:srgbClr val="0000FF"/>
                </a:solidFill>
                <a:latin typeface="Arial" panose="020B0604020202020204" pitchFamily="34" charset="0"/>
                <a:ea typeface="楷体_GB2312" pitchFamily="49" charset="-122"/>
              </a:rPr>
              <a:t>）</a:t>
            </a:r>
            <a:r>
              <a:rPr lang="en-US" altLang="zh-CN" sz="2800" b="1" dirty="0">
                <a:solidFill>
                  <a:srgbClr val="3333FF"/>
                </a:solidFill>
                <a:latin typeface="Arial" panose="020B0604020202020204" pitchFamily="34" charset="0"/>
                <a:ea typeface="楷体_GB2312" pitchFamily="49" charset="-122"/>
              </a:rPr>
              <a:t>CUMCM2003-A:SARS</a:t>
            </a:r>
            <a:r>
              <a:rPr lang="zh-CN" altLang="en-US" sz="2800" b="1" dirty="0">
                <a:solidFill>
                  <a:srgbClr val="3333FF"/>
                </a:solidFill>
                <a:latin typeface="Arial" panose="020B0604020202020204" pitchFamily="34" charset="0"/>
                <a:ea typeface="楷体_GB2312" pitchFamily="49" charset="-122"/>
              </a:rPr>
              <a:t>的传播问题；</a:t>
            </a:r>
            <a:endParaRPr lang="zh-CN" altLang="en-US" sz="2800" b="1" dirty="0">
              <a:solidFill>
                <a:srgbClr val="3333FF"/>
              </a:solidFill>
              <a:latin typeface="Arial" panose="020B0604020202020204" pitchFamily="34" charset="0"/>
              <a:ea typeface="楷体_GB2312" pitchFamily="49" charset="-122"/>
            </a:endParaRPr>
          </a:p>
          <a:p>
            <a:pPr marL="342900" indent="-342900">
              <a:spcBef>
                <a:spcPct val="20000"/>
              </a:spcBef>
              <a:buClr>
                <a:schemeClr val="bg2"/>
              </a:buClr>
              <a:buFont typeface="Monotype Sorts" pitchFamily="2" charset="2"/>
              <a:buNone/>
            </a:pPr>
            <a:r>
              <a:rPr lang="zh-CN" altLang="en-US" sz="2800" b="1" dirty="0">
                <a:solidFill>
                  <a:srgbClr val="0000FF"/>
                </a:solidFill>
                <a:latin typeface="楷体_GB2312" pitchFamily="49" charset="-122"/>
                <a:ea typeface="楷体_GB2312" pitchFamily="49" charset="-122"/>
              </a:rPr>
              <a:t>（</a:t>
            </a:r>
            <a:r>
              <a:rPr lang="en-US" altLang="zh-CN" sz="2800" b="1">
                <a:solidFill>
                  <a:srgbClr val="0000FF"/>
                </a:solidFill>
                <a:latin typeface="Arial" panose="020B0604020202020204" pitchFamily="34" charset="0"/>
                <a:ea typeface="楷体_GB2312" pitchFamily="49" charset="-122"/>
              </a:rPr>
              <a:t>3</a:t>
            </a:r>
            <a:r>
              <a:rPr lang="zh-CN" altLang="en-US" sz="2800" b="1" dirty="0">
                <a:solidFill>
                  <a:srgbClr val="0000FF"/>
                </a:solidFill>
                <a:latin typeface="楷体_GB2312" pitchFamily="49" charset="-122"/>
                <a:ea typeface="楷体_GB2312" pitchFamily="49" charset="-122"/>
              </a:rPr>
              <a:t>）</a:t>
            </a:r>
            <a:r>
              <a:rPr lang="en-US" altLang="zh-CN" sz="2800" b="1" dirty="0">
                <a:solidFill>
                  <a:srgbClr val="3333FF"/>
                </a:solidFill>
                <a:latin typeface="Arial" panose="020B0604020202020204" pitchFamily="34" charset="0"/>
                <a:ea typeface="楷体_GB2312" pitchFamily="49" charset="-122"/>
              </a:rPr>
              <a:t>CUMCM2005-A:</a:t>
            </a:r>
            <a:r>
              <a:rPr lang="zh-CN" altLang="en-US" sz="2800" b="1" dirty="0">
                <a:solidFill>
                  <a:srgbClr val="3333FF"/>
                </a:solidFill>
                <a:latin typeface="Arial" panose="020B0604020202020204" pitchFamily="34" charset="0"/>
                <a:ea typeface="楷体_GB2312" pitchFamily="49" charset="-122"/>
              </a:rPr>
              <a:t>长江水质的评价与预测；</a:t>
            </a:r>
            <a:endParaRPr lang="zh-CN" altLang="en-US" sz="2800" b="1" dirty="0">
              <a:solidFill>
                <a:srgbClr val="3333FF"/>
              </a:solidFill>
              <a:latin typeface="Arial" panose="020B0604020202020204" pitchFamily="34" charset="0"/>
              <a:ea typeface="楷体_GB2312" pitchFamily="49" charset="-122"/>
            </a:endParaRPr>
          </a:p>
          <a:p>
            <a:pPr marL="342900" indent="-342900">
              <a:spcBef>
                <a:spcPct val="20000"/>
              </a:spcBef>
              <a:buClr>
                <a:schemeClr val="bg2"/>
              </a:buClr>
              <a:buFont typeface="Monotype Sorts" pitchFamily="2" charset="2"/>
              <a:buNone/>
            </a:pPr>
            <a:r>
              <a:rPr lang="zh-CN" altLang="en-US" sz="2800" b="1" dirty="0">
                <a:solidFill>
                  <a:srgbClr val="3333FF"/>
                </a:solidFill>
                <a:latin typeface="Arial" panose="020B0604020202020204" pitchFamily="34" charset="0"/>
                <a:ea typeface="楷体_GB2312" pitchFamily="49" charset="-122"/>
              </a:rPr>
              <a:t>（</a:t>
            </a:r>
            <a:r>
              <a:rPr lang="en-US" altLang="zh-CN" sz="2800" b="1" dirty="0">
                <a:solidFill>
                  <a:srgbClr val="3333FF"/>
                </a:solidFill>
                <a:latin typeface="Arial" panose="020B0604020202020204" pitchFamily="34" charset="0"/>
                <a:ea typeface="楷体_GB2312" pitchFamily="49" charset="-122"/>
              </a:rPr>
              <a:t>4</a:t>
            </a:r>
            <a:r>
              <a:rPr lang="zh-CN" altLang="en-US" sz="2800" b="1" dirty="0">
                <a:solidFill>
                  <a:srgbClr val="3333FF"/>
                </a:solidFill>
                <a:latin typeface="Arial" panose="020B0604020202020204" pitchFamily="34" charset="0"/>
                <a:ea typeface="楷体_GB2312" pitchFamily="49" charset="-122"/>
              </a:rPr>
              <a:t>）</a:t>
            </a:r>
            <a:r>
              <a:rPr lang="en-US" altLang="zh-CN" sz="2800" b="1" dirty="0">
                <a:solidFill>
                  <a:srgbClr val="3333FF"/>
                </a:solidFill>
                <a:latin typeface="Arial" panose="020B0604020202020204" pitchFamily="34" charset="0"/>
                <a:ea typeface="楷体_GB2312" pitchFamily="49" charset="-122"/>
              </a:rPr>
              <a:t>CUMCM2006-B:</a:t>
            </a:r>
            <a:r>
              <a:rPr lang="zh-CN" altLang="en-US" sz="2800" b="1" dirty="0">
                <a:solidFill>
                  <a:srgbClr val="3333FF"/>
                </a:solidFill>
                <a:latin typeface="Arial" panose="020B0604020202020204" pitchFamily="34" charset="0"/>
                <a:ea typeface="楷体_GB2312" pitchFamily="49" charset="-122"/>
              </a:rPr>
              <a:t>艾滋病疗法的评价与预测。</a:t>
            </a:r>
            <a:endParaRPr lang="zh-CN" altLang="en-US" sz="2800" b="1" dirty="0">
              <a:solidFill>
                <a:srgbClr val="3333FF"/>
              </a:solidFill>
              <a:latin typeface="Arial" panose="020B0604020202020204" pitchFamily="34" charset="0"/>
              <a:ea typeface="楷体_GB2312" pitchFamily="49" charset="-122"/>
            </a:endParaRPr>
          </a:p>
        </p:txBody>
      </p:sp>
      <p:sp>
        <p:nvSpPr>
          <p:cNvPr id="68618" name="矩形 68617"/>
          <p:cNvSpPr/>
          <p:nvPr/>
        </p:nvSpPr>
        <p:spPr>
          <a:xfrm>
            <a:off x="762000" y="2093595"/>
            <a:ext cx="6011863" cy="519113"/>
          </a:xfrm>
          <a:prstGeom prst="rect">
            <a:avLst/>
          </a:prstGeom>
          <a:noFill/>
          <a:ln w="9525">
            <a:noFill/>
          </a:ln>
        </p:spPr>
        <p:txBody>
          <a:bodyPr wrap="none" anchor="t">
            <a:spAutoFit/>
          </a:bodyPr>
          <a:p>
            <a:r>
              <a:rPr lang="en-US" altLang="zh-CN" sz="2800" b="1" dirty="0">
                <a:solidFill>
                  <a:srgbClr val="FF0066"/>
                </a:solidFill>
                <a:latin typeface="Arial" panose="020B0604020202020204" pitchFamily="34" charset="0"/>
              </a:rPr>
              <a:t>1.  </a:t>
            </a:r>
            <a:r>
              <a:rPr lang="zh-CN" altLang="en-US" sz="2800" b="1" dirty="0">
                <a:solidFill>
                  <a:srgbClr val="FF0066"/>
                </a:solidFill>
                <a:latin typeface="Arial" panose="020B0604020202020204" pitchFamily="34" charset="0"/>
              </a:rPr>
              <a:t>插值与拟合方法：小样本内部预测</a:t>
            </a:r>
            <a:endParaRPr lang="zh-CN" altLang="en-US" sz="2800" b="1" dirty="0">
              <a:solidFill>
                <a:srgbClr val="FF0066"/>
              </a:solidFill>
              <a:latin typeface="Arial" panose="020B0604020202020204" pitchFamily="34" charset="0"/>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8617">
                                            <p:txEl>
                                              <p:charRg st="0" end="6"/>
                                            </p:txEl>
                                          </p:spTgt>
                                        </p:tgtEl>
                                        <p:attrNameLst>
                                          <p:attrName>style.visibility</p:attrName>
                                        </p:attrNameLst>
                                      </p:cBhvr>
                                      <p:to>
                                        <p:strVal val="visible"/>
                                      </p:to>
                                    </p:set>
                                    <p:animEffect transition="in" filter="wipe(down)">
                                      <p:cBhvr>
                                        <p:cTn id="7" dur="500"/>
                                        <p:tgtEl>
                                          <p:spTgt spid="68617">
                                            <p:txEl>
                                              <p:charRg st="0"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8617">
                                            <p:txEl>
                                              <p:charRg st="6" end="32"/>
                                            </p:txEl>
                                          </p:spTgt>
                                        </p:tgtEl>
                                        <p:attrNameLst>
                                          <p:attrName>style.visibility</p:attrName>
                                        </p:attrNameLst>
                                      </p:cBhvr>
                                      <p:to>
                                        <p:strVal val="visible"/>
                                      </p:to>
                                    </p:set>
                                    <p:animEffect transition="in" filter="wipe(down)">
                                      <p:cBhvr>
                                        <p:cTn id="12" dur="500"/>
                                        <p:tgtEl>
                                          <p:spTgt spid="68617">
                                            <p:txEl>
                                              <p:charRg st="6" end="3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8617">
                                            <p:txEl>
                                              <p:charRg st="32" end="58"/>
                                            </p:txEl>
                                          </p:spTgt>
                                        </p:tgtEl>
                                        <p:attrNameLst>
                                          <p:attrName>style.visibility</p:attrName>
                                        </p:attrNameLst>
                                      </p:cBhvr>
                                      <p:to>
                                        <p:strVal val="visible"/>
                                      </p:to>
                                    </p:set>
                                    <p:animEffect transition="in" filter="wipe(down)">
                                      <p:cBhvr>
                                        <p:cTn id="17" dur="500"/>
                                        <p:tgtEl>
                                          <p:spTgt spid="68617">
                                            <p:txEl>
                                              <p:charRg st="32" end="5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8617">
                                            <p:txEl>
                                              <p:charRg st="58" end="85"/>
                                            </p:txEl>
                                          </p:spTgt>
                                        </p:tgtEl>
                                        <p:attrNameLst>
                                          <p:attrName>style.visibility</p:attrName>
                                        </p:attrNameLst>
                                      </p:cBhvr>
                                      <p:to>
                                        <p:strVal val="visible"/>
                                      </p:to>
                                    </p:set>
                                    <p:animEffect transition="in" filter="wipe(down)">
                                      <p:cBhvr>
                                        <p:cTn id="22" dur="500"/>
                                        <p:tgtEl>
                                          <p:spTgt spid="68617">
                                            <p:txEl>
                                              <p:charRg st="58" end="8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8617">
                                            <p:txEl>
                                              <p:charRg st="85" end="113"/>
                                            </p:txEl>
                                          </p:spTgt>
                                        </p:tgtEl>
                                        <p:attrNameLst>
                                          <p:attrName>style.visibility</p:attrName>
                                        </p:attrNameLst>
                                      </p:cBhvr>
                                      <p:to>
                                        <p:strVal val="visible"/>
                                      </p:to>
                                    </p:set>
                                    <p:animEffect transition="in" filter="wipe(down)">
                                      <p:cBhvr>
                                        <p:cTn id="27" dur="500"/>
                                        <p:tgtEl>
                                          <p:spTgt spid="68617">
                                            <p:txEl>
                                              <p:charRg st="85" end="1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7"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2" name="文本框 71681"/>
          <p:cNvSpPr txBox="1"/>
          <p:nvPr/>
        </p:nvSpPr>
        <p:spPr>
          <a:xfrm>
            <a:off x="861695" y="2582545"/>
            <a:ext cx="8207375" cy="3400425"/>
          </a:xfrm>
          <a:prstGeom prst="rect">
            <a:avLst/>
          </a:prstGeom>
          <a:noFill/>
          <a:ln w="9525">
            <a:noFill/>
          </a:ln>
        </p:spPr>
        <p:txBody>
          <a:bodyPr>
            <a:spAutoFit/>
          </a:bodyPr>
          <a:p>
            <a:pPr marL="342900" indent="-342900">
              <a:spcBef>
                <a:spcPct val="20000"/>
              </a:spcBef>
              <a:buClr>
                <a:schemeClr val="bg2"/>
              </a:buClr>
              <a:buFont typeface="Monotype Sorts" pitchFamily="2" charset="2"/>
              <a:buNone/>
            </a:pPr>
            <a:r>
              <a:rPr lang="zh-CN" altLang="en-US" sz="3200" b="1" dirty="0">
                <a:solidFill>
                  <a:srgbClr val="0000FF"/>
                </a:solidFill>
                <a:latin typeface="楷体_GB2312" pitchFamily="49" charset="-122"/>
                <a:ea typeface="楷体_GB2312" pitchFamily="49" charset="-122"/>
              </a:rPr>
              <a:t>应用案例：</a:t>
            </a:r>
            <a:endParaRPr lang="zh-CN" altLang="en-US" sz="3200" b="1" dirty="0">
              <a:solidFill>
                <a:srgbClr val="0000FF"/>
              </a:solidFill>
              <a:latin typeface="楷体_GB2312" pitchFamily="49" charset="-122"/>
              <a:ea typeface="楷体_GB2312" pitchFamily="49" charset="-122"/>
            </a:endParaRPr>
          </a:p>
          <a:p>
            <a:pPr marL="342900" indent="-342900">
              <a:spcAft>
                <a:spcPct val="40000"/>
              </a:spcAft>
            </a:pPr>
            <a:r>
              <a:rPr lang="zh-CN" altLang="en-US" sz="2800" b="1" dirty="0">
                <a:solidFill>
                  <a:srgbClr val="0000FF"/>
                </a:solidFill>
                <a:latin typeface="Arial" panose="020B0604020202020204" pitchFamily="34" charset="0"/>
                <a:ea typeface="楷体_GB2312" pitchFamily="49" charset="-122"/>
              </a:rPr>
              <a:t>（</a:t>
            </a:r>
            <a:r>
              <a:rPr lang="en-US" altLang="zh-CN" sz="2800" b="1" dirty="0">
                <a:solidFill>
                  <a:srgbClr val="0000FF"/>
                </a:solidFill>
                <a:latin typeface="Arial" panose="020B0604020202020204" pitchFamily="34" charset="0"/>
                <a:ea typeface="楷体_GB2312" pitchFamily="49" charset="-122"/>
              </a:rPr>
              <a:t>1</a:t>
            </a:r>
            <a:r>
              <a:rPr lang="zh-CN" altLang="en-US" sz="2800" b="1" dirty="0">
                <a:solidFill>
                  <a:srgbClr val="0000FF"/>
                </a:solidFill>
                <a:latin typeface="Arial" panose="020B0604020202020204" pitchFamily="34" charset="0"/>
                <a:ea typeface="楷体_GB2312" pitchFamily="49" charset="-122"/>
              </a:rPr>
              <a:t>）</a:t>
            </a:r>
            <a:r>
              <a:rPr lang="en-US" altLang="zh-CN" sz="2800" b="1" dirty="0">
                <a:solidFill>
                  <a:srgbClr val="3333FF"/>
                </a:solidFill>
                <a:latin typeface="Arial" panose="020B0604020202020204" pitchFamily="34" charset="0"/>
                <a:ea typeface="楷体_GB2312" pitchFamily="49" charset="-122"/>
              </a:rPr>
              <a:t>CUMCM2004-A:</a:t>
            </a:r>
            <a:r>
              <a:rPr lang="zh-CN" altLang="en-US" sz="2800" b="1" dirty="0">
                <a:solidFill>
                  <a:srgbClr val="3333FF"/>
                </a:solidFill>
                <a:latin typeface="Arial" panose="020B0604020202020204" pitchFamily="34" charset="0"/>
                <a:ea typeface="楷体_GB2312" pitchFamily="49" charset="-122"/>
              </a:rPr>
              <a:t>奥运临时超市网点设计；</a:t>
            </a:r>
            <a:endParaRPr lang="zh-CN" altLang="en-US" sz="2800" b="1" dirty="0">
              <a:solidFill>
                <a:srgbClr val="3333FF"/>
              </a:solidFill>
              <a:latin typeface="Arial" panose="020B0604020202020204" pitchFamily="34" charset="0"/>
              <a:ea typeface="楷体_GB2312" pitchFamily="49" charset="-122"/>
            </a:endParaRPr>
          </a:p>
          <a:p>
            <a:pPr marL="342900" indent="-342900">
              <a:spcAft>
                <a:spcPct val="40000"/>
              </a:spcAft>
            </a:pPr>
            <a:r>
              <a:rPr lang="zh-CN" altLang="en-US" sz="2800" b="1" dirty="0">
                <a:solidFill>
                  <a:srgbClr val="0000FF"/>
                </a:solidFill>
                <a:latin typeface="Arial" panose="020B0604020202020204" pitchFamily="34" charset="0"/>
                <a:ea typeface="楷体_GB2312" pitchFamily="49" charset="-122"/>
              </a:rPr>
              <a:t>（</a:t>
            </a:r>
            <a:r>
              <a:rPr lang="en-US" altLang="zh-CN" sz="2800" b="1" dirty="0">
                <a:solidFill>
                  <a:srgbClr val="0000FF"/>
                </a:solidFill>
                <a:latin typeface="Arial" panose="020B0604020202020204" pitchFamily="34" charset="0"/>
                <a:ea typeface="楷体_GB2312" pitchFamily="49" charset="-122"/>
              </a:rPr>
              <a:t>2</a:t>
            </a:r>
            <a:r>
              <a:rPr lang="zh-CN" altLang="en-US" sz="2800" b="1" dirty="0">
                <a:solidFill>
                  <a:srgbClr val="0000FF"/>
                </a:solidFill>
                <a:latin typeface="Arial" panose="020B0604020202020204" pitchFamily="34" charset="0"/>
                <a:ea typeface="楷体_GB2312" pitchFamily="49" charset="-122"/>
              </a:rPr>
              <a:t>）</a:t>
            </a:r>
            <a:r>
              <a:rPr lang="en-US" altLang="zh-CN" sz="2800" b="1" dirty="0">
                <a:solidFill>
                  <a:srgbClr val="3333FF"/>
                </a:solidFill>
                <a:latin typeface="Arial" panose="020B0604020202020204" pitchFamily="34" charset="0"/>
                <a:ea typeface="楷体_GB2312" pitchFamily="49" charset="-122"/>
              </a:rPr>
              <a:t>CUMCM2004-B:</a:t>
            </a:r>
            <a:r>
              <a:rPr lang="zh-CN" altLang="en-US" sz="2800" b="1" dirty="0">
                <a:solidFill>
                  <a:srgbClr val="3333FF"/>
                </a:solidFill>
                <a:latin typeface="Arial" panose="020B0604020202020204" pitchFamily="34" charset="0"/>
                <a:ea typeface="楷体_GB2312" pitchFamily="49" charset="-122"/>
              </a:rPr>
              <a:t>电力市场的输电阻塞管理；</a:t>
            </a:r>
            <a:endParaRPr lang="zh-CN" altLang="en-US" sz="2800" b="1" dirty="0">
              <a:solidFill>
                <a:srgbClr val="3333FF"/>
              </a:solidFill>
              <a:latin typeface="Arial" panose="020B0604020202020204" pitchFamily="34" charset="0"/>
              <a:ea typeface="楷体_GB2312" pitchFamily="49" charset="-122"/>
            </a:endParaRPr>
          </a:p>
          <a:p>
            <a:pPr marL="342900" indent="-342900">
              <a:spcAft>
                <a:spcPct val="40000"/>
              </a:spcAft>
            </a:pPr>
            <a:r>
              <a:rPr lang="zh-CN" altLang="en-US" sz="2800" b="1" dirty="0">
                <a:solidFill>
                  <a:srgbClr val="0000FF"/>
                </a:solidFill>
                <a:latin typeface="Arial" panose="020B0604020202020204" pitchFamily="34" charset="0"/>
                <a:ea typeface="楷体_GB2312" pitchFamily="49" charset="-122"/>
              </a:rPr>
              <a:t>（</a:t>
            </a:r>
            <a:r>
              <a:rPr lang="en-US" altLang="zh-CN" sz="2800" b="1" dirty="0">
                <a:solidFill>
                  <a:srgbClr val="0000FF"/>
                </a:solidFill>
                <a:latin typeface="Arial" panose="020B0604020202020204" pitchFamily="34" charset="0"/>
                <a:ea typeface="楷体_GB2312" pitchFamily="49" charset="-122"/>
              </a:rPr>
              <a:t>3</a:t>
            </a:r>
            <a:r>
              <a:rPr lang="zh-CN" altLang="en-US" sz="2800" b="1" dirty="0">
                <a:solidFill>
                  <a:srgbClr val="0000FF"/>
                </a:solidFill>
                <a:latin typeface="Arial" panose="020B0604020202020204" pitchFamily="34" charset="0"/>
                <a:ea typeface="楷体_GB2312" pitchFamily="49" charset="-122"/>
              </a:rPr>
              <a:t>）</a:t>
            </a:r>
            <a:r>
              <a:rPr lang="en-US" altLang="zh-CN" sz="2800" b="1" dirty="0">
                <a:solidFill>
                  <a:srgbClr val="3333FF"/>
                </a:solidFill>
                <a:latin typeface="Arial" panose="020B0604020202020204" pitchFamily="34" charset="0"/>
                <a:ea typeface="楷体_GB2312" pitchFamily="49" charset="-122"/>
              </a:rPr>
              <a:t>CUMCM2005-A:</a:t>
            </a:r>
            <a:r>
              <a:rPr lang="zh-CN" altLang="en-US" sz="2800" b="1" dirty="0">
                <a:solidFill>
                  <a:srgbClr val="3333FF"/>
                </a:solidFill>
                <a:latin typeface="Arial" panose="020B0604020202020204" pitchFamily="34" charset="0"/>
                <a:ea typeface="楷体_GB2312" pitchFamily="49" charset="-122"/>
              </a:rPr>
              <a:t>长江水质的评价与预测；</a:t>
            </a:r>
            <a:endParaRPr lang="zh-CN" altLang="en-US" sz="2800" b="1" dirty="0">
              <a:solidFill>
                <a:srgbClr val="3333FF"/>
              </a:solidFill>
              <a:latin typeface="Arial" panose="020B0604020202020204" pitchFamily="34" charset="0"/>
              <a:ea typeface="楷体_GB2312" pitchFamily="49" charset="-122"/>
            </a:endParaRPr>
          </a:p>
          <a:p>
            <a:pPr marL="342900" indent="-342900">
              <a:spcAft>
                <a:spcPct val="40000"/>
              </a:spcAft>
            </a:pPr>
            <a:r>
              <a:rPr lang="zh-CN" altLang="en-US" sz="2800" b="1" dirty="0">
                <a:solidFill>
                  <a:srgbClr val="3333FF"/>
                </a:solidFill>
                <a:latin typeface="Arial" panose="020B0604020202020204" pitchFamily="34" charset="0"/>
                <a:ea typeface="楷体_GB2312" pitchFamily="49" charset="-122"/>
              </a:rPr>
              <a:t>（</a:t>
            </a:r>
            <a:r>
              <a:rPr lang="en-US" altLang="zh-CN" sz="2800" b="1" dirty="0">
                <a:solidFill>
                  <a:srgbClr val="3333FF"/>
                </a:solidFill>
                <a:latin typeface="Arial" panose="020B0604020202020204" pitchFamily="34" charset="0"/>
                <a:ea typeface="楷体_GB2312" pitchFamily="49" charset="-122"/>
              </a:rPr>
              <a:t>4</a:t>
            </a:r>
            <a:r>
              <a:rPr lang="zh-CN" altLang="en-US" sz="2800" b="1" dirty="0">
                <a:solidFill>
                  <a:srgbClr val="3333FF"/>
                </a:solidFill>
                <a:latin typeface="Arial" panose="020B0604020202020204" pitchFamily="34" charset="0"/>
                <a:ea typeface="楷体_GB2312" pitchFamily="49" charset="-122"/>
              </a:rPr>
              <a:t>）</a:t>
            </a:r>
            <a:r>
              <a:rPr lang="en-US" altLang="zh-CN" sz="2800" b="1" dirty="0">
                <a:solidFill>
                  <a:srgbClr val="3333FF"/>
                </a:solidFill>
                <a:latin typeface="Arial" panose="020B0604020202020204" pitchFamily="34" charset="0"/>
                <a:ea typeface="楷体_GB2312" pitchFamily="49" charset="-122"/>
              </a:rPr>
              <a:t>CUMCM2006-B:</a:t>
            </a:r>
            <a:r>
              <a:rPr lang="zh-CN" altLang="en-US" sz="2800" b="1" dirty="0">
                <a:solidFill>
                  <a:srgbClr val="3333FF"/>
                </a:solidFill>
                <a:latin typeface="Arial" panose="020B0604020202020204" pitchFamily="34" charset="0"/>
                <a:ea typeface="楷体_GB2312" pitchFamily="49" charset="-122"/>
              </a:rPr>
              <a:t>艾滋病疗法的评价与预测；</a:t>
            </a:r>
            <a:endParaRPr lang="zh-CN" altLang="en-US" sz="2800" b="1" dirty="0">
              <a:solidFill>
                <a:srgbClr val="3333FF"/>
              </a:solidFill>
              <a:latin typeface="Arial" panose="020B0604020202020204" pitchFamily="34" charset="0"/>
              <a:ea typeface="楷体_GB2312" pitchFamily="49" charset="-122"/>
            </a:endParaRPr>
          </a:p>
          <a:p>
            <a:pPr marL="342900" indent="-342900">
              <a:spcAft>
                <a:spcPct val="40000"/>
              </a:spcAft>
            </a:pPr>
            <a:r>
              <a:rPr lang="zh-CN" altLang="en-US" sz="2800" b="1" dirty="0">
                <a:solidFill>
                  <a:srgbClr val="3333FF"/>
                </a:solidFill>
                <a:latin typeface="Arial" panose="020B0604020202020204" pitchFamily="34" charset="0"/>
                <a:ea typeface="楷体_GB2312" pitchFamily="49" charset="-122"/>
              </a:rPr>
              <a:t>（</a:t>
            </a:r>
            <a:r>
              <a:rPr lang="en-US" altLang="zh-CN" sz="2800" b="1" dirty="0">
                <a:solidFill>
                  <a:srgbClr val="3333FF"/>
                </a:solidFill>
                <a:latin typeface="Arial" panose="020B0604020202020204" pitchFamily="34" charset="0"/>
                <a:ea typeface="楷体_GB2312" pitchFamily="49" charset="-122"/>
              </a:rPr>
              <a:t>5</a:t>
            </a:r>
            <a:r>
              <a:rPr lang="zh-CN" altLang="en-US" sz="2800" b="1" dirty="0">
                <a:solidFill>
                  <a:srgbClr val="3333FF"/>
                </a:solidFill>
                <a:latin typeface="Arial" panose="020B0604020202020204" pitchFamily="34" charset="0"/>
                <a:ea typeface="楷体_GB2312" pitchFamily="49" charset="-122"/>
              </a:rPr>
              <a:t>）</a:t>
            </a:r>
            <a:r>
              <a:rPr lang="en-US" altLang="zh-CN" sz="2800" b="1" dirty="0">
                <a:solidFill>
                  <a:srgbClr val="3333FF"/>
                </a:solidFill>
                <a:latin typeface="Arial" panose="020B0604020202020204" pitchFamily="34" charset="0"/>
                <a:ea typeface="楷体_GB2312" pitchFamily="49" charset="-122"/>
              </a:rPr>
              <a:t>CUMCM2008-B:</a:t>
            </a:r>
            <a:r>
              <a:rPr lang="zh-CN" altLang="en-US" sz="2800" b="1" dirty="0">
                <a:solidFill>
                  <a:srgbClr val="3333FF"/>
                </a:solidFill>
                <a:latin typeface="Arial" panose="020B0604020202020204" pitchFamily="34" charset="0"/>
                <a:ea typeface="楷体_GB2312" pitchFamily="49" charset="-122"/>
              </a:rPr>
              <a:t>高校学费标准探讨问题。</a:t>
            </a:r>
            <a:endParaRPr lang="zh-CN" altLang="en-US" sz="3200" b="1" dirty="0">
              <a:solidFill>
                <a:srgbClr val="0000FF"/>
              </a:solidFill>
              <a:latin typeface="楷体_GB2312" pitchFamily="49" charset="-122"/>
              <a:ea typeface="楷体_GB2312" pitchFamily="49" charset="-122"/>
            </a:endParaRPr>
          </a:p>
        </p:txBody>
      </p:sp>
      <p:sp>
        <p:nvSpPr>
          <p:cNvPr id="71683" name="矩形 71682"/>
          <p:cNvSpPr/>
          <p:nvPr/>
        </p:nvSpPr>
        <p:spPr>
          <a:xfrm>
            <a:off x="935990" y="1974850"/>
            <a:ext cx="5815013" cy="519113"/>
          </a:xfrm>
          <a:prstGeom prst="rect">
            <a:avLst/>
          </a:prstGeom>
          <a:noFill/>
          <a:ln w="9525">
            <a:noFill/>
          </a:ln>
        </p:spPr>
        <p:txBody>
          <a:bodyPr wrap="none" anchor="t">
            <a:spAutoFit/>
          </a:bodyPr>
          <a:p>
            <a:r>
              <a:rPr lang="en-US" altLang="zh-CN" sz="2800" b="1" dirty="0">
                <a:solidFill>
                  <a:srgbClr val="FF0066"/>
                </a:solidFill>
                <a:latin typeface="Arial" panose="020B0604020202020204" pitchFamily="34" charset="0"/>
              </a:rPr>
              <a:t>2.</a:t>
            </a:r>
            <a:r>
              <a:rPr lang="zh-CN" altLang="en-US" sz="2800" b="1" dirty="0">
                <a:solidFill>
                  <a:srgbClr val="FF0066"/>
                </a:solidFill>
                <a:latin typeface="Arial" panose="020B0604020202020204" pitchFamily="34" charset="0"/>
              </a:rPr>
              <a:t>回归模型方法：大样本的内部预测</a:t>
            </a:r>
            <a:endParaRPr lang="zh-CN" altLang="en-US" sz="2800" b="1" dirty="0">
              <a:solidFill>
                <a:srgbClr val="FF0066"/>
              </a:solidFill>
              <a:latin typeface="Arial" panose="020B0604020202020204" pitchFamily="34" charset="0"/>
            </a:endParaRPr>
          </a:p>
        </p:txBody>
      </p:sp>
      <p:sp>
        <p:nvSpPr>
          <p:cNvPr id="68616" name="文本框 68615"/>
          <p:cNvSpPr txBox="1"/>
          <p:nvPr/>
        </p:nvSpPr>
        <p:spPr>
          <a:xfrm>
            <a:off x="1024890" y="1101090"/>
            <a:ext cx="5486400" cy="641350"/>
          </a:xfrm>
          <a:prstGeom prst="rect">
            <a:avLst/>
          </a:prstGeom>
          <a:noFill/>
          <a:ln w="9525">
            <a:noFill/>
          </a:ln>
        </p:spPr>
        <p:txBody>
          <a:bodyPr>
            <a:spAutoFit/>
          </a:bodyPr>
          <a:p>
            <a:pPr algn="ctr">
              <a:spcBef>
                <a:spcPct val="50000"/>
              </a:spcBef>
            </a:pPr>
            <a:r>
              <a:rPr lang="zh-CN" altLang="en-US" sz="3600" b="1" dirty="0">
                <a:latin typeface="Arial" panose="020B0604020202020204" pitchFamily="34" charset="0"/>
              </a:rPr>
              <a:t>数学建模中的预测方法</a:t>
            </a:r>
            <a:endParaRPr lang="zh-CN" altLang="en-US" sz="3600" b="1" dirty="0">
              <a:latin typeface="Arial" panose="020B0604020202020204" pitchFamily="34" charset="0"/>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1682">
                                            <p:txEl>
                                              <p:charRg st="0" end="6"/>
                                            </p:txEl>
                                          </p:spTgt>
                                        </p:tgtEl>
                                        <p:attrNameLst>
                                          <p:attrName>style.visibility</p:attrName>
                                        </p:attrNameLst>
                                      </p:cBhvr>
                                      <p:to>
                                        <p:strVal val="visible"/>
                                      </p:to>
                                    </p:set>
                                    <p:animEffect transition="in" filter="wipe(down)">
                                      <p:cBhvr>
                                        <p:cTn id="7" dur="500"/>
                                        <p:tgtEl>
                                          <p:spTgt spid="71682">
                                            <p:txEl>
                                              <p:charRg st="0"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1682">
                                            <p:txEl>
                                              <p:charRg st="6" end="33"/>
                                            </p:txEl>
                                          </p:spTgt>
                                        </p:tgtEl>
                                        <p:attrNameLst>
                                          <p:attrName>style.visibility</p:attrName>
                                        </p:attrNameLst>
                                      </p:cBhvr>
                                      <p:to>
                                        <p:strVal val="visible"/>
                                      </p:to>
                                    </p:set>
                                    <p:animEffect transition="in" filter="wipe(down)">
                                      <p:cBhvr>
                                        <p:cTn id="12" dur="500"/>
                                        <p:tgtEl>
                                          <p:spTgt spid="71682">
                                            <p:txEl>
                                              <p:charRg st="6" end="3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1682">
                                            <p:txEl>
                                              <p:charRg st="33" end="61"/>
                                            </p:txEl>
                                          </p:spTgt>
                                        </p:tgtEl>
                                        <p:attrNameLst>
                                          <p:attrName>style.visibility</p:attrName>
                                        </p:attrNameLst>
                                      </p:cBhvr>
                                      <p:to>
                                        <p:strVal val="visible"/>
                                      </p:to>
                                    </p:set>
                                    <p:animEffect transition="in" filter="wipe(down)">
                                      <p:cBhvr>
                                        <p:cTn id="17" dur="500"/>
                                        <p:tgtEl>
                                          <p:spTgt spid="71682">
                                            <p:txEl>
                                              <p:charRg st="33" end="6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1682">
                                            <p:txEl>
                                              <p:charRg st="61" end="88"/>
                                            </p:txEl>
                                          </p:spTgt>
                                        </p:tgtEl>
                                        <p:attrNameLst>
                                          <p:attrName>style.visibility</p:attrName>
                                        </p:attrNameLst>
                                      </p:cBhvr>
                                      <p:to>
                                        <p:strVal val="visible"/>
                                      </p:to>
                                    </p:set>
                                    <p:animEffect transition="in" filter="wipe(down)">
                                      <p:cBhvr>
                                        <p:cTn id="22" dur="500"/>
                                        <p:tgtEl>
                                          <p:spTgt spid="71682">
                                            <p:txEl>
                                              <p:charRg st="61" end="8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71682">
                                            <p:txEl>
                                              <p:charRg st="88" end="116"/>
                                            </p:txEl>
                                          </p:spTgt>
                                        </p:tgtEl>
                                        <p:attrNameLst>
                                          <p:attrName>style.visibility</p:attrName>
                                        </p:attrNameLst>
                                      </p:cBhvr>
                                      <p:to>
                                        <p:strVal val="visible"/>
                                      </p:to>
                                    </p:set>
                                    <p:animEffect transition="in" filter="wipe(down)">
                                      <p:cBhvr>
                                        <p:cTn id="27" dur="500"/>
                                        <p:tgtEl>
                                          <p:spTgt spid="71682">
                                            <p:txEl>
                                              <p:charRg st="88" end="11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1682">
                                            <p:txEl>
                                              <p:charRg st="116" end="143"/>
                                            </p:txEl>
                                          </p:spTgt>
                                        </p:tgtEl>
                                        <p:attrNameLst>
                                          <p:attrName>style.visibility</p:attrName>
                                        </p:attrNameLst>
                                      </p:cBhvr>
                                      <p:to>
                                        <p:strVal val="visible"/>
                                      </p:to>
                                    </p:set>
                                    <p:animEffect transition="in" filter="wipe(down)">
                                      <p:cBhvr>
                                        <p:cTn id="32" dur="500"/>
                                        <p:tgtEl>
                                          <p:spTgt spid="71682">
                                            <p:txEl>
                                              <p:charRg st="116" end="14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2"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9" name="矩形 70658"/>
          <p:cNvSpPr/>
          <p:nvPr/>
        </p:nvSpPr>
        <p:spPr>
          <a:xfrm>
            <a:off x="948690" y="2058035"/>
            <a:ext cx="6054725" cy="519113"/>
          </a:xfrm>
          <a:prstGeom prst="rect">
            <a:avLst/>
          </a:prstGeom>
          <a:noFill/>
          <a:ln w="9525">
            <a:noFill/>
          </a:ln>
        </p:spPr>
        <p:txBody>
          <a:bodyPr wrap="none" anchor="t">
            <a:spAutoFit/>
          </a:bodyPr>
          <a:p>
            <a:pPr>
              <a:spcBef>
                <a:spcPct val="20000"/>
              </a:spcBef>
              <a:buClr>
                <a:schemeClr val="bg2"/>
              </a:buClr>
              <a:buFont typeface="Monotype Sorts" pitchFamily="2" charset="2"/>
              <a:buNone/>
            </a:pPr>
            <a:r>
              <a:rPr lang="en-US" altLang="zh-CN" sz="2800" b="1" dirty="0">
                <a:solidFill>
                  <a:srgbClr val="FF0066"/>
                </a:solidFill>
                <a:latin typeface="Arial" panose="020B0604020202020204" pitchFamily="34" charset="0"/>
              </a:rPr>
              <a:t>3.</a:t>
            </a:r>
            <a:r>
              <a:rPr lang="zh-CN" altLang="en-US" sz="2800" b="1" dirty="0">
                <a:solidFill>
                  <a:srgbClr val="FF0066"/>
                </a:solidFill>
                <a:latin typeface="Arial" panose="020B0604020202020204" pitchFamily="34" charset="0"/>
              </a:rPr>
              <a:t>灰预测</a:t>
            </a:r>
            <a:r>
              <a:rPr lang="en-US" altLang="zh-CN" sz="2800" b="1" dirty="0">
                <a:solidFill>
                  <a:srgbClr val="FF0066"/>
                </a:solidFill>
                <a:latin typeface="Arial" panose="020B0604020202020204" pitchFamily="34" charset="0"/>
              </a:rPr>
              <a:t>GM(1,1)</a:t>
            </a:r>
            <a:r>
              <a:rPr lang="zh-CN" altLang="en-US" sz="2800" b="1" dirty="0">
                <a:solidFill>
                  <a:srgbClr val="FF0066"/>
                </a:solidFill>
                <a:latin typeface="Arial" panose="020B0604020202020204" pitchFamily="34" charset="0"/>
              </a:rPr>
              <a:t>：小样本的未来预测</a:t>
            </a:r>
            <a:endParaRPr lang="zh-CN" altLang="en-US" sz="2800" b="1" dirty="0">
              <a:solidFill>
                <a:srgbClr val="FF0066"/>
              </a:solidFill>
              <a:latin typeface="Arial" panose="020B0604020202020204" pitchFamily="34" charset="0"/>
            </a:endParaRPr>
          </a:p>
        </p:txBody>
      </p:sp>
      <p:sp>
        <p:nvSpPr>
          <p:cNvPr id="70660" name="矩形 70659"/>
          <p:cNvSpPr/>
          <p:nvPr/>
        </p:nvSpPr>
        <p:spPr>
          <a:xfrm>
            <a:off x="808355" y="2500630"/>
            <a:ext cx="8382000" cy="3298825"/>
          </a:xfrm>
          <a:prstGeom prst="rect">
            <a:avLst/>
          </a:prstGeom>
          <a:noFill/>
          <a:ln w="9525">
            <a:noFill/>
          </a:ln>
        </p:spPr>
        <p:txBody>
          <a:bodyPr>
            <a:spAutoFit/>
          </a:bodyPr>
          <a:p>
            <a:pPr>
              <a:lnSpc>
                <a:spcPct val="150000"/>
              </a:lnSpc>
            </a:pPr>
            <a:r>
              <a:rPr lang="zh-CN" altLang="en-US" sz="2800" b="1" dirty="0">
                <a:solidFill>
                  <a:srgbClr val="0000FF"/>
                </a:solidFill>
                <a:latin typeface="Arial" panose="020B0604020202020204" pitchFamily="34" charset="0"/>
              </a:rPr>
              <a:t>应用案例</a:t>
            </a:r>
            <a:endParaRPr lang="zh-CN" altLang="en-US" sz="2800" b="1" dirty="0">
              <a:solidFill>
                <a:srgbClr val="0000FF"/>
              </a:solidFill>
              <a:latin typeface="Arial" panose="020B0604020202020204" pitchFamily="34" charset="0"/>
            </a:endParaRPr>
          </a:p>
          <a:p>
            <a:pPr>
              <a:lnSpc>
                <a:spcPct val="150000"/>
              </a:lnSpc>
            </a:pPr>
            <a:r>
              <a:rPr lang="zh-CN" altLang="en-US" sz="2800" b="1" dirty="0">
                <a:solidFill>
                  <a:srgbClr val="0000FF"/>
                </a:solidFill>
                <a:latin typeface="Arial" panose="020B0604020202020204" pitchFamily="34" charset="0"/>
              </a:rPr>
              <a:t>（</a:t>
            </a:r>
            <a:r>
              <a:rPr lang="en-US" altLang="zh-CN" sz="2800" b="1" dirty="0">
                <a:solidFill>
                  <a:srgbClr val="0000FF"/>
                </a:solidFill>
                <a:latin typeface="Arial" panose="020B0604020202020204" pitchFamily="34" charset="0"/>
              </a:rPr>
              <a:t>1</a:t>
            </a:r>
            <a:r>
              <a:rPr lang="zh-CN" altLang="en-US" sz="2800" b="1" dirty="0">
                <a:solidFill>
                  <a:srgbClr val="0000FF"/>
                </a:solidFill>
                <a:latin typeface="Arial" panose="020B0604020202020204" pitchFamily="34" charset="0"/>
              </a:rPr>
              <a:t>）</a:t>
            </a:r>
            <a:r>
              <a:rPr lang="en-US" altLang="zh-CN" sz="2800" b="1" dirty="0">
                <a:solidFill>
                  <a:srgbClr val="3333FF"/>
                </a:solidFill>
                <a:latin typeface="Arial" panose="020B0604020202020204" pitchFamily="34" charset="0"/>
              </a:rPr>
              <a:t>CUMCM2003-A:SARS</a:t>
            </a:r>
            <a:r>
              <a:rPr lang="zh-CN" altLang="en-US" sz="2800" b="1" dirty="0">
                <a:solidFill>
                  <a:srgbClr val="3333FF"/>
                </a:solidFill>
                <a:latin typeface="Arial" panose="020B0604020202020204" pitchFamily="34" charset="0"/>
              </a:rPr>
              <a:t>的传播问题；</a:t>
            </a:r>
            <a:endParaRPr lang="zh-CN" altLang="en-US" sz="2800" b="1" dirty="0">
              <a:solidFill>
                <a:srgbClr val="0000FF"/>
              </a:solidFill>
              <a:latin typeface="Arial" panose="020B0604020202020204" pitchFamily="34" charset="0"/>
            </a:endParaRPr>
          </a:p>
          <a:p>
            <a:pPr>
              <a:lnSpc>
                <a:spcPct val="150000"/>
              </a:lnSpc>
            </a:pPr>
            <a:r>
              <a:rPr lang="zh-CN" altLang="en-US" sz="2800" b="1" dirty="0">
                <a:solidFill>
                  <a:srgbClr val="0000FF"/>
                </a:solidFill>
                <a:latin typeface="Arial" panose="020B0604020202020204" pitchFamily="34" charset="0"/>
              </a:rPr>
              <a:t>（</a:t>
            </a:r>
            <a:r>
              <a:rPr lang="en-US" altLang="zh-CN" sz="2800" b="1" dirty="0">
                <a:solidFill>
                  <a:srgbClr val="0000FF"/>
                </a:solidFill>
                <a:latin typeface="Arial" panose="020B0604020202020204" pitchFamily="34" charset="0"/>
              </a:rPr>
              <a:t>2</a:t>
            </a:r>
            <a:r>
              <a:rPr lang="zh-CN" altLang="en-US" sz="2800" b="1" dirty="0">
                <a:solidFill>
                  <a:srgbClr val="0000FF"/>
                </a:solidFill>
                <a:latin typeface="Arial" panose="020B0604020202020204" pitchFamily="34" charset="0"/>
              </a:rPr>
              <a:t>）</a:t>
            </a:r>
            <a:r>
              <a:rPr lang="en-US" altLang="zh-CN" sz="2800" b="1" dirty="0">
                <a:solidFill>
                  <a:srgbClr val="3333FF"/>
                </a:solidFill>
                <a:latin typeface="Arial" panose="020B0604020202020204" pitchFamily="34" charset="0"/>
              </a:rPr>
              <a:t>CUMCM2005-A:</a:t>
            </a:r>
            <a:r>
              <a:rPr lang="zh-CN" altLang="en-US" sz="2800" b="1" dirty="0">
                <a:solidFill>
                  <a:srgbClr val="3333FF"/>
                </a:solidFill>
                <a:latin typeface="Arial" panose="020B0604020202020204" pitchFamily="34" charset="0"/>
              </a:rPr>
              <a:t>长江水质的评价与预测；</a:t>
            </a:r>
            <a:endParaRPr lang="zh-CN" altLang="en-US" sz="2800" b="1" dirty="0">
              <a:solidFill>
                <a:srgbClr val="3333FF"/>
              </a:solidFill>
              <a:latin typeface="Arial" panose="020B0604020202020204" pitchFamily="34" charset="0"/>
            </a:endParaRPr>
          </a:p>
          <a:p>
            <a:pPr>
              <a:lnSpc>
                <a:spcPct val="150000"/>
              </a:lnSpc>
            </a:pPr>
            <a:r>
              <a:rPr lang="zh-CN" altLang="en-US" sz="2800" b="1" dirty="0">
                <a:solidFill>
                  <a:srgbClr val="3333FF"/>
                </a:solidFill>
                <a:latin typeface="Arial" panose="020B0604020202020204" pitchFamily="34" charset="0"/>
              </a:rPr>
              <a:t>（</a:t>
            </a:r>
            <a:r>
              <a:rPr lang="en-US" altLang="zh-CN" sz="2800" b="1" dirty="0">
                <a:solidFill>
                  <a:srgbClr val="3333FF"/>
                </a:solidFill>
                <a:latin typeface="Arial" panose="020B0604020202020204" pitchFamily="34" charset="0"/>
              </a:rPr>
              <a:t>3</a:t>
            </a:r>
            <a:r>
              <a:rPr lang="zh-CN" altLang="en-US" sz="2800" b="1" dirty="0">
                <a:solidFill>
                  <a:srgbClr val="3333FF"/>
                </a:solidFill>
                <a:latin typeface="Arial" panose="020B0604020202020204" pitchFamily="34" charset="0"/>
              </a:rPr>
              <a:t>）</a:t>
            </a:r>
            <a:r>
              <a:rPr lang="en-US" altLang="zh-CN" sz="2800" b="1" dirty="0">
                <a:solidFill>
                  <a:srgbClr val="3333FF"/>
                </a:solidFill>
                <a:latin typeface="Arial" panose="020B0604020202020204" pitchFamily="34" charset="0"/>
              </a:rPr>
              <a:t>CUMCM2006-B:</a:t>
            </a:r>
            <a:r>
              <a:rPr lang="zh-CN" altLang="en-US" sz="2800" b="1" dirty="0">
                <a:solidFill>
                  <a:srgbClr val="3333FF"/>
                </a:solidFill>
                <a:latin typeface="Arial" panose="020B0604020202020204" pitchFamily="34" charset="0"/>
              </a:rPr>
              <a:t>艾滋病疗法的评价与预测；</a:t>
            </a:r>
            <a:endParaRPr lang="zh-CN" altLang="en-US" sz="2800" b="1" dirty="0">
              <a:solidFill>
                <a:srgbClr val="3333FF"/>
              </a:solidFill>
              <a:latin typeface="Arial" panose="020B0604020202020204" pitchFamily="34" charset="0"/>
            </a:endParaRPr>
          </a:p>
          <a:p>
            <a:pPr>
              <a:lnSpc>
                <a:spcPct val="150000"/>
              </a:lnSpc>
            </a:pPr>
            <a:r>
              <a:rPr lang="zh-CN" altLang="en-US" sz="2800" b="1" dirty="0">
                <a:solidFill>
                  <a:srgbClr val="3333FF"/>
                </a:solidFill>
                <a:latin typeface="Arial" panose="020B0604020202020204" pitchFamily="34" charset="0"/>
              </a:rPr>
              <a:t>（</a:t>
            </a:r>
            <a:r>
              <a:rPr lang="en-US" altLang="zh-CN" sz="2800" b="1" dirty="0">
                <a:solidFill>
                  <a:srgbClr val="3333FF"/>
                </a:solidFill>
                <a:latin typeface="Arial" panose="020B0604020202020204" pitchFamily="34" charset="0"/>
              </a:rPr>
              <a:t>4</a:t>
            </a:r>
            <a:r>
              <a:rPr lang="zh-CN" altLang="en-US" sz="2800" b="1" dirty="0">
                <a:solidFill>
                  <a:srgbClr val="3333FF"/>
                </a:solidFill>
                <a:latin typeface="Arial" panose="020B0604020202020204" pitchFamily="34" charset="0"/>
              </a:rPr>
              <a:t>）</a:t>
            </a:r>
            <a:r>
              <a:rPr lang="en-US" altLang="zh-CN" sz="2800" b="1" dirty="0">
                <a:solidFill>
                  <a:srgbClr val="3333FF"/>
                </a:solidFill>
                <a:latin typeface="Arial" panose="020B0604020202020204" pitchFamily="34" charset="0"/>
              </a:rPr>
              <a:t>CUMCM2008-B:</a:t>
            </a:r>
            <a:r>
              <a:rPr lang="zh-CN" altLang="en-US" sz="2800" b="1" dirty="0">
                <a:solidFill>
                  <a:srgbClr val="3333FF"/>
                </a:solidFill>
                <a:latin typeface="Arial" panose="020B0604020202020204" pitchFamily="34" charset="0"/>
              </a:rPr>
              <a:t>高校学费标准探讨问题。</a:t>
            </a:r>
            <a:endParaRPr lang="zh-CN" altLang="en-US" sz="2800" b="1" dirty="0">
              <a:solidFill>
                <a:srgbClr val="3333FF"/>
              </a:solidFill>
              <a:latin typeface="Arial" panose="020B0604020202020204" pitchFamily="34" charset="0"/>
            </a:endParaRPr>
          </a:p>
        </p:txBody>
      </p:sp>
      <p:sp>
        <p:nvSpPr>
          <p:cNvPr id="68616" name="文本框 68615"/>
          <p:cNvSpPr txBox="1"/>
          <p:nvPr/>
        </p:nvSpPr>
        <p:spPr>
          <a:xfrm>
            <a:off x="1014730" y="1144905"/>
            <a:ext cx="5486400" cy="641350"/>
          </a:xfrm>
          <a:prstGeom prst="rect">
            <a:avLst/>
          </a:prstGeom>
          <a:noFill/>
          <a:ln w="9525">
            <a:noFill/>
          </a:ln>
        </p:spPr>
        <p:txBody>
          <a:bodyPr>
            <a:spAutoFit/>
          </a:bodyPr>
          <a:p>
            <a:pPr algn="ctr">
              <a:spcBef>
                <a:spcPct val="50000"/>
              </a:spcBef>
            </a:pPr>
            <a:r>
              <a:rPr lang="zh-CN" altLang="en-US" sz="3600" b="1" dirty="0">
                <a:latin typeface="Arial" panose="020B0604020202020204" pitchFamily="34" charset="0"/>
              </a:rPr>
              <a:t>数学建模中的预测方法</a:t>
            </a:r>
            <a:endParaRPr lang="zh-CN" altLang="en-US" sz="3600" b="1" dirty="0">
              <a:latin typeface="Arial" panose="020B0604020202020204" pitchFamily="34" charset="0"/>
            </a:endParaRPr>
          </a:p>
        </p:txBody>
      </p:sp>
    </p:spTree>
  </p:cSld>
  <p:clrMapOvr>
    <a:masterClrMapping/>
  </p:clrMapOvr>
  <p:transition spd="slow">
    <p:strips dir="rd"/>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文本框 69633"/>
          <p:cNvSpPr txBox="1"/>
          <p:nvPr/>
        </p:nvSpPr>
        <p:spPr>
          <a:xfrm>
            <a:off x="827405" y="2691130"/>
            <a:ext cx="8064500" cy="2657475"/>
          </a:xfrm>
          <a:prstGeom prst="rect">
            <a:avLst/>
          </a:prstGeom>
          <a:noFill/>
          <a:ln w="9525">
            <a:noFill/>
          </a:ln>
        </p:spPr>
        <p:txBody>
          <a:bodyPr>
            <a:spAutoFit/>
          </a:bodyPr>
          <a:p>
            <a:pPr marL="342900" indent="-342900">
              <a:lnSpc>
                <a:spcPct val="150000"/>
              </a:lnSpc>
            </a:pPr>
            <a:r>
              <a:rPr lang="zh-CN" altLang="en-US" sz="2800" b="1" dirty="0">
                <a:solidFill>
                  <a:srgbClr val="0000FF"/>
                </a:solidFill>
                <a:latin typeface="楷体_GB2312" pitchFamily="49" charset="-122"/>
                <a:ea typeface="楷体_GB2312" pitchFamily="49" charset="-122"/>
              </a:rPr>
              <a:t>应用案例</a:t>
            </a:r>
            <a:endParaRPr lang="zh-CN" altLang="en-US" sz="2800" b="1" dirty="0">
              <a:solidFill>
                <a:srgbClr val="0000FF"/>
              </a:solidFill>
              <a:latin typeface="楷体_GB2312" pitchFamily="49" charset="-122"/>
              <a:ea typeface="楷体_GB2312" pitchFamily="49" charset="-122"/>
            </a:endParaRPr>
          </a:p>
          <a:p>
            <a:pPr marL="342900" indent="-342900">
              <a:lnSpc>
                <a:spcPct val="150000"/>
              </a:lnSpc>
            </a:pPr>
            <a:r>
              <a:rPr lang="zh-CN" altLang="en-US" sz="2800" b="1" dirty="0">
                <a:solidFill>
                  <a:srgbClr val="0000FF"/>
                </a:solidFill>
                <a:latin typeface="Arial" panose="020B0604020202020204" pitchFamily="34" charset="0"/>
                <a:ea typeface="楷体_GB2312" pitchFamily="49" charset="-122"/>
              </a:rPr>
              <a:t>（</a:t>
            </a:r>
            <a:r>
              <a:rPr lang="en-US" altLang="zh-CN" sz="2800" b="1" dirty="0">
                <a:solidFill>
                  <a:srgbClr val="0000FF"/>
                </a:solidFill>
                <a:latin typeface="Arial" panose="020B0604020202020204" pitchFamily="34" charset="0"/>
                <a:ea typeface="楷体_GB2312" pitchFamily="49" charset="-122"/>
              </a:rPr>
              <a:t>1</a:t>
            </a:r>
            <a:r>
              <a:rPr lang="zh-CN" altLang="en-US" sz="2800" b="1" dirty="0">
                <a:solidFill>
                  <a:srgbClr val="0000FF"/>
                </a:solidFill>
                <a:latin typeface="Arial" panose="020B0604020202020204" pitchFamily="34" charset="0"/>
                <a:ea typeface="楷体_GB2312" pitchFamily="49" charset="-122"/>
              </a:rPr>
              <a:t>）</a:t>
            </a:r>
            <a:r>
              <a:rPr lang="en-US" altLang="zh-CN" sz="2800" b="1" dirty="0">
                <a:solidFill>
                  <a:srgbClr val="3333FF"/>
                </a:solidFill>
                <a:latin typeface="Arial" panose="020B0604020202020204" pitchFamily="34" charset="0"/>
                <a:ea typeface="楷体_GB2312" pitchFamily="49" charset="-122"/>
              </a:rPr>
              <a:t>CUMCM2003-A:SARS</a:t>
            </a:r>
            <a:r>
              <a:rPr lang="zh-CN" altLang="en-US" sz="2800" b="1" dirty="0">
                <a:solidFill>
                  <a:srgbClr val="3333FF"/>
                </a:solidFill>
                <a:latin typeface="Arial" panose="020B0604020202020204" pitchFamily="34" charset="0"/>
                <a:ea typeface="楷体_GB2312" pitchFamily="49" charset="-122"/>
              </a:rPr>
              <a:t>的传播问题；</a:t>
            </a:r>
            <a:endParaRPr lang="zh-CN" altLang="en-US" sz="2800" b="1" dirty="0">
              <a:solidFill>
                <a:srgbClr val="0000FF"/>
              </a:solidFill>
              <a:latin typeface="Arial" panose="020B0604020202020204" pitchFamily="34" charset="0"/>
              <a:ea typeface="楷体_GB2312" pitchFamily="49" charset="-122"/>
            </a:endParaRPr>
          </a:p>
          <a:p>
            <a:pPr marL="342900" indent="-342900">
              <a:lnSpc>
                <a:spcPct val="150000"/>
              </a:lnSpc>
            </a:pPr>
            <a:r>
              <a:rPr lang="zh-CN" altLang="en-US" sz="2800" b="1" dirty="0">
                <a:solidFill>
                  <a:srgbClr val="0000FF"/>
                </a:solidFill>
                <a:latin typeface="Arial" panose="020B0604020202020204" pitchFamily="34" charset="0"/>
                <a:ea typeface="楷体_GB2312" pitchFamily="49" charset="-122"/>
              </a:rPr>
              <a:t>（</a:t>
            </a:r>
            <a:r>
              <a:rPr lang="en-US" altLang="zh-CN" sz="2800" b="1" dirty="0">
                <a:solidFill>
                  <a:srgbClr val="0000FF"/>
                </a:solidFill>
                <a:latin typeface="Arial" panose="020B0604020202020204" pitchFamily="34" charset="0"/>
                <a:ea typeface="楷体_GB2312" pitchFamily="49" charset="-122"/>
              </a:rPr>
              <a:t>2</a:t>
            </a:r>
            <a:r>
              <a:rPr lang="zh-CN" altLang="en-US" sz="2800" b="1" dirty="0">
                <a:solidFill>
                  <a:srgbClr val="0000FF"/>
                </a:solidFill>
                <a:latin typeface="Arial" panose="020B0604020202020204" pitchFamily="34" charset="0"/>
                <a:ea typeface="楷体_GB2312" pitchFamily="49" charset="-122"/>
              </a:rPr>
              <a:t>）</a:t>
            </a:r>
            <a:r>
              <a:rPr lang="en-US" altLang="zh-CN" sz="2800" b="1" dirty="0">
                <a:solidFill>
                  <a:srgbClr val="3333FF"/>
                </a:solidFill>
                <a:latin typeface="Arial" panose="020B0604020202020204" pitchFamily="34" charset="0"/>
                <a:ea typeface="楷体_GB2312" pitchFamily="49" charset="-122"/>
              </a:rPr>
              <a:t>CUMCM2005-A:</a:t>
            </a:r>
            <a:r>
              <a:rPr lang="zh-CN" altLang="en-US" sz="2800" b="1" dirty="0">
                <a:solidFill>
                  <a:srgbClr val="3333FF"/>
                </a:solidFill>
                <a:latin typeface="Arial" panose="020B0604020202020204" pitchFamily="34" charset="0"/>
                <a:ea typeface="楷体_GB2312" pitchFamily="49" charset="-122"/>
              </a:rPr>
              <a:t>长江水质的评价与预测；</a:t>
            </a:r>
            <a:endParaRPr lang="zh-CN" altLang="en-US" sz="2800" b="1" dirty="0">
              <a:solidFill>
                <a:srgbClr val="3333FF"/>
              </a:solidFill>
              <a:latin typeface="Arial" panose="020B0604020202020204" pitchFamily="34" charset="0"/>
              <a:ea typeface="楷体_GB2312" pitchFamily="49" charset="-122"/>
            </a:endParaRPr>
          </a:p>
          <a:p>
            <a:pPr marL="342900" indent="-342900">
              <a:lnSpc>
                <a:spcPct val="150000"/>
              </a:lnSpc>
            </a:pPr>
            <a:r>
              <a:rPr lang="zh-CN" altLang="en-US" sz="2800" b="1" dirty="0">
                <a:solidFill>
                  <a:srgbClr val="3333FF"/>
                </a:solidFill>
                <a:latin typeface="Arial" panose="020B0604020202020204" pitchFamily="34" charset="0"/>
                <a:ea typeface="楷体_GB2312" pitchFamily="49" charset="-122"/>
              </a:rPr>
              <a:t>（</a:t>
            </a:r>
            <a:r>
              <a:rPr lang="en-US" altLang="zh-CN" sz="2800" b="1" dirty="0">
                <a:solidFill>
                  <a:srgbClr val="3333FF"/>
                </a:solidFill>
                <a:latin typeface="Arial" panose="020B0604020202020204" pitchFamily="34" charset="0"/>
                <a:ea typeface="楷体_GB2312" pitchFamily="49" charset="-122"/>
              </a:rPr>
              <a:t>3</a:t>
            </a:r>
            <a:r>
              <a:rPr lang="zh-CN" altLang="en-US" sz="2800" b="1" dirty="0">
                <a:solidFill>
                  <a:srgbClr val="3333FF"/>
                </a:solidFill>
                <a:latin typeface="Arial" panose="020B0604020202020204" pitchFamily="34" charset="0"/>
                <a:ea typeface="楷体_GB2312" pitchFamily="49" charset="-122"/>
              </a:rPr>
              <a:t>）</a:t>
            </a:r>
            <a:r>
              <a:rPr lang="en-US" altLang="zh-CN" sz="2800" b="1" dirty="0">
                <a:solidFill>
                  <a:srgbClr val="3333FF"/>
                </a:solidFill>
                <a:latin typeface="Arial" panose="020B0604020202020204" pitchFamily="34" charset="0"/>
                <a:ea typeface="楷体_GB2312" pitchFamily="49" charset="-122"/>
              </a:rPr>
              <a:t>CUMCM2006-B:</a:t>
            </a:r>
            <a:r>
              <a:rPr lang="zh-CN" altLang="en-US" sz="2800" b="1" dirty="0">
                <a:solidFill>
                  <a:srgbClr val="3333FF"/>
                </a:solidFill>
                <a:latin typeface="Arial" panose="020B0604020202020204" pitchFamily="34" charset="0"/>
                <a:ea typeface="楷体_GB2312" pitchFamily="49" charset="-122"/>
              </a:rPr>
              <a:t>艾滋病疗法的评价与预测。</a:t>
            </a:r>
            <a:endParaRPr lang="zh-CN" altLang="en-US" sz="2800" b="1">
              <a:solidFill>
                <a:srgbClr val="3333FF"/>
              </a:solidFill>
              <a:latin typeface="Arial" panose="020B0604020202020204" pitchFamily="34" charset="0"/>
              <a:ea typeface="楷体_GB2312" pitchFamily="49" charset="-122"/>
            </a:endParaRPr>
          </a:p>
        </p:txBody>
      </p:sp>
      <p:sp>
        <p:nvSpPr>
          <p:cNvPr id="69635" name="矩形 69634"/>
          <p:cNvSpPr/>
          <p:nvPr/>
        </p:nvSpPr>
        <p:spPr>
          <a:xfrm>
            <a:off x="762000" y="5486400"/>
            <a:ext cx="6170613" cy="519113"/>
          </a:xfrm>
          <a:prstGeom prst="rect">
            <a:avLst/>
          </a:prstGeom>
          <a:noFill/>
          <a:ln w="9525">
            <a:noFill/>
          </a:ln>
        </p:spPr>
        <p:txBody>
          <a:bodyPr wrap="none" anchor="t">
            <a:spAutoFit/>
          </a:bodyPr>
          <a:p>
            <a:pPr>
              <a:spcBef>
                <a:spcPct val="20000"/>
              </a:spcBef>
              <a:buClr>
                <a:schemeClr val="bg2"/>
              </a:buClr>
              <a:buFont typeface="Monotype Sorts" pitchFamily="2" charset="2"/>
              <a:buNone/>
            </a:pPr>
            <a:r>
              <a:rPr lang="en-US" altLang="zh-CN" sz="2800" b="1" dirty="0">
                <a:solidFill>
                  <a:srgbClr val="FF0066"/>
                </a:solidFill>
                <a:latin typeface="Arial" panose="020B0604020202020204" pitchFamily="34" charset="0"/>
              </a:rPr>
              <a:t>5.</a:t>
            </a:r>
            <a:r>
              <a:rPr lang="zh-CN" altLang="en-US" sz="2800" b="1" dirty="0">
                <a:solidFill>
                  <a:srgbClr val="FF0066"/>
                </a:solidFill>
                <a:latin typeface="Arial" panose="020B0604020202020204" pitchFamily="34" charset="0"/>
              </a:rPr>
              <a:t>神经网络方法：大样本的未来预测．</a:t>
            </a:r>
            <a:endParaRPr lang="zh-CN" altLang="en-US" sz="2800" b="1" dirty="0">
              <a:solidFill>
                <a:srgbClr val="FF0066"/>
              </a:solidFill>
              <a:latin typeface="Arial" panose="020B0604020202020204" pitchFamily="34" charset="0"/>
            </a:endParaRPr>
          </a:p>
        </p:txBody>
      </p:sp>
      <p:sp>
        <p:nvSpPr>
          <p:cNvPr id="69636" name="矩形 69635"/>
          <p:cNvSpPr/>
          <p:nvPr/>
        </p:nvSpPr>
        <p:spPr>
          <a:xfrm>
            <a:off x="901065" y="1954530"/>
            <a:ext cx="8229600" cy="946150"/>
          </a:xfrm>
          <a:prstGeom prst="rect">
            <a:avLst/>
          </a:prstGeom>
          <a:noFill/>
          <a:ln w="9525">
            <a:noFill/>
          </a:ln>
        </p:spPr>
        <p:txBody>
          <a:bodyPr>
            <a:spAutoFit/>
          </a:bodyPr>
          <a:p>
            <a:pPr>
              <a:spcBef>
                <a:spcPct val="20000"/>
              </a:spcBef>
              <a:buClr>
                <a:schemeClr val="bg2"/>
              </a:buClr>
              <a:buFont typeface="Monotype Sorts" pitchFamily="2" charset="2"/>
              <a:buNone/>
            </a:pPr>
            <a:r>
              <a:rPr lang="en-US" altLang="zh-CN" sz="2800" b="1" dirty="0">
                <a:solidFill>
                  <a:srgbClr val="FF0066"/>
                </a:solidFill>
                <a:latin typeface="Arial" panose="020B0604020202020204" pitchFamily="34" charset="0"/>
              </a:rPr>
              <a:t>4.</a:t>
            </a:r>
            <a:r>
              <a:rPr lang="zh-CN" altLang="en-US" sz="2800" b="1" dirty="0">
                <a:solidFill>
                  <a:srgbClr val="FF0066"/>
                </a:solidFill>
                <a:latin typeface="Arial" panose="020B0604020202020204" pitchFamily="34" charset="0"/>
              </a:rPr>
              <a:t>时间序列方法：大样本的随机因素或周期特征的未来预测；</a:t>
            </a:r>
            <a:endParaRPr lang="zh-CN" altLang="en-US" sz="2800" b="1" dirty="0">
              <a:solidFill>
                <a:srgbClr val="FF0066"/>
              </a:solidFill>
              <a:latin typeface="Arial" panose="020B0604020202020204" pitchFamily="34" charset="0"/>
            </a:endParaRPr>
          </a:p>
        </p:txBody>
      </p:sp>
      <p:sp>
        <p:nvSpPr>
          <p:cNvPr id="68616" name="文本框 68615"/>
          <p:cNvSpPr txBox="1"/>
          <p:nvPr/>
        </p:nvSpPr>
        <p:spPr>
          <a:xfrm>
            <a:off x="970915" y="1144905"/>
            <a:ext cx="5486400" cy="641350"/>
          </a:xfrm>
          <a:prstGeom prst="rect">
            <a:avLst/>
          </a:prstGeom>
          <a:noFill/>
          <a:ln w="9525">
            <a:noFill/>
          </a:ln>
        </p:spPr>
        <p:txBody>
          <a:bodyPr>
            <a:spAutoFit/>
          </a:bodyPr>
          <a:p>
            <a:pPr algn="ctr">
              <a:spcBef>
                <a:spcPct val="50000"/>
              </a:spcBef>
            </a:pPr>
            <a:r>
              <a:rPr lang="zh-CN" altLang="en-US" sz="3600" b="1" dirty="0">
                <a:latin typeface="Arial" panose="020B0604020202020204" pitchFamily="34" charset="0"/>
              </a:rPr>
              <a:t>数学建模中的预测方法</a:t>
            </a:r>
            <a:endParaRPr lang="zh-CN" altLang="en-US" sz="3600" b="1" dirty="0">
              <a:latin typeface="Arial" panose="020B0604020202020204" pitchFamily="34" charset="0"/>
            </a:endParaRPr>
          </a:p>
        </p:txBody>
      </p:sp>
    </p:spTree>
  </p:cSld>
  <p:clrMapOvr>
    <a:masterClrMapping/>
  </p:clrMapOvr>
  <p:transition spd="slow">
    <p:strips dir="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9634">
                                            <p:txEl>
                                              <p:charRg st="0" end="5"/>
                                            </p:txEl>
                                          </p:spTgt>
                                        </p:tgtEl>
                                        <p:attrNameLst>
                                          <p:attrName>style.visibility</p:attrName>
                                        </p:attrNameLst>
                                      </p:cBhvr>
                                      <p:to>
                                        <p:strVal val="visible"/>
                                      </p:to>
                                    </p:set>
                                    <p:animEffect transition="in" filter="wipe(down)">
                                      <p:cBhvr>
                                        <p:cTn id="7" dur="500"/>
                                        <p:tgtEl>
                                          <p:spTgt spid="69634">
                                            <p:txEl>
                                              <p:charRg st="0"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9634">
                                            <p:txEl>
                                              <p:charRg st="5" end="31"/>
                                            </p:txEl>
                                          </p:spTgt>
                                        </p:tgtEl>
                                        <p:attrNameLst>
                                          <p:attrName>style.visibility</p:attrName>
                                        </p:attrNameLst>
                                      </p:cBhvr>
                                      <p:to>
                                        <p:strVal val="visible"/>
                                      </p:to>
                                    </p:set>
                                    <p:animEffect transition="in" filter="wipe(down)">
                                      <p:cBhvr>
                                        <p:cTn id="12" dur="500"/>
                                        <p:tgtEl>
                                          <p:spTgt spid="69634">
                                            <p:txEl>
                                              <p:charRg st="5" end="3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9634">
                                            <p:txEl>
                                              <p:charRg st="31" end="58"/>
                                            </p:txEl>
                                          </p:spTgt>
                                        </p:tgtEl>
                                        <p:attrNameLst>
                                          <p:attrName>style.visibility</p:attrName>
                                        </p:attrNameLst>
                                      </p:cBhvr>
                                      <p:to>
                                        <p:strVal val="visible"/>
                                      </p:to>
                                    </p:set>
                                    <p:animEffect transition="in" filter="wipe(down)">
                                      <p:cBhvr>
                                        <p:cTn id="17" dur="500"/>
                                        <p:tgtEl>
                                          <p:spTgt spid="69634">
                                            <p:txEl>
                                              <p:charRg st="31" end="5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9634">
                                            <p:txEl>
                                              <p:charRg st="58" end="86"/>
                                            </p:txEl>
                                          </p:spTgt>
                                        </p:tgtEl>
                                        <p:attrNameLst>
                                          <p:attrName>style.visibility</p:attrName>
                                        </p:attrNameLst>
                                      </p:cBhvr>
                                      <p:to>
                                        <p:strVal val="visible"/>
                                      </p:to>
                                    </p:set>
                                    <p:animEffect transition="in" filter="wipe(down)">
                                      <p:cBhvr>
                                        <p:cTn id="22" dur="500"/>
                                        <p:tgtEl>
                                          <p:spTgt spid="69634">
                                            <p:txEl>
                                              <p:charRg st="58" end="8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9635"/>
                                        </p:tgtEl>
                                        <p:attrNameLst>
                                          <p:attrName>style.visibility</p:attrName>
                                        </p:attrNameLst>
                                      </p:cBhvr>
                                      <p:to>
                                        <p:strVal val="visible"/>
                                      </p:to>
                                    </p:set>
                                    <p:animEffect transition="in" filter="blinds(horizontal)">
                                      <p:cBhvr>
                                        <p:cTn id="27" dur="500"/>
                                        <p:tgtEl>
                                          <p:spTgt spid="69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4" grpId="0" build="p"/>
      <p:bldP spid="69635"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9139" name="文本占位符 219138"/>
          <p:cNvSpPr>
            <a:spLocks noGrp="1"/>
          </p:cNvSpPr>
          <p:nvPr>
            <p:ph type="body" idx="1"/>
          </p:nvPr>
        </p:nvSpPr>
        <p:spPr>
          <a:xfrm>
            <a:off x="589280" y="2009775"/>
            <a:ext cx="8229600" cy="4530725"/>
          </a:xfrm>
        </p:spPr>
        <p:txBody>
          <a:bodyPr/>
          <a:p>
            <a:pPr algn="just">
              <a:lnSpc>
                <a:spcPct val="90000"/>
              </a:lnSpc>
            </a:pPr>
            <a:r>
              <a:rPr lang="zh-CN" altLang="en-US" sz="2800" b="1" dirty="0">
                <a:latin typeface="宋体" panose="02010600030101010101" pitchFamily="2" charset="-122"/>
              </a:rPr>
              <a:t>最早的时间序列分析可以追溯到</a:t>
            </a:r>
            <a:r>
              <a:rPr lang="en-US" altLang="zh-CN" sz="2800" b="1" dirty="0">
                <a:latin typeface="宋体" panose="02010600030101010101" pitchFamily="2" charset="-122"/>
              </a:rPr>
              <a:t>7000</a:t>
            </a:r>
            <a:r>
              <a:rPr lang="zh-CN" altLang="en-US" sz="2800" b="1" dirty="0">
                <a:latin typeface="宋体" panose="02010600030101010101" pitchFamily="2" charset="-122"/>
              </a:rPr>
              <a:t>年前的古埃及。</a:t>
            </a:r>
            <a:endParaRPr lang="zh-CN" altLang="en-US" sz="2800" b="1" dirty="0">
              <a:latin typeface="宋体" panose="02010600030101010101" pitchFamily="2" charset="-122"/>
            </a:endParaRPr>
          </a:p>
          <a:p>
            <a:pPr lvl="1" algn="just">
              <a:lnSpc>
                <a:spcPct val="90000"/>
              </a:lnSpc>
            </a:pPr>
            <a:r>
              <a:rPr lang="zh-CN" altLang="en-US" sz="2400" b="1" dirty="0">
                <a:latin typeface="宋体" panose="02010600030101010101" pitchFamily="2" charset="-122"/>
              </a:rPr>
              <a:t>古埃及人把尼罗河涨落的情况逐天记录下来，就构成所谓的时间序列。对这个时间序列长期的观察使他们发现尼罗河的涨落非常有规律。由于掌握了尼罗河泛滥的规律，使得古埃及的农业迅速发展，从而创建了埃及灿烂的史前文明。</a:t>
            </a:r>
            <a:r>
              <a:rPr lang="zh-CN" altLang="en-US" dirty="0"/>
              <a:t> </a:t>
            </a:r>
            <a:endParaRPr lang="zh-CN" altLang="en-US" dirty="0"/>
          </a:p>
          <a:p>
            <a:pPr algn="just">
              <a:lnSpc>
                <a:spcPct val="90000"/>
              </a:lnSpc>
            </a:pPr>
            <a:r>
              <a:rPr lang="zh-CN" altLang="en-US" sz="2800" b="1" u="sng" dirty="0">
                <a:solidFill>
                  <a:schemeClr val="accent2"/>
                </a:solidFill>
                <a:latin typeface="宋体" panose="02010600030101010101" pitchFamily="2" charset="-122"/>
              </a:rPr>
              <a:t>按照时间的顺序把随机事件变化发展的过程记录下来就构成了一个时间序列。对时间序列进行观察、研究，找寻它变化发展的规律，预测它将来的走势就是时间序列分析。</a:t>
            </a:r>
            <a:endParaRPr lang="zh-CN" altLang="en-US" sz="2800" b="1" u="sng" dirty="0">
              <a:solidFill>
                <a:schemeClr val="accent2"/>
              </a:solidFill>
              <a:latin typeface="宋体" panose="02010600030101010101" pitchFamily="2" charset="-122"/>
              <a:cs typeface="Times New Roman" panose="02020603050405020304" pitchFamily="18" charset="0"/>
            </a:endParaRPr>
          </a:p>
          <a:p>
            <a:pPr>
              <a:lnSpc>
                <a:spcPct val="90000"/>
              </a:lnSpc>
            </a:pPr>
            <a:endParaRPr lang="zh-CN" altLang="en-US" dirty="0">
              <a:solidFill>
                <a:schemeClr val="accent2"/>
              </a:solidFill>
            </a:endParaRPr>
          </a:p>
        </p:txBody>
      </p:sp>
      <p:sp>
        <p:nvSpPr>
          <p:cNvPr id="2" name="标题 1"/>
          <p:cNvSpPr/>
          <p:nvPr>
            <p:ph type="title"/>
          </p:nvPr>
        </p:nvSpPr>
        <p:spPr>
          <a:xfrm>
            <a:off x="1261110" y="939165"/>
            <a:ext cx="7792720" cy="825500"/>
          </a:xfrm>
        </p:spPr>
        <p:txBody>
          <a:bodyPr/>
          <a:p>
            <a:r>
              <a:rPr lang="zh-CN" altLang="en-US"/>
              <a:t>时间序列简述</a:t>
            </a:r>
            <a:endParaRPr lang="zh-CN" altLang="en-US"/>
          </a:p>
        </p:txBody>
      </p:sp>
    </p:spTree>
  </p:cSld>
  <p:clrMapOvr>
    <a:masterClrMapping/>
  </p:clrMapOvr>
  <p:transition spd="slow">
    <p:strips dir="rd"/>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2" name="标题 220161"/>
          <p:cNvSpPr>
            <a:spLocks noGrp="1"/>
          </p:cNvSpPr>
          <p:nvPr>
            <p:ph type="title"/>
          </p:nvPr>
        </p:nvSpPr>
        <p:spPr>
          <a:xfrm>
            <a:off x="1337945" y="1223010"/>
            <a:ext cx="7792720" cy="541020"/>
          </a:xfrm>
        </p:spPr>
        <p:txBody>
          <a:bodyPr/>
          <a:p>
            <a:r>
              <a:rPr lang="zh-CN" altLang="en-US" sz="3200" b="1" dirty="0"/>
              <a:t>时间序列的定义</a:t>
            </a:r>
            <a:endParaRPr lang="zh-CN" altLang="en-US" sz="3200" b="1" dirty="0"/>
          </a:p>
        </p:txBody>
      </p:sp>
      <p:sp>
        <p:nvSpPr>
          <p:cNvPr id="220163" name="文本占位符 220162"/>
          <p:cNvSpPr>
            <a:spLocks noGrp="1"/>
          </p:cNvSpPr>
          <p:nvPr>
            <p:ph type="body" sz="half" idx="1"/>
          </p:nvPr>
        </p:nvSpPr>
        <p:spPr>
          <a:xfrm>
            <a:off x="440690" y="2063750"/>
            <a:ext cx="8001000" cy="4648200"/>
          </a:xfrm>
        </p:spPr>
        <p:txBody>
          <a:bodyPr/>
          <a:p>
            <a:r>
              <a:rPr lang="zh-CN" altLang="en-US" sz="2600" b="1" dirty="0"/>
              <a:t>随机序列</a:t>
            </a:r>
            <a:r>
              <a:rPr lang="en-US" altLang="zh-CN" sz="2600" b="1"/>
              <a:t>:</a:t>
            </a:r>
            <a:r>
              <a:rPr lang="zh-CN" altLang="en-US" sz="2600" b="1" dirty="0">
                <a:latin typeface="宋体" panose="02010600030101010101" pitchFamily="2" charset="-122"/>
              </a:rPr>
              <a:t>按时间顺序排列的一组随机变量</a:t>
            </a:r>
            <a:endParaRPr lang="zh-CN" altLang="en-US" sz="2600" b="1" dirty="0">
              <a:latin typeface="宋体" panose="02010600030101010101" pitchFamily="2" charset="-122"/>
            </a:endParaRPr>
          </a:p>
          <a:p>
            <a:endParaRPr lang="zh-CN" altLang="en-US" sz="2600" b="1" dirty="0">
              <a:latin typeface="宋体" panose="02010600030101010101" pitchFamily="2" charset="-122"/>
              <a:cs typeface="Times New Roman" panose="02020603050405020304" pitchFamily="18" charset="0"/>
            </a:endParaRPr>
          </a:p>
          <a:p>
            <a:r>
              <a:rPr lang="zh-CN" altLang="en-US" sz="2600" b="1" dirty="0"/>
              <a:t>观察值序列</a:t>
            </a:r>
            <a:r>
              <a:rPr lang="en-US" altLang="zh-CN" sz="2600" b="1"/>
              <a:t>:</a:t>
            </a:r>
            <a:r>
              <a:rPr lang="zh-CN" altLang="en-US" sz="2600" b="1" dirty="0">
                <a:latin typeface="宋体" panose="02010600030101010101" pitchFamily="2" charset="-122"/>
              </a:rPr>
              <a:t>随机序列的  个有序观察值，称之为序列长度为  的观察值序列</a:t>
            </a:r>
            <a:endParaRPr lang="zh-CN" altLang="en-US" sz="2600" b="1" dirty="0">
              <a:latin typeface="宋体" panose="02010600030101010101" pitchFamily="2" charset="-122"/>
            </a:endParaRPr>
          </a:p>
          <a:p>
            <a:pPr lvl="1"/>
            <a:endParaRPr lang="zh-CN" altLang="en-US" sz="2200" b="1" dirty="0">
              <a:latin typeface="宋体" panose="02010600030101010101" pitchFamily="2" charset="-122"/>
            </a:endParaRPr>
          </a:p>
          <a:p>
            <a:r>
              <a:rPr lang="zh-CN" altLang="en-US" sz="2600" b="1" dirty="0">
                <a:latin typeface="宋体" panose="02010600030101010101" pitchFamily="2" charset="-122"/>
              </a:rPr>
              <a:t>随机序列和观察值序列的关系</a:t>
            </a:r>
            <a:endParaRPr lang="zh-CN" altLang="en-US" sz="2600" b="1" dirty="0">
              <a:latin typeface="宋体" panose="02010600030101010101" pitchFamily="2" charset="-122"/>
            </a:endParaRPr>
          </a:p>
          <a:p>
            <a:pPr lvl="1"/>
            <a:r>
              <a:rPr lang="zh-CN" altLang="en-US" sz="2200" b="1" dirty="0">
                <a:latin typeface="宋体" panose="02010600030101010101" pitchFamily="2" charset="-122"/>
              </a:rPr>
              <a:t>观察值序列是随机序列的一个实现</a:t>
            </a:r>
            <a:endParaRPr lang="zh-CN" altLang="en-US" sz="2200" b="1" dirty="0">
              <a:latin typeface="宋体" panose="02010600030101010101" pitchFamily="2" charset="-122"/>
            </a:endParaRPr>
          </a:p>
          <a:p>
            <a:pPr lvl="1"/>
            <a:r>
              <a:rPr lang="zh-CN" altLang="en-US" sz="2200" b="1" dirty="0">
                <a:latin typeface="宋体" panose="02010600030101010101" pitchFamily="2" charset="-122"/>
              </a:rPr>
              <a:t>我们研究的目的是想揭示随机时序的性质</a:t>
            </a:r>
            <a:endParaRPr lang="zh-CN" altLang="en-US" sz="2200" b="1" dirty="0">
              <a:latin typeface="宋体" panose="02010600030101010101" pitchFamily="2" charset="-122"/>
            </a:endParaRPr>
          </a:p>
          <a:p>
            <a:pPr lvl="1"/>
            <a:r>
              <a:rPr lang="zh-CN" altLang="en-US" sz="2200" b="1" dirty="0">
                <a:latin typeface="宋体" panose="02010600030101010101" pitchFamily="2" charset="-122"/>
              </a:rPr>
              <a:t>实现的手段都是通过观察值序列的性质进行推断</a:t>
            </a:r>
            <a:endParaRPr lang="zh-CN" altLang="en-US" sz="2200" b="1" dirty="0"/>
          </a:p>
          <a:p>
            <a:endParaRPr lang="zh-CN" altLang="en-US" sz="2600" b="1" dirty="0"/>
          </a:p>
        </p:txBody>
      </p:sp>
      <p:graphicFrame>
        <p:nvGraphicFramePr>
          <p:cNvPr id="220164" name="内容占位符 220163"/>
          <p:cNvGraphicFramePr/>
          <p:nvPr>
            <p:ph sz="quarter" idx="2"/>
          </p:nvPr>
        </p:nvGraphicFramePr>
        <p:xfrm>
          <a:off x="2551430" y="2591435"/>
          <a:ext cx="2743200" cy="484188"/>
        </p:xfrm>
        <a:graphic>
          <a:graphicData uri="http://schemas.openxmlformats.org/presentationml/2006/ole">
            <mc:AlternateContent xmlns:mc="http://schemas.openxmlformats.org/markup-compatibility/2006">
              <mc:Choice xmlns:v="urn:schemas-microsoft-com:vml" Requires="v">
                <p:oleObj spid="_x0000_s3077" name="" r:id="rId1" imgW="1295400" imgH="228600" progId="Equation.DSMT4">
                  <p:embed/>
                </p:oleObj>
              </mc:Choice>
              <mc:Fallback>
                <p:oleObj name="" r:id="rId1" imgW="1295400" imgH="228600" progId="Equation.DSMT4">
                  <p:embed/>
                  <p:pic>
                    <p:nvPicPr>
                      <p:cNvPr id="0" name="图片 3076"/>
                      <p:cNvPicPr/>
                      <p:nvPr/>
                    </p:nvPicPr>
                    <p:blipFill>
                      <a:blip r:embed="rId2"/>
                      <a:stretch>
                        <a:fillRect/>
                      </a:stretch>
                    </p:blipFill>
                    <p:spPr>
                      <a:xfrm>
                        <a:off x="2551430" y="2591435"/>
                        <a:ext cx="2743200" cy="484188"/>
                      </a:xfrm>
                      <a:prstGeom prst="rect">
                        <a:avLst/>
                      </a:prstGeom>
                      <a:noFill/>
                      <a:ln w="38100">
                        <a:miter/>
                      </a:ln>
                    </p:spPr>
                  </p:pic>
                </p:oleObj>
              </mc:Fallback>
            </mc:AlternateContent>
          </a:graphicData>
        </a:graphic>
      </p:graphicFrame>
      <p:graphicFrame>
        <p:nvGraphicFramePr>
          <p:cNvPr id="220166" name="内容占位符 220165"/>
          <p:cNvGraphicFramePr/>
          <p:nvPr>
            <p:ph sz="quarter" idx="3"/>
          </p:nvPr>
        </p:nvGraphicFramePr>
        <p:xfrm>
          <a:off x="2970530" y="3831590"/>
          <a:ext cx="1905000" cy="582613"/>
        </p:xfrm>
        <a:graphic>
          <a:graphicData uri="http://schemas.openxmlformats.org/presentationml/2006/ole">
            <mc:AlternateContent xmlns:mc="http://schemas.openxmlformats.org/markup-compatibility/2006">
              <mc:Choice xmlns:v="urn:schemas-microsoft-com:vml" Requires="v">
                <p:oleObj spid="_x0000_s3079" name="" r:id="rId3" imgW="749300" imgH="228600" progId="Equation.DSMT4">
                  <p:embed/>
                </p:oleObj>
              </mc:Choice>
              <mc:Fallback>
                <p:oleObj name="" r:id="rId3" imgW="749300" imgH="228600" progId="Equation.DSMT4">
                  <p:embed/>
                  <p:pic>
                    <p:nvPicPr>
                      <p:cNvPr id="0" name="图片 3078"/>
                      <p:cNvPicPr/>
                      <p:nvPr/>
                    </p:nvPicPr>
                    <p:blipFill>
                      <a:blip r:embed="rId4"/>
                      <a:stretch>
                        <a:fillRect/>
                      </a:stretch>
                    </p:blipFill>
                    <p:spPr>
                      <a:xfrm>
                        <a:off x="2970530" y="3831590"/>
                        <a:ext cx="1905000" cy="582613"/>
                      </a:xfrm>
                      <a:prstGeom prst="rect">
                        <a:avLst/>
                      </a:prstGeom>
                      <a:noFill/>
                      <a:ln w="38100">
                        <a:miter/>
                      </a:ln>
                    </p:spPr>
                  </p:pic>
                </p:oleObj>
              </mc:Fallback>
            </mc:AlternateContent>
          </a:graphicData>
        </a:graphic>
      </p:graphicFrame>
      <p:graphicFrame>
        <p:nvGraphicFramePr>
          <p:cNvPr id="220168" name="对象 220167"/>
          <p:cNvGraphicFramePr/>
          <p:nvPr/>
        </p:nvGraphicFramePr>
        <p:xfrm>
          <a:off x="4267200" y="3075940"/>
          <a:ext cx="347663" cy="381000"/>
        </p:xfrm>
        <a:graphic>
          <a:graphicData uri="http://schemas.openxmlformats.org/presentationml/2006/ole">
            <mc:AlternateContent xmlns:mc="http://schemas.openxmlformats.org/markup-compatibility/2006">
              <mc:Choice xmlns:v="urn:schemas-microsoft-com:vml" Requires="v">
                <p:oleObj spid="_x0000_s3076" name="" r:id="rId5" imgW="127000" imgH="139700" progId="Equation.DSMT4">
                  <p:embed/>
                </p:oleObj>
              </mc:Choice>
              <mc:Fallback>
                <p:oleObj name="" r:id="rId5" imgW="127000" imgH="139700" progId="Equation.DSMT4">
                  <p:embed/>
                  <p:pic>
                    <p:nvPicPr>
                      <p:cNvPr id="0" name="图片 3075"/>
                      <p:cNvPicPr/>
                      <p:nvPr/>
                    </p:nvPicPr>
                    <p:blipFill>
                      <a:blip r:embed="rId6"/>
                      <a:stretch>
                        <a:fillRect/>
                      </a:stretch>
                    </p:blipFill>
                    <p:spPr>
                      <a:xfrm>
                        <a:off x="4267200" y="3075940"/>
                        <a:ext cx="347663" cy="381000"/>
                      </a:xfrm>
                      <a:prstGeom prst="rect">
                        <a:avLst/>
                      </a:prstGeom>
                      <a:noFill/>
                      <a:ln w="38100">
                        <a:noFill/>
                        <a:miter/>
                      </a:ln>
                    </p:spPr>
                  </p:pic>
                </p:oleObj>
              </mc:Fallback>
            </mc:AlternateContent>
          </a:graphicData>
        </a:graphic>
      </p:graphicFrame>
      <p:graphicFrame>
        <p:nvGraphicFramePr>
          <p:cNvPr id="220169" name="对象 220168"/>
          <p:cNvGraphicFramePr/>
          <p:nvPr/>
        </p:nvGraphicFramePr>
        <p:xfrm>
          <a:off x="2209800" y="3456940"/>
          <a:ext cx="341313" cy="374650"/>
        </p:xfrm>
        <a:graphic>
          <a:graphicData uri="http://schemas.openxmlformats.org/presentationml/2006/ole">
            <mc:AlternateContent xmlns:mc="http://schemas.openxmlformats.org/markup-compatibility/2006">
              <mc:Choice xmlns:v="urn:schemas-microsoft-com:vml" Requires="v">
                <p:oleObj spid="_x0000_s3078" name="" r:id="rId7" imgW="127000" imgH="139700" progId="Equation.DSMT4">
                  <p:embed/>
                </p:oleObj>
              </mc:Choice>
              <mc:Fallback>
                <p:oleObj name="" r:id="rId7" imgW="127000" imgH="139700" progId="Equation.DSMT4">
                  <p:embed/>
                  <p:pic>
                    <p:nvPicPr>
                      <p:cNvPr id="0" name="图片 3077"/>
                      <p:cNvPicPr/>
                      <p:nvPr/>
                    </p:nvPicPr>
                    <p:blipFill>
                      <a:blip r:embed="rId6"/>
                      <a:stretch>
                        <a:fillRect/>
                      </a:stretch>
                    </p:blipFill>
                    <p:spPr>
                      <a:xfrm>
                        <a:off x="2209800" y="3456940"/>
                        <a:ext cx="341313" cy="374650"/>
                      </a:xfrm>
                      <a:prstGeom prst="rect">
                        <a:avLst/>
                      </a:prstGeom>
                      <a:noFill/>
                      <a:ln w="38100">
                        <a:noFill/>
                        <a:miter/>
                      </a:ln>
                    </p:spPr>
                  </p:pic>
                </p:oleObj>
              </mc:Fallback>
            </mc:AlternateContent>
          </a:graphicData>
        </a:graphic>
      </p:graphicFrame>
    </p:spTree>
  </p:cSld>
  <p:clrMapOvr>
    <a:masterClrMapping/>
  </p:clrMapOvr>
  <p:transition spd="slow">
    <p:strips dir="rd"/>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856865" y="2967990"/>
            <a:ext cx="3691255" cy="922020"/>
          </a:xfrm>
          <a:prstGeom prst="rect">
            <a:avLst/>
          </a:prstGeom>
          <a:noFill/>
        </p:spPr>
        <p:txBody>
          <a:bodyPr wrap="square" rtlCol="0">
            <a:spAutoFit/>
          </a:bodyPr>
          <a:p>
            <a:r>
              <a:rPr lang="zh-CN" altLang="en-US" sz="5400" i="1">
                <a:solidFill>
                  <a:schemeClr val="tx1"/>
                </a:solidFill>
                <a:effectLst>
                  <a:outerShdw blurRad="38100" dist="19050" dir="2700000" algn="tl" rotWithShape="0">
                    <a:schemeClr val="dk1">
                      <a:alpha val="40000"/>
                    </a:schemeClr>
                  </a:outerShdw>
                </a:effectLst>
              </a:rPr>
              <a:t>谢谢观看</a:t>
            </a:r>
            <a:endParaRPr lang="zh-CN" altLang="en-US" sz="5400" i="1">
              <a:solidFill>
                <a:schemeClr val="tx1"/>
              </a:solidFill>
              <a:effectLst>
                <a:outerShdw blurRad="38100" dist="19050" dir="2700000" algn="tl" rotWithShape="0">
                  <a:schemeClr val="dk1">
                    <a:alpha val="40000"/>
                  </a:schemeClr>
                </a:outerShdw>
              </a:effectLst>
            </a:endParaRPr>
          </a:p>
        </p:txBody>
      </p:sp>
    </p:spTree>
  </p:cSld>
  <p:clrMapOvr>
    <a:masterClrMapping/>
  </p:clrMapOvr>
  <p:transition spd="slow">
    <p:strips dir="rd"/>
  </p:transition>
</p:sld>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0000"/>
        </a:lt1>
        <a:dk2>
          <a:srgbClr val="DDDDDD"/>
        </a:dk2>
        <a:lt2>
          <a:srgbClr val="969696"/>
        </a:lt2>
        <a:accent1>
          <a:srgbClr val="00E4A8"/>
        </a:accent1>
        <a:accent2>
          <a:srgbClr val="3333CC"/>
        </a:accent2>
        <a:accent3>
          <a:srgbClr val="AAAAAA"/>
        </a:accent3>
        <a:accent4>
          <a:srgbClr val="DCDCDC"/>
        </a:accent4>
        <a:accent5>
          <a:srgbClr val="AAEFD0"/>
        </a:accent5>
        <a:accent6>
          <a:srgbClr val="2D2DB7"/>
        </a:accent6>
        <a:hlink>
          <a:srgbClr val="FF5050"/>
        </a:hlink>
        <a:folHlink>
          <a:srgbClr val="FFCF01"/>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CC"/>
        </a:dk2>
        <a:lt2>
          <a:srgbClr val="000094"/>
        </a:lt2>
        <a:accent1>
          <a:srgbClr val="3193FF"/>
        </a:accent1>
        <a:accent2>
          <a:srgbClr val="9900FF"/>
        </a:accent2>
        <a:accent3>
          <a:srgbClr val="AAAAE2"/>
        </a:accent3>
        <a:accent4>
          <a:srgbClr val="DCDCDC"/>
        </a:accent4>
        <a:accent5>
          <a:srgbClr val="ADC8FF"/>
        </a:accent5>
        <a:accent6>
          <a:srgbClr val="8900E5"/>
        </a:accent6>
        <a:hlink>
          <a:srgbClr val="FF3399"/>
        </a:hlink>
        <a:folHlink>
          <a:srgbClr val="FF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5"/>
        </a:accent5>
        <a:accent6>
          <a:srgbClr val="ACACAC"/>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CCA"/>
        </a:accent5>
        <a:accent6>
          <a:srgbClr val="4345A2"/>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AAB82"/>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FFFFFF"/>
        </a:dk1>
        <a:lt1>
          <a:srgbClr val="000000"/>
        </a:lt1>
        <a:dk2>
          <a:srgbClr val="DDDDDD"/>
        </a:dk2>
        <a:lt2>
          <a:srgbClr val="969696"/>
        </a:lt2>
        <a:accent1>
          <a:srgbClr val="00E4A8"/>
        </a:accent1>
        <a:accent2>
          <a:srgbClr val="3333CC"/>
        </a:accent2>
        <a:accent3>
          <a:srgbClr val="AAAAAA"/>
        </a:accent3>
        <a:accent4>
          <a:srgbClr val="DCDCDC"/>
        </a:accent4>
        <a:accent5>
          <a:srgbClr val="AAEFD0"/>
        </a:accent5>
        <a:accent6>
          <a:srgbClr val="2D2DB7"/>
        </a:accent6>
        <a:hlink>
          <a:srgbClr val="FF5050"/>
        </a:hlink>
        <a:folHlink>
          <a:srgbClr val="FFCF01"/>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CC"/>
        </a:dk2>
        <a:lt2>
          <a:srgbClr val="000094"/>
        </a:lt2>
        <a:accent1>
          <a:srgbClr val="3193FF"/>
        </a:accent1>
        <a:accent2>
          <a:srgbClr val="9900FF"/>
        </a:accent2>
        <a:accent3>
          <a:srgbClr val="AAAAE2"/>
        </a:accent3>
        <a:accent4>
          <a:srgbClr val="DCDCDC"/>
        </a:accent4>
        <a:accent5>
          <a:srgbClr val="ADC8FF"/>
        </a:accent5>
        <a:accent6>
          <a:srgbClr val="8900E5"/>
        </a:accent6>
        <a:hlink>
          <a:srgbClr val="FF3399"/>
        </a:hlink>
        <a:folHlink>
          <a:srgbClr val="FF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5"/>
        </a:accent5>
        <a:accent6>
          <a:srgbClr val="ACACAC"/>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CCA"/>
        </a:accent5>
        <a:accent6>
          <a:srgbClr val="4345A2"/>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AAB82"/>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Blends</Template>
  <TotalTime>0</TotalTime>
  <Words>7605</Words>
  <Application>WPS 演示</Application>
  <PresentationFormat/>
  <Paragraphs>848</Paragraphs>
  <Slides>70</Slides>
  <Notes>0</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121</vt:i4>
      </vt:variant>
      <vt:variant>
        <vt:lpstr>幻灯片标题</vt:lpstr>
      </vt:variant>
      <vt:variant>
        <vt:i4>70</vt:i4>
      </vt:variant>
    </vt:vector>
  </HeadingPairs>
  <TitlesOfParts>
    <vt:vector size="209" baseType="lpstr">
      <vt:lpstr>Arial</vt:lpstr>
      <vt:lpstr>宋体</vt:lpstr>
      <vt:lpstr>Wingdings</vt:lpstr>
      <vt:lpstr>Tahoma</vt:lpstr>
      <vt:lpstr>Times New Roman</vt:lpstr>
      <vt:lpstr>黑体</vt:lpstr>
      <vt:lpstr>Wingdings 2</vt:lpstr>
      <vt:lpstr>楷体_GB2312</vt:lpstr>
      <vt:lpstr>Symbol</vt:lpstr>
      <vt:lpstr>微软雅黑</vt:lpstr>
      <vt:lpstr>Arial Unicode MS</vt:lpstr>
      <vt:lpstr>隶书</vt:lpstr>
      <vt:lpstr>Monotype Corsiva</vt:lpstr>
      <vt:lpstr>Monotype Sorts</vt:lpstr>
      <vt:lpstr>新宋体</vt:lpstr>
      <vt:lpstr>Wingdings</vt:lpstr>
      <vt:lpstr>Blends</vt:lpstr>
      <vt:lpstr>1_Blends</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一、概率论及随机过程回顾</vt:lpstr>
      <vt:lpstr>一、概率论及随机过程复习</vt:lpstr>
      <vt:lpstr>PowerPoint 演示文稿</vt:lpstr>
      <vt:lpstr>? 爱尔朗分布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Poisson过程</vt:lpstr>
      <vt:lpstr>生灭过程</vt:lpstr>
      <vt:lpstr>二、排队论的基本知识</vt:lpstr>
      <vt:lpstr>排队论研究的内容</vt:lpstr>
      <vt:lpstr>PowerPoint 演示文稿</vt:lpstr>
      <vt:lpstr>服务机构</vt:lpstr>
      <vt:lpstr>服务机构</vt:lpstr>
      <vt:lpstr>服务机构</vt:lpstr>
      <vt:lpstr>服务机构</vt:lpstr>
      <vt:lpstr>服务机构</vt:lpstr>
      <vt:lpstr>排队结构</vt:lpstr>
      <vt:lpstr> </vt:lpstr>
      <vt:lpstr>PowerPoint 演示文稿</vt:lpstr>
      <vt:lpstr>PowerPoint 演示文稿</vt:lpstr>
      <vt:lpstr> </vt:lpstr>
      <vt:lpstr> </vt:lpstr>
      <vt:lpstr>PowerPoint 演示文稿</vt:lpstr>
      <vt:lpstr>PowerPoint 演示文稿</vt:lpstr>
      <vt:lpstr> </vt:lpstr>
      <vt:lpstr> </vt:lpstr>
      <vt:lpstr> </vt:lpstr>
      <vt:lpstr>三.单服务台负指数分布 排队系统分析   </vt:lpstr>
      <vt:lpstr>PowerPoint 演示文稿</vt:lpstr>
      <vt:lpstr>  </vt:lpstr>
      <vt:lpstr>PowerPoint 演示文稿</vt:lpstr>
      <vt:lpstr> </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3.2 系统容量有限制的情形        (M/M/1/N/∞/FCFS）</vt:lpstr>
      <vt:lpstr>PowerPoint 演示文稿</vt:lpstr>
      <vt:lpstr> </vt:lpstr>
      <vt:lpstr> </vt:lpstr>
      <vt:lpstr> </vt:lpstr>
      <vt:lpstr> </vt:lpstr>
      <vt:lpstr> </vt:lpstr>
      <vt:lpstr> </vt:lpstr>
      <vt:lpstr> </vt:lpstr>
      <vt:lpstr>3.3 顾客源有限制的情形        (M/M/1/∞/m/FCFS）</vt:lpstr>
      <vt:lpstr>PowerPoint 演示文稿</vt:lpstr>
      <vt:lpstr>PowerPoint 演示文稿</vt:lpstr>
      <vt:lpstr> </vt:lpstr>
      <vt:lpstr> </vt:lpstr>
      <vt:lpstr> </vt:lpstr>
      <vt:lpstr>PowerPoint 演示文稿</vt:lpstr>
      <vt:lpstr>PowerPoint 演示文稿</vt:lpstr>
      <vt:lpstr>PowerPoint 演示文稿</vt:lpstr>
      <vt:lpstr>PowerPoint 演示文稿</vt:lpstr>
      <vt:lpstr>时间序列简述</vt:lpstr>
      <vt:lpstr>时间序列的定义</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运筹学</dc:title>
  <dc:creator>chen zhimin</dc:creator>
  <cp:lastModifiedBy>个性</cp:lastModifiedBy>
  <cp:revision>112</cp:revision>
  <dcterms:created xsi:type="dcterms:W3CDTF">1999-03-02T01:10:00Z</dcterms:created>
  <dcterms:modified xsi:type="dcterms:W3CDTF">2018-01-13T12:58:31Z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2052-10.1.0.7106</vt:lpwstr>
  </property>
</Properties>
</file>