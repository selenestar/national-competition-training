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wmf" ContentType="image/x-wmf"/>
  <Default Extension="png" ContentType="image/png"/>
  <Default Extension="gif" ContentType="image/gi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104"/>
  </p:notesMasterIdLst>
  <p:handoutMasterIdLst>
    <p:handoutMasterId r:id="rId105"/>
  </p:handoutMasterIdLst>
  <p:sldIdLst>
    <p:sldId id="467" r:id="rId5"/>
    <p:sldId id="291" r:id="rId6"/>
    <p:sldId id="302" r:id="rId7"/>
    <p:sldId id="310" r:id="rId8"/>
    <p:sldId id="309" r:id="rId9"/>
    <p:sldId id="311" r:id="rId10"/>
    <p:sldId id="312" r:id="rId11"/>
    <p:sldId id="304" r:id="rId12"/>
    <p:sldId id="313" r:id="rId13"/>
    <p:sldId id="314" r:id="rId14"/>
    <p:sldId id="321" r:id="rId15"/>
    <p:sldId id="318" r:id="rId16"/>
    <p:sldId id="319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3" r:id="rId28"/>
    <p:sldId id="315" r:id="rId29"/>
    <p:sldId id="348" r:id="rId30"/>
    <p:sldId id="335" r:id="rId31"/>
    <p:sldId id="337" r:id="rId32"/>
    <p:sldId id="339" r:id="rId33"/>
    <p:sldId id="340" r:id="rId34"/>
    <p:sldId id="338" r:id="rId35"/>
    <p:sldId id="342" r:id="rId36"/>
    <p:sldId id="343" r:id="rId37"/>
    <p:sldId id="344" r:id="rId38"/>
    <p:sldId id="341" r:id="rId39"/>
    <p:sldId id="345" r:id="rId40"/>
    <p:sldId id="346" r:id="rId41"/>
    <p:sldId id="349" r:id="rId42"/>
    <p:sldId id="347" r:id="rId43"/>
    <p:sldId id="350" r:id="rId44"/>
    <p:sldId id="351" r:id="rId45"/>
    <p:sldId id="409" r:id="rId46"/>
    <p:sldId id="353" r:id="rId47"/>
    <p:sldId id="354" r:id="rId48"/>
    <p:sldId id="355" r:id="rId49"/>
    <p:sldId id="356" r:id="rId50"/>
    <p:sldId id="357" r:id="rId51"/>
    <p:sldId id="358" r:id="rId52"/>
    <p:sldId id="360" r:id="rId53"/>
    <p:sldId id="361" r:id="rId54"/>
    <p:sldId id="362" r:id="rId55"/>
    <p:sldId id="363" r:id="rId56"/>
    <p:sldId id="364" r:id="rId57"/>
    <p:sldId id="365" r:id="rId58"/>
    <p:sldId id="366" r:id="rId59"/>
    <p:sldId id="367" r:id="rId60"/>
    <p:sldId id="368" r:id="rId61"/>
    <p:sldId id="369" r:id="rId62"/>
    <p:sldId id="370" r:id="rId63"/>
    <p:sldId id="359" r:id="rId64"/>
    <p:sldId id="371" r:id="rId65"/>
    <p:sldId id="372" r:id="rId66"/>
    <p:sldId id="373" r:id="rId67"/>
    <p:sldId id="374" r:id="rId68"/>
    <p:sldId id="375" r:id="rId69"/>
    <p:sldId id="376" r:id="rId70"/>
    <p:sldId id="377" r:id="rId71"/>
    <p:sldId id="378" r:id="rId72"/>
    <p:sldId id="379" r:id="rId73"/>
    <p:sldId id="381" r:id="rId74"/>
    <p:sldId id="382" r:id="rId75"/>
    <p:sldId id="383" r:id="rId76"/>
    <p:sldId id="384" r:id="rId77"/>
    <p:sldId id="385" r:id="rId78"/>
    <p:sldId id="386" r:id="rId79"/>
    <p:sldId id="387" r:id="rId80"/>
    <p:sldId id="388" r:id="rId81"/>
    <p:sldId id="389" r:id="rId82"/>
    <p:sldId id="390" r:id="rId83"/>
    <p:sldId id="391" r:id="rId84"/>
    <p:sldId id="392" r:id="rId85"/>
    <p:sldId id="393" r:id="rId86"/>
    <p:sldId id="394" r:id="rId87"/>
    <p:sldId id="395" r:id="rId88"/>
    <p:sldId id="396" r:id="rId89"/>
    <p:sldId id="397" r:id="rId90"/>
    <p:sldId id="398" r:id="rId91"/>
    <p:sldId id="399" r:id="rId92"/>
    <p:sldId id="400" r:id="rId93"/>
    <p:sldId id="402" r:id="rId94"/>
    <p:sldId id="401" r:id="rId95"/>
    <p:sldId id="403" r:id="rId96"/>
    <p:sldId id="404" r:id="rId97"/>
    <p:sldId id="405" r:id="rId98"/>
    <p:sldId id="406" r:id="rId99"/>
    <p:sldId id="407" r:id="rId100"/>
    <p:sldId id="408" r:id="rId101"/>
    <p:sldId id="336" r:id="rId102"/>
    <p:sldId id="292" r:id="rId10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99"/>
    <a:srgbClr val="0000CC"/>
    <a:srgbClr val="D9F1FF"/>
    <a:srgbClr val="FFFF00"/>
    <a:srgbClr val="CC0066"/>
    <a:srgbClr val="B4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544"/>
    <p:restoredTop sz="99029"/>
  </p:normalViewPr>
  <p:slideViewPr>
    <p:cSldViewPr showGuides="1">
      <p:cViewPr varScale="1">
        <p:scale>
          <a:sx n="53" d="100"/>
          <a:sy n="53" d="100"/>
        </p:scale>
        <p:origin x="-552" y="-84"/>
      </p:cViewPr>
      <p:guideLst>
        <p:guide orient="horz" pos="573"/>
        <p:guide pos="2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8" Type="http://schemas.openxmlformats.org/officeDocument/2006/relationships/tableStyles" Target="tableStyles.xml"/><Relationship Id="rId107" Type="http://schemas.openxmlformats.org/officeDocument/2006/relationships/viewProps" Target="viewProps.xml"/><Relationship Id="rId106" Type="http://schemas.openxmlformats.org/officeDocument/2006/relationships/presProps" Target="presProps.xml"/><Relationship Id="rId105" Type="http://schemas.openxmlformats.org/officeDocument/2006/relationships/handoutMaster" Target="handoutMasters/handoutMaster1.xml"/><Relationship Id="rId104" Type="http://schemas.openxmlformats.org/officeDocument/2006/relationships/notesMaster" Target="notesMasters/notesMaster1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image" Target="../media/image30.wmf"/><Relationship Id="rId7" Type="http://schemas.openxmlformats.org/officeDocument/2006/relationships/image" Target="../media/image29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3" Type="http://schemas.openxmlformats.org/officeDocument/2006/relationships/image" Target="../media/image36.emf"/><Relationship Id="rId12" Type="http://schemas.openxmlformats.org/officeDocument/2006/relationships/image" Target="../media/image34.wmf"/><Relationship Id="rId11" Type="http://schemas.openxmlformats.org/officeDocument/2006/relationships/image" Target="../media/image33.wmf"/><Relationship Id="rId10" Type="http://schemas.openxmlformats.org/officeDocument/2006/relationships/image" Target="../media/image32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image" Target="../media/image44.wmf"/><Relationship Id="rId7" Type="http://schemas.openxmlformats.org/officeDocument/2006/relationships/image" Target="../media/image43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7" Type="http://schemas.openxmlformats.org/officeDocument/2006/relationships/image" Target="../media/image53.wmf"/><Relationship Id="rId16" Type="http://schemas.openxmlformats.org/officeDocument/2006/relationships/image" Target="../media/image52.wmf"/><Relationship Id="rId15" Type="http://schemas.openxmlformats.org/officeDocument/2006/relationships/image" Target="../media/image51.wmf"/><Relationship Id="rId14" Type="http://schemas.openxmlformats.org/officeDocument/2006/relationships/image" Target="../media/image50.wmf"/><Relationship Id="rId13" Type="http://schemas.openxmlformats.org/officeDocument/2006/relationships/image" Target="../media/image49.wmf"/><Relationship Id="rId12" Type="http://schemas.openxmlformats.org/officeDocument/2006/relationships/image" Target="../media/image48.wmf"/><Relationship Id="rId11" Type="http://schemas.openxmlformats.org/officeDocument/2006/relationships/image" Target="../media/image47.wmf"/><Relationship Id="rId10" Type="http://schemas.openxmlformats.org/officeDocument/2006/relationships/image" Target="../media/image46.wmf"/><Relationship Id="rId1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7" Type="http://schemas.openxmlformats.org/officeDocument/2006/relationships/image" Target="../media/image80.wmf"/><Relationship Id="rId26" Type="http://schemas.openxmlformats.org/officeDocument/2006/relationships/image" Target="../media/image79.wmf"/><Relationship Id="rId25" Type="http://schemas.openxmlformats.org/officeDocument/2006/relationships/image" Target="../media/image78.wmf"/><Relationship Id="rId24" Type="http://schemas.openxmlformats.org/officeDocument/2006/relationships/image" Target="../media/image77.wmf"/><Relationship Id="rId23" Type="http://schemas.openxmlformats.org/officeDocument/2006/relationships/image" Target="../media/image76.wmf"/><Relationship Id="rId22" Type="http://schemas.openxmlformats.org/officeDocument/2006/relationships/image" Target="../media/image75.wmf"/><Relationship Id="rId21" Type="http://schemas.openxmlformats.org/officeDocument/2006/relationships/image" Target="../media/image74.wmf"/><Relationship Id="rId20" Type="http://schemas.openxmlformats.org/officeDocument/2006/relationships/image" Target="../media/image73.wmf"/><Relationship Id="rId2" Type="http://schemas.openxmlformats.org/officeDocument/2006/relationships/image" Target="../media/image55.wmf"/><Relationship Id="rId19" Type="http://schemas.openxmlformats.org/officeDocument/2006/relationships/image" Target="../media/image72.wmf"/><Relationship Id="rId18" Type="http://schemas.openxmlformats.org/officeDocument/2006/relationships/image" Target="../media/image71.wmf"/><Relationship Id="rId17" Type="http://schemas.openxmlformats.org/officeDocument/2006/relationships/image" Target="../media/image70.wmf"/><Relationship Id="rId16" Type="http://schemas.openxmlformats.org/officeDocument/2006/relationships/image" Target="../media/image69.wmf"/><Relationship Id="rId15" Type="http://schemas.openxmlformats.org/officeDocument/2006/relationships/image" Target="../media/image68.wmf"/><Relationship Id="rId14" Type="http://schemas.openxmlformats.org/officeDocument/2006/relationships/image" Target="../media/image67.wmf"/><Relationship Id="rId13" Type="http://schemas.openxmlformats.org/officeDocument/2006/relationships/image" Target="../media/image66.wmf"/><Relationship Id="rId12" Type="http://schemas.openxmlformats.org/officeDocument/2006/relationships/image" Target="../media/image65.wmf"/><Relationship Id="rId11" Type="http://schemas.openxmlformats.org/officeDocument/2006/relationships/image" Target="../media/image64.wmf"/><Relationship Id="rId10" Type="http://schemas.openxmlformats.org/officeDocument/2006/relationships/image" Target="../media/image63.wmf"/><Relationship Id="rId1" Type="http://schemas.openxmlformats.org/officeDocument/2006/relationships/image" Target="../media/image54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image" Target="../media/image73.wmf"/><Relationship Id="rId7" Type="http://schemas.openxmlformats.org/officeDocument/2006/relationships/image" Target="../media/image69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85.wmf"/><Relationship Id="rId18" Type="http://schemas.openxmlformats.org/officeDocument/2006/relationships/image" Target="../media/image72.wmf"/><Relationship Id="rId17" Type="http://schemas.openxmlformats.org/officeDocument/2006/relationships/image" Target="../media/image71.wmf"/><Relationship Id="rId16" Type="http://schemas.openxmlformats.org/officeDocument/2006/relationships/image" Target="../media/image70.wmf"/><Relationship Id="rId15" Type="http://schemas.openxmlformats.org/officeDocument/2006/relationships/image" Target="../media/image80.wmf"/><Relationship Id="rId14" Type="http://schemas.openxmlformats.org/officeDocument/2006/relationships/image" Target="../media/image79.wmf"/><Relationship Id="rId13" Type="http://schemas.openxmlformats.org/officeDocument/2006/relationships/image" Target="../media/image78.wmf"/><Relationship Id="rId12" Type="http://schemas.openxmlformats.org/officeDocument/2006/relationships/image" Target="../media/image77.wmf"/><Relationship Id="rId11" Type="http://schemas.openxmlformats.org/officeDocument/2006/relationships/image" Target="../media/image76.wmf"/><Relationship Id="rId10" Type="http://schemas.openxmlformats.org/officeDocument/2006/relationships/image" Target="../media/image75.wmf"/><Relationship Id="rId1" Type="http://schemas.openxmlformats.org/officeDocument/2006/relationships/image" Target="../media/image84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90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94.wmf"/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87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98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87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6.wmf"/><Relationship Id="rId3" Type="http://schemas.openxmlformats.org/officeDocument/2006/relationships/image" Target="../media/image104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1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7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wmf"/><Relationship Id="rId8" Type="http://schemas.openxmlformats.org/officeDocument/2006/relationships/image" Target="../media/image120.wmf"/><Relationship Id="rId7" Type="http://schemas.openxmlformats.org/officeDocument/2006/relationships/image" Target="../media/image119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5" Type="http://schemas.openxmlformats.org/officeDocument/2006/relationships/image" Target="../media/image127.wmf"/><Relationship Id="rId14" Type="http://schemas.openxmlformats.org/officeDocument/2006/relationships/image" Target="../media/image126.wmf"/><Relationship Id="rId13" Type="http://schemas.openxmlformats.org/officeDocument/2006/relationships/image" Target="../media/image125.wmf"/><Relationship Id="rId12" Type="http://schemas.openxmlformats.org/officeDocument/2006/relationships/image" Target="../media/image124.wmf"/><Relationship Id="rId11" Type="http://schemas.openxmlformats.org/officeDocument/2006/relationships/image" Target="../media/image123.wmf"/><Relationship Id="rId10" Type="http://schemas.openxmlformats.org/officeDocument/2006/relationships/image" Target="../media/image122.wmf"/><Relationship Id="rId1" Type="http://schemas.openxmlformats.org/officeDocument/2006/relationships/image" Target="../media/image113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7" Type="http://schemas.openxmlformats.org/officeDocument/2006/relationships/image" Target="../media/image137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3.wmf"/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wmf"/><Relationship Id="rId8" Type="http://schemas.openxmlformats.org/officeDocument/2006/relationships/image" Target="../media/image152.wmf"/><Relationship Id="rId7" Type="http://schemas.openxmlformats.org/officeDocument/2006/relationships/image" Target="../media/image151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6" Type="http://schemas.openxmlformats.org/officeDocument/2006/relationships/image" Target="../media/image162.wmf"/><Relationship Id="rId15" Type="http://schemas.openxmlformats.org/officeDocument/2006/relationships/image" Target="../media/image161.wmf"/><Relationship Id="rId14" Type="http://schemas.openxmlformats.org/officeDocument/2006/relationships/image" Target="../media/image160.wmf"/><Relationship Id="rId13" Type="http://schemas.openxmlformats.org/officeDocument/2006/relationships/image" Target="../media/image157.wmf"/><Relationship Id="rId12" Type="http://schemas.openxmlformats.org/officeDocument/2006/relationships/image" Target="../media/image156.wmf"/><Relationship Id="rId11" Type="http://schemas.openxmlformats.org/officeDocument/2006/relationships/image" Target="../media/image155.wmf"/><Relationship Id="rId10" Type="http://schemas.openxmlformats.org/officeDocument/2006/relationships/image" Target="../media/image154.wmf"/><Relationship Id="rId1" Type="http://schemas.openxmlformats.org/officeDocument/2006/relationships/image" Target="../media/image145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wmf"/><Relationship Id="rId8" Type="http://schemas.openxmlformats.org/officeDocument/2006/relationships/image" Target="../media/image152.wmf"/><Relationship Id="rId7" Type="http://schemas.openxmlformats.org/officeDocument/2006/relationships/image" Target="../media/image163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6" Type="http://schemas.openxmlformats.org/officeDocument/2006/relationships/image" Target="../media/image164.wmf"/><Relationship Id="rId15" Type="http://schemas.openxmlformats.org/officeDocument/2006/relationships/image" Target="../media/image161.wmf"/><Relationship Id="rId14" Type="http://schemas.openxmlformats.org/officeDocument/2006/relationships/image" Target="../media/image160.wmf"/><Relationship Id="rId13" Type="http://schemas.openxmlformats.org/officeDocument/2006/relationships/image" Target="../media/image157.wmf"/><Relationship Id="rId12" Type="http://schemas.openxmlformats.org/officeDocument/2006/relationships/image" Target="../media/image156.wmf"/><Relationship Id="rId11" Type="http://schemas.openxmlformats.org/officeDocument/2006/relationships/image" Target="../media/image155.wmf"/><Relationship Id="rId10" Type="http://schemas.openxmlformats.org/officeDocument/2006/relationships/image" Target="../media/image154.wmf"/><Relationship Id="rId1" Type="http://schemas.openxmlformats.org/officeDocument/2006/relationships/image" Target="../media/image145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2.wmf"/><Relationship Id="rId8" Type="http://schemas.openxmlformats.org/officeDocument/2006/relationships/image" Target="../media/image166.wmf"/><Relationship Id="rId7" Type="http://schemas.openxmlformats.org/officeDocument/2006/relationships/image" Target="../media/image150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7" Type="http://schemas.openxmlformats.org/officeDocument/2006/relationships/image" Target="../media/image167.wmf"/><Relationship Id="rId16" Type="http://schemas.openxmlformats.org/officeDocument/2006/relationships/image" Target="../media/image164.wmf"/><Relationship Id="rId15" Type="http://schemas.openxmlformats.org/officeDocument/2006/relationships/image" Target="../media/image160.wmf"/><Relationship Id="rId14" Type="http://schemas.openxmlformats.org/officeDocument/2006/relationships/image" Target="../media/image157.wmf"/><Relationship Id="rId13" Type="http://schemas.openxmlformats.org/officeDocument/2006/relationships/image" Target="../media/image156.wmf"/><Relationship Id="rId12" Type="http://schemas.openxmlformats.org/officeDocument/2006/relationships/image" Target="../media/image155.wmf"/><Relationship Id="rId11" Type="http://schemas.openxmlformats.org/officeDocument/2006/relationships/image" Target="../media/image154.wmf"/><Relationship Id="rId10" Type="http://schemas.openxmlformats.org/officeDocument/2006/relationships/image" Target="../media/image153.wmf"/><Relationship Id="rId1" Type="http://schemas.openxmlformats.org/officeDocument/2006/relationships/image" Target="../media/image165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0.wmf"/><Relationship Id="rId8" Type="http://schemas.openxmlformats.org/officeDocument/2006/relationships/image" Target="../media/image150.wmf"/><Relationship Id="rId7" Type="http://schemas.openxmlformats.org/officeDocument/2006/relationships/image" Target="../media/image149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Relationship Id="rId3" Type="http://schemas.openxmlformats.org/officeDocument/2006/relationships/image" Target="../media/image145.wmf"/><Relationship Id="rId2" Type="http://schemas.openxmlformats.org/officeDocument/2006/relationships/image" Target="../media/image169.wmf"/><Relationship Id="rId18" Type="http://schemas.openxmlformats.org/officeDocument/2006/relationships/image" Target="../media/image167.wmf"/><Relationship Id="rId17" Type="http://schemas.openxmlformats.org/officeDocument/2006/relationships/image" Target="../media/image164.wmf"/><Relationship Id="rId16" Type="http://schemas.openxmlformats.org/officeDocument/2006/relationships/image" Target="../media/image160.wmf"/><Relationship Id="rId15" Type="http://schemas.openxmlformats.org/officeDocument/2006/relationships/image" Target="../media/image157.wmf"/><Relationship Id="rId14" Type="http://schemas.openxmlformats.org/officeDocument/2006/relationships/image" Target="../media/image156.wmf"/><Relationship Id="rId13" Type="http://schemas.openxmlformats.org/officeDocument/2006/relationships/image" Target="../media/image155.wmf"/><Relationship Id="rId12" Type="http://schemas.openxmlformats.org/officeDocument/2006/relationships/image" Target="../media/image154.wmf"/><Relationship Id="rId11" Type="http://schemas.openxmlformats.org/officeDocument/2006/relationships/image" Target="../media/image153.wmf"/><Relationship Id="rId10" Type="http://schemas.openxmlformats.org/officeDocument/2006/relationships/image" Target="../media/image152.wmf"/><Relationship Id="rId1" Type="http://schemas.openxmlformats.org/officeDocument/2006/relationships/image" Target="../media/image168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wmf"/><Relationship Id="rId8" Type="http://schemas.openxmlformats.org/officeDocument/2006/relationships/image" Target="../media/image150.wmf"/><Relationship Id="rId7" Type="http://schemas.openxmlformats.org/officeDocument/2006/relationships/image" Target="../media/image149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Relationship Id="rId3" Type="http://schemas.openxmlformats.org/officeDocument/2006/relationships/image" Target="../media/image145.wmf"/><Relationship Id="rId2" Type="http://schemas.openxmlformats.org/officeDocument/2006/relationships/image" Target="../media/image169.wmf"/><Relationship Id="rId19" Type="http://schemas.openxmlformats.org/officeDocument/2006/relationships/image" Target="../media/image173.wmf"/><Relationship Id="rId18" Type="http://schemas.openxmlformats.org/officeDocument/2006/relationships/image" Target="../media/image167.wmf"/><Relationship Id="rId17" Type="http://schemas.openxmlformats.org/officeDocument/2006/relationships/image" Target="../media/image164.wmf"/><Relationship Id="rId16" Type="http://schemas.openxmlformats.org/officeDocument/2006/relationships/image" Target="../media/image160.wmf"/><Relationship Id="rId15" Type="http://schemas.openxmlformats.org/officeDocument/2006/relationships/image" Target="../media/image157.wmf"/><Relationship Id="rId14" Type="http://schemas.openxmlformats.org/officeDocument/2006/relationships/image" Target="../media/image156.wmf"/><Relationship Id="rId13" Type="http://schemas.openxmlformats.org/officeDocument/2006/relationships/image" Target="../media/image155.wmf"/><Relationship Id="rId12" Type="http://schemas.openxmlformats.org/officeDocument/2006/relationships/image" Target="../media/image154.wmf"/><Relationship Id="rId11" Type="http://schemas.openxmlformats.org/officeDocument/2006/relationships/image" Target="../media/image153.wmf"/><Relationship Id="rId10" Type="http://schemas.openxmlformats.org/officeDocument/2006/relationships/image" Target="../media/image152.wmf"/><Relationship Id="rId1" Type="http://schemas.openxmlformats.org/officeDocument/2006/relationships/image" Target="../media/image171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5.wmf"/><Relationship Id="rId8" Type="http://schemas.openxmlformats.org/officeDocument/2006/relationships/image" Target="../media/image150.wmf"/><Relationship Id="rId7" Type="http://schemas.openxmlformats.org/officeDocument/2006/relationships/image" Target="../media/image149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Relationship Id="rId3" Type="http://schemas.openxmlformats.org/officeDocument/2006/relationships/image" Target="../media/image145.wmf"/><Relationship Id="rId20" Type="http://schemas.openxmlformats.org/officeDocument/2006/relationships/image" Target="../media/image176.wmf"/><Relationship Id="rId2" Type="http://schemas.openxmlformats.org/officeDocument/2006/relationships/image" Target="../media/image169.wmf"/><Relationship Id="rId19" Type="http://schemas.openxmlformats.org/officeDocument/2006/relationships/image" Target="../media/image173.wmf"/><Relationship Id="rId18" Type="http://schemas.openxmlformats.org/officeDocument/2006/relationships/image" Target="../media/image167.wmf"/><Relationship Id="rId17" Type="http://schemas.openxmlformats.org/officeDocument/2006/relationships/image" Target="../media/image164.wmf"/><Relationship Id="rId16" Type="http://schemas.openxmlformats.org/officeDocument/2006/relationships/image" Target="../media/image160.wmf"/><Relationship Id="rId15" Type="http://schemas.openxmlformats.org/officeDocument/2006/relationships/image" Target="../media/image157.wmf"/><Relationship Id="rId14" Type="http://schemas.openxmlformats.org/officeDocument/2006/relationships/image" Target="../media/image156.wmf"/><Relationship Id="rId13" Type="http://schemas.openxmlformats.org/officeDocument/2006/relationships/image" Target="../media/image155.wmf"/><Relationship Id="rId12" Type="http://schemas.openxmlformats.org/officeDocument/2006/relationships/image" Target="../media/image154.wmf"/><Relationship Id="rId11" Type="http://schemas.openxmlformats.org/officeDocument/2006/relationships/image" Target="../media/image153.wmf"/><Relationship Id="rId10" Type="http://schemas.openxmlformats.org/officeDocument/2006/relationships/image" Target="../media/image152.wmf"/><Relationship Id="rId1" Type="http://schemas.openxmlformats.org/officeDocument/2006/relationships/image" Target="../media/image174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8.wmf"/><Relationship Id="rId8" Type="http://schemas.openxmlformats.org/officeDocument/2006/relationships/image" Target="../media/image150.wmf"/><Relationship Id="rId7" Type="http://schemas.openxmlformats.org/officeDocument/2006/relationships/image" Target="../media/image149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Relationship Id="rId3" Type="http://schemas.openxmlformats.org/officeDocument/2006/relationships/image" Target="../media/image145.wmf"/><Relationship Id="rId21" Type="http://schemas.openxmlformats.org/officeDocument/2006/relationships/image" Target="../media/image179.wmf"/><Relationship Id="rId20" Type="http://schemas.openxmlformats.org/officeDocument/2006/relationships/image" Target="../media/image176.wmf"/><Relationship Id="rId2" Type="http://schemas.openxmlformats.org/officeDocument/2006/relationships/image" Target="../media/image169.wmf"/><Relationship Id="rId19" Type="http://schemas.openxmlformats.org/officeDocument/2006/relationships/image" Target="../media/image173.wmf"/><Relationship Id="rId18" Type="http://schemas.openxmlformats.org/officeDocument/2006/relationships/image" Target="../media/image167.wmf"/><Relationship Id="rId17" Type="http://schemas.openxmlformats.org/officeDocument/2006/relationships/image" Target="../media/image164.wmf"/><Relationship Id="rId16" Type="http://schemas.openxmlformats.org/officeDocument/2006/relationships/image" Target="../media/image160.wmf"/><Relationship Id="rId15" Type="http://schemas.openxmlformats.org/officeDocument/2006/relationships/image" Target="../media/image157.wmf"/><Relationship Id="rId14" Type="http://schemas.openxmlformats.org/officeDocument/2006/relationships/image" Target="../media/image156.wmf"/><Relationship Id="rId13" Type="http://schemas.openxmlformats.org/officeDocument/2006/relationships/image" Target="../media/image155.wmf"/><Relationship Id="rId12" Type="http://schemas.openxmlformats.org/officeDocument/2006/relationships/image" Target="../media/image154.wmf"/><Relationship Id="rId11" Type="http://schemas.openxmlformats.org/officeDocument/2006/relationships/image" Target="../media/image153.wmf"/><Relationship Id="rId10" Type="http://schemas.openxmlformats.org/officeDocument/2006/relationships/image" Target="../media/image152.wmf"/><Relationship Id="rId1" Type="http://schemas.openxmlformats.org/officeDocument/2006/relationships/image" Target="../media/image177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2.wmf"/><Relationship Id="rId8" Type="http://schemas.openxmlformats.org/officeDocument/2006/relationships/image" Target="../media/image181.wmf"/><Relationship Id="rId7" Type="http://schemas.openxmlformats.org/officeDocument/2006/relationships/image" Target="../media/image150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Relationship Id="rId3" Type="http://schemas.openxmlformats.org/officeDocument/2006/relationships/image" Target="../media/image146.wmf"/><Relationship Id="rId22" Type="http://schemas.openxmlformats.org/officeDocument/2006/relationships/image" Target="../media/image182.wmf"/><Relationship Id="rId21" Type="http://schemas.openxmlformats.org/officeDocument/2006/relationships/image" Target="../media/image179.wmf"/><Relationship Id="rId20" Type="http://schemas.openxmlformats.org/officeDocument/2006/relationships/image" Target="../media/image176.wmf"/><Relationship Id="rId2" Type="http://schemas.openxmlformats.org/officeDocument/2006/relationships/image" Target="../media/image145.wmf"/><Relationship Id="rId19" Type="http://schemas.openxmlformats.org/officeDocument/2006/relationships/image" Target="../media/image173.wmf"/><Relationship Id="rId18" Type="http://schemas.openxmlformats.org/officeDocument/2006/relationships/image" Target="../media/image169.wmf"/><Relationship Id="rId17" Type="http://schemas.openxmlformats.org/officeDocument/2006/relationships/image" Target="../media/image167.wmf"/><Relationship Id="rId16" Type="http://schemas.openxmlformats.org/officeDocument/2006/relationships/image" Target="../media/image164.wmf"/><Relationship Id="rId15" Type="http://schemas.openxmlformats.org/officeDocument/2006/relationships/image" Target="../media/image160.wmf"/><Relationship Id="rId14" Type="http://schemas.openxmlformats.org/officeDocument/2006/relationships/image" Target="../media/image157.wmf"/><Relationship Id="rId13" Type="http://schemas.openxmlformats.org/officeDocument/2006/relationships/image" Target="../media/image156.wmf"/><Relationship Id="rId12" Type="http://schemas.openxmlformats.org/officeDocument/2006/relationships/image" Target="../media/image155.wmf"/><Relationship Id="rId11" Type="http://schemas.openxmlformats.org/officeDocument/2006/relationships/image" Target="../media/image154.wmf"/><Relationship Id="rId10" Type="http://schemas.openxmlformats.org/officeDocument/2006/relationships/image" Target="../media/image153.wmf"/><Relationship Id="rId1" Type="http://schemas.openxmlformats.org/officeDocument/2006/relationships/image" Target="../media/image180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wmf"/><Relationship Id="rId8" Type="http://schemas.openxmlformats.org/officeDocument/2006/relationships/image" Target="../media/image152.wmf"/><Relationship Id="rId7" Type="http://schemas.openxmlformats.org/officeDocument/2006/relationships/image" Target="../media/image183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3" Type="http://schemas.openxmlformats.org/officeDocument/2006/relationships/image" Target="../media/image147.wmf"/><Relationship Id="rId22" Type="http://schemas.openxmlformats.org/officeDocument/2006/relationships/image" Target="../media/image186.wmf"/><Relationship Id="rId21" Type="http://schemas.openxmlformats.org/officeDocument/2006/relationships/image" Target="../media/image184.wmf"/><Relationship Id="rId20" Type="http://schemas.openxmlformats.org/officeDocument/2006/relationships/image" Target="../media/image179.wmf"/><Relationship Id="rId2" Type="http://schemas.openxmlformats.org/officeDocument/2006/relationships/image" Target="../media/image146.wmf"/><Relationship Id="rId19" Type="http://schemas.openxmlformats.org/officeDocument/2006/relationships/image" Target="../media/image176.wmf"/><Relationship Id="rId18" Type="http://schemas.openxmlformats.org/officeDocument/2006/relationships/image" Target="../media/image173.wmf"/><Relationship Id="rId17" Type="http://schemas.openxmlformats.org/officeDocument/2006/relationships/image" Target="../media/image169.wmf"/><Relationship Id="rId16" Type="http://schemas.openxmlformats.org/officeDocument/2006/relationships/image" Target="../media/image167.wmf"/><Relationship Id="rId15" Type="http://schemas.openxmlformats.org/officeDocument/2006/relationships/image" Target="../media/image164.wmf"/><Relationship Id="rId14" Type="http://schemas.openxmlformats.org/officeDocument/2006/relationships/image" Target="../media/image160.wmf"/><Relationship Id="rId13" Type="http://schemas.openxmlformats.org/officeDocument/2006/relationships/image" Target="../media/image157.wmf"/><Relationship Id="rId12" Type="http://schemas.openxmlformats.org/officeDocument/2006/relationships/image" Target="../media/image156.wmf"/><Relationship Id="rId11" Type="http://schemas.openxmlformats.org/officeDocument/2006/relationships/image" Target="../media/image155.wmf"/><Relationship Id="rId10" Type="http://schemas.openxmlformats.org/officeDocument/2006/relationships/image" Target="../media/image154.wmf"/><Relationship Id="rId1" Type="http://schemas.openxmlformats.org/officeDocument/2006/relationships/image" Target="../media/image145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wmf"/><Relationship Id="rId8" Type="http://schemas.openxmlformats.org/officeDocument/2006/relationships/image" Target="../media/image152.wmf"/><Relationship Id="rId7" Type="http://schemas.openxmlformats.org/officeDocument/2006/relationships/image" Target="../media/image187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3" Type="http://schemas.openxmlformats.org/officeDocument/2006/relationships/image" Target="../media/image147.wmf"/><Relationship Id="rId24" Type="http://schemas.openxmlformats.org/officeDocument/2006/relationships/image" Target="../media/image191.wmf"/><Relationship Id="rId23" Type="http://schemas.openxmlformats.org/officeDocument/2006/relationships/image" Target="../media/image190.wmf"/><Relationship Id="rId22" Type="http://schemas.openxmlformats.org/officeDocument/2006/relationships/image" Target="../media/image189.wmf"/><Relationship Id="rId21" Type="http://schemas.openxmlformats.org/officeDocument/2006/relationships/image" Target="../media/image182.wmf"/><Relationship Id="rId20" Type="http://schemas.openxmlformats.org/officeDocument/2006/relationships/image" Target="../media/image179.wmf"/><Relationship Id="rId2" Type="http://schemas.openxmlformats.org/officeDocument/2006/relationships/image" Target="../media/image146.wmf"/><Relationship Id="rId19" Type="http://schemas.openxmlformats.org/officeDocument/2006/relationships/image" Target="../media/image176.wmf"/><Relationship Id="rId18" Type="http://schemas.openxmlformats.org/officeDocument/2006/relationships/image" Target="../media/image173.wmf"/><Relationship Id="rId17" Type="http://schemas.openxmlformats.org/officeDocument/2006/relationships/image" Target="../media/image169.wmf"/><Relationship Id="rId16" Type="http://schemas.openxmlformats.org/officeDocument/2006/relationships/image" Target="../media/image167.wmf"/><Relationship Id="rId15" Type="http://schemas.openxmlformats.org/officeDocument/2006/relationships/image" Target="../media/image164.wmf"/><Relationship Id="rId14" Type="http://schemas.openxmlformats.org/officeDocument/2006/relationships/image" Target="../media/image188.wmf"/><Relationship Id="rId13" Type="http://schemas.openxmlformats.org/officeDocument/2006/relationships/image" Target="../media/image157.wmf"/><Relationship Id="rId12" Type="http://schemas.openxmlformats.org/officeDocument/2006/relationships/image" Target="../media/image156.wmf"/><Relationship Id="rId11" Type="http://schemas.openxmlformats.org/officeDocument/2006/relationships/image" Target="../media/image155.wmf"/><Relationship Id="rId10" Type="http://schemas.openxmlformats.org/officeDocument/2006/relationships/image" Target="../media/image154.wmf"/><Relationship Id="rId1" Type="http://schemas.openxmlformats.org/officeDocument/2006/relationships/image" Target="../media/image145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wmf"/><Relationship Id="rId8" Type="http://schemas.openxmlformats.org/officeDocument/2006/relationships/image" Target="../media/image152.wmf"/><Relationship Id="rId7" Type="http://schemas.openxmlformats.org/officeDocument/2006/relationships/image" Target="../media/image187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3" Type="http://schemas.openxmlformats.org/officeDocument/2006/relationships/image" Target="../media/image147.wmf"/><Relationship Id="rId24" Type="http://schemas.openxmlformats.org/officeDocument/2006/relationships/image" Target="../media/image191.wmf"/><Relationship Id="rId23" Type="http://schemas.openxmlformats.org/officeDocument/2006/relationships/image" Target="../media/image190.wmf"/><Relationship Id="rId22" Type="http://schemas.openxmlformats.org/officeDocument/2006/relationships/image" Target="../media/image189.wmf"/><Relationship Id="rId21" Type="http://schemas.openxmlformats.org/officeDocument/2006/relationships/image" Target="../media/image182.wmf"/><Relationship Id="rId20" Type="http://schemas.openxmlformats.org/officeDocument/2006/relationships/image" Target="../media/image179.wmf"/><Relationship Id="rId2" Type="http://schemas.openxmlformats.org/officeDocument/2006/relationships/image" Target="../media/image146.wmf"/><Relationship Id="rId19" Type="http://schemas.openxmlformats.org/officeDocument/2006/relationships/image" Target="../media/image176.wmf"/><Relationship Id="rId18" Type="http://schemas.openxmlformats.org/officeDocument/2006/relationships/image" Target="../media/image173.wmf"/><Relationship Id="rId17" Type="http://schemas.openxmlformats.org/officeDocument/2006/relationships/image" Target="../media/image169.wmf"/><Relationship Id="rId16" Type="http://schemas.openxmlformats.org/officeDocument/2006/relationships/image" Target="../media/image167.wmf"/><Relationship Id="rId15" Type="http://schemas.openxmlformats.org/officeDocument/2006/relationships/image" Target="../media/image164.wmf"/><Relationship Id="rId14" Type="http://schemas.openxmlformats.org/officeDocument/2006/relationships/image" Target="../media/image188.wmf"/><Relationship Id="rId13" Type="http://schemas.openxmlformats.org/officeDocument/2006/relationships/image" Target="../media/image157.wmf"/><Relationship Id="rId12" Type="http://schemas.openxmlformats.org/officeDocument/2006/relationships/image" Target="../media/image156.wmf"/><Relationship Id="rId11" Type="http://schemas.openxmlformats.org/officeDocument/2006/relationships/image" Target="../media/image155.wmf"/><Relationship Id="rId10" Type="http://schemas.openxmlformats.org/officeDocument/2006/relationships/image" Target="../media/image154.wmf"/><Relationship Id="rId1" Type="http://schemas.openxmlformats.org/officeDocument/2006/relationships/image" Target="../media/image145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wmf"/><Relationship Id="rId8" Type="http://schemas.openxmlformats.org/officeDocument/2006/relationships/image" Target="../media/image152.wmf"/><Relationship Id="rId7" Type="http://schemas.openxmlformats.org/officeDocument/2006/relationships/image" Target="../media/image193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3" Type="http://schemas.openxmlformats.org/officeDocument/2006/relationships/image" Target="../media/image157.wmf"/><Relationship Id="rId12" Type="http://schemas.openxmlformats.org/officeDocument/2006/relationships/image" Target="../media/image156.wmf"/><Relationship Id="rId11" Type="http://schemas.openxmlformats.org/officeDocument/2006/relationships/image" Target="../media/image155.wmf"/><Relationship Id="rId10" Type="http://schemas.openxmlformats.org/officeDocument/2006/relationships/image" Target="../media/image154.wmf"/><Relationship Id="rId1" Type="http://schemas.openxmlformats.org/officeDocument/2006/relationships/image" Target="../media/image145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wmf"/><Relationship Id="rId1" Type="http://schemas.openxmlformats.org/officeDocument/2006/relationships/image" Target="../media/image199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1.e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7" Type="http://schemas.openxmlformats.org/officeDocument/2006/relationships/image" Target="../media/image209.wmf"/><Relationship Id="rId6" Type="http://schemas.openxmlformats.org/officeDocument/2006/relationships/image" Target="../media/image208.wmf"/><Relationship Id="rId5" Type="http://schemas.openxmlformats.org/officeDocument/2006/relationships/image" Target="../media/image207.wmf"/><Relationship Id="rId4" Type="http://schemas.openxmlformats.org/officeDocument/2006/relationships/image" Target="../media/image206.wmf"/><Relationship Id="rId3" Type="http://schemas.openxmlformats.org/officeDocument/2006/relationships/image" Target="../media/image205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/Relationships>
</file>

<file path=ppt/drawings/_rels/vmlDrawing3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5.emf"/><Relationship Id="rId4" Type="http://schemas.openxmlformats.org/officeDocument/2006/relationships/image" Target="../media/image214.emf"/><Relationship Id="rId3" Type="http://schemas.openxmlformats.org/officeDocument/2006/relationships/image" Target="../media/image213.emf"/><Relationship Id="rId2" Type="http://schemas.openxmlformats.org/officeDocument/2006/relationships/image" Target="../media/image212.emf"/><Relationship Id="rId1" Type="http://schemas.openxmlformats.org/officeDocument/2006/relationships/image" Target="../media/image211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1.e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7" Type="http://schemas.openxmlformats.org/officeDocument/2006/relationships/image" Target="../media/image209.wmf"/><Relationship Id="rId6" Type="http://schemas.openxmlformats.org/officeDocument/2006/relationships/image" Target="../media/image208.wmf"/><Relationship Id="rId5" Type="http://schemas.openxmlformats.org/officeDocument/2006/relationships/image" Target="../media/image207.wmf"/><Relationship Id="rId4" Type="http://schemas.openxmlformats.org/officeDocument/2006/relationships/image" Target="../media/image206.wmf"/><Relationship Id="rId3" Type="http://schemas.openxmlformats.org/officeDocument/2006/relationships/image" Target="../media/image205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emf"/><Relationship Id="rId1" Type="http://schemas.openxmlformats.org/officeDocument/2006/relationships/image" Target="../media/image216.emf"/></Relationships>
</file>

<file path=ppt/drawings/_rels/vmlDrawing3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1.emf"/><Relationship Id="rId3" Type="http://schemas.openxmlformats.org/officeDocument/2006/relationships/image" Target="../media/image220.emf"/><Relationship Id="rId2" Type="http://schemas.openxmlformats.org/officeDocument/2006/relationships/image" Target="../media/image219.emf"/><Relationship Id="rId1" Type="http://schemas.openxmlformats.org/officeDocument/2006/relationships/image" Target="../media/image218.emf"/></Relationships>
</file>

<file path=ppt/drawings/_rels/vmlDrawing39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5.emf"/><Relationship Id="rId3" Type="http://schemas.openxmlformats.org/officeDocument/2006/relationships/image" Target="../media/image224.emf"/><Relationship Id="rId2" Type="http://schemas.openxmlformats.org/officeDocument/2006/relationships/image" Target="../media/image223.emf"/><Relationship Id="rId1" Type="http://schemas.openxmlformats.org/officeDocument/2006/relationships/image" Target="../media/image222.emf"/></Relationships>
</file>

<file path=ppt/drawings/_rels/vmlDrawing4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4.wmf"/><Relationship Id="rId8" Type="http://schemas.openxmlformats.org/officeDocument/2006/relationships/image" Target="../media/image233.wmf"/><Relationship Id="rId7" Type="http://schemas.openxmlformats.org/officeDocument/2006/relationships/image" Target="../media/image232.wmf"/><Relationship Id="rId6" Type="http://schemas.openxmlformats.org/officeDocument/2006/relationships/image" Target="../media/image231.emf"/><Relationship Id="rId5" Type="http://schemas.openxmlformats.org/officeDocument/2006/relationships/image" Target="../media/image230.emf"/><Relationship Id="rId4" Type="http://schemas.openxmlformats.org/officeDocument/2006/relationships/image" Target="../media/image229.emf"/><Relationship Id="rId3" Type="http://schemas.openxmlformats.org/officeDocument/2006/relationships/image" Target="../media/image228.emf"/><Relationship Id="rId2" Type="http://schemas.openxmlformats.org/officeDocument/2006/relationships/image" Target="../media/image227.wmf"/><Relationship Id="rId13" Type="http://schemas.openxmlformats.org/officeDocument/2006/relationships/image" Target="../media/image238.wmf"/><Relationship Id="rId12" Type="http://schemas.openxmlformats.org/officeDocument/2006/relationships/image" Target="../media/image237.wmf"/><Relationship Id="rId11" Type="http://schemas.openxmlformats.org/officeDocument/2006/relationships/image" Target="../media/image236.wmf"/><Relationship Id="rId10" Type="http://schemas.openxmlformats.org/officeDocument/2006/relationships/image" Target="../media/image235.wmf"/><Relationship Id="rId1" Type="http://schemas.openxmlformats.org/officeDocument/2006/relationships/image" Target="../media/image226.wmf"/></Relationships>
</file>

<file path=ppt/drawings/_rels/vmlDrawing4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2.emf"/><Relationship Id="rId3" Type="http://schemas.openxmlformats.org/officeDocument/2006/relationships/image" Target="../media/image241.emf"/><Relationship Id="rId2" Type="http://schemas.openxmlformats.org/officeDocument/2006/relationships/image" Target="../media/image240.emf"/><Relationship Id="rId1" Type="http://schemas.openxmlformats.org/officeDocument/2006/relationships/image" Target="../media/image239.e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wmf"/><Relationship Id="rId1" Type="http://schemas.openxmlformats.org/officeDocument/2006/relationships/image" Target="../media/image244.wmf"/></Relationships>
</file>

<file path=ppt/drawings/_rels/vmlDrawing4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8.wmf"/><Relationship Id="rId3" Type="http://schemas.openxmlformats.org/officeDocument/2006/relationships/image" Target="../media/image247.wmf"/><Relationship Id="rId2" Type="http://schemas.openxmlformats.org/officeDocument/2006/relationships/image" Target="../media/image246.wmf"/><Relationship Id="rId1" Type="http://schemas.openxmlformats.org/officeDocument/2006/relationships/image" Target="../media/image244.wmf"/></Relationships>
</file>

<file path=ppt/drawings/_rels/vmlDrawing4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0.wmf"/><Relationship Id="rId3" Type="http://schemas.openxmlformats.org/officeDocument/2006/relationships/image" Target="../media/image249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4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9.wmf"/><Relationship Id="rId3" Type="http://schemas.openxmlformats.org/officeDocument/2006/relationships/image" Target="../media/image252.wmf"/><Relationship Id="rId2" Type="http://schemas.openxmlformats.org/officeDocument/2006/relationships/image" Target="../media/image251.wmf"/><Relationship Id="rId1" Type="http://schemas.openxmlformats.org/officeDocument/2006/relationships/image" Target="../media/image246.wmf"/></Relationships>
</file>

<file path=ppt/drawings/_rels/vmlDrawing4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56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Relationship Id="rId3" Type="http://schemas.openxmlformats.org/officeDocument/2006/relationships/image" Target="../media/image253.wmf"/><Relationship Id="rId2" Type="http://schemas.openxmlformats.org/officeDocument/2006/relationships/image" Target="../media/image251.wmf"/><Relationship Id="rId1" Type="http://schemas.openxmlformats.org/officeDocument/2006/relationships/image" Target="../media/image246.wmf"/></Relationships>
</file>

<file path=ppt/drawings/_rels/vmlDrawing4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9.wmf"/><Relationship Id="rId3" Type="http://schemas.openxmlformats.org/officeDocument/2006/relationships/image" Target="../media/image258.wmf"/><Relationship Id="rId2" Type="http://schemas.openxmlformats.org/officeDocument/2006/relationships/image" Target="../media/image257.wmf"/><Relationship Id="rId1" Type="http://schemas.openxmlformats.org/officeDocument/2006/relationships/image" Target="../media/image246.wmf"/></Relationships>
</file>

<file path=ppt/drawings/_rels/vmlDrawing4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8.wmf"/><Relationship Id="rId8" Type="http://schemas.openxmlformats.org/officeDocument/2006/relationships/image" Target="../media/image267.wmf"/><Relationship Id="rId7" Type="http://schemas.openxmlformats.org/officeDocument/2006/relationships/image" Target="../media/image266.wmf"/><Relationship Id="rId6" Type="http://schemas.openxmlformats.org/officeDocument/2006/relationships/image" Target="../media/image265.wmf"/><Relationship Id="rId5" Type="http://schemas.openxmlformats.org/officeDocument/2006/relationships/image" Target="../media/image264.wmf"/><Relationship Id="rId4" Type="http://schemas.openxmlformats.org/officeDocument/2006/relationships/image" Target="../media/image263.wmf"/><Relationship Id="rId3" Type="http://schemas.openxmlformats.org/officeDocument/2006/relationships/image" Target="../media/image262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/Relationships>
</file>

<file path=ppt/drawings/_rels/vmlDrawing49.vml.rels><?xml version="1.0" encoding="UTF-8" standalone="yes"?>
<Relationships xmlns="http://schemas.openxmlformats.org/package/2006/relationships"><Relationship Id="rId5" Type="http://schemas.openxmlformats.org/officeDocument/2006/relationships/image" Target="../media/image273.wmf"/><Relationship Id="rId4" Type="http://schemas.openxmlformats.org/officeDocument/2006/relationships/image" Target="../media/image272.wmf"/><Relationship Id="rId3" Type="http://schemas.openxmlformats.org/officeDocument/2006/relationships/image" Target="../media/image271.wmf"/><Relationship Id="rId2" Type="http://schemas.openxmlformats.org/officeDocument/2006/relationships/image" Target="../media/image270.wmf"/><Relationship Id="rId1" Type="http://schemas.openxmlformats.org/officeDocument/2006/relationships/image" Target="../media/image269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4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5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6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8.e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2.emf"/><Relationship Id="rId1" Type="http://schemas.openxmlformats.org/officeDocument/2006/relationships/image" Target="../media/image280.e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4.emf"/><Relationship Id="rId1" Type="http://schemas.openxmlformats.org/officeDocument/2006/relationships/image" Target="../media/image283.emf"/></Relationships>
</file>

<file path=ppt/drawings/_rels/vmlDrawing5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90.wmf"/><Relationship Id="rId5" Type="http://schemas.openxmlformats.org/officeDocument/2006/relationships/image" Target="../media/image289.wmf"/><Relationship Id="rId4" Type="http://schemas.openxmlformats.org/officeDocument/2006/relationships/image" Target="../media/image288.wmf"/><Relationship Id="rId3" Type="http://schemas.openxmlformats.org/officeDocument/2006/relationships/image" Target="../media/image287.wmf"/><Relationship Id="rId2" Type="http://schemas.openxmlformats.org/officeDocument/2006/relationships/image" Target="../media/image286.wmf"/><Relationship Id="rId1" Type="http://schemas.openxmlformats.org/officeDocument/2006/relationships/image" Target="../media/image285.wmf"/></Relationships>
</file>

<file path=ppt/drawings/_rels/vmlDrawing5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1.wmf"/><Relationship Id="rId8" Type="http://schemas.openxmlformats.org/officeDocument/2006/relationships/image" Target="../media/image300.wmf"/><Relationship Id="rId7" Type="http://schemas.openxmlformats.org/officeDocument/2006/relationships/image" Target="../media/image299.wmf"/><Relationship Id="rId6" Type="http://schemas.openxmlformats.org/officeDocument/2006/relationships/image" Target="../media/image298.wmf"/><Relationship Id="rId5" Type="http://schemas.openxmlformats.org/officeDocument/2006/relationships/image" Target="../media/image297.wmf"/><Relationship Id="rId4" Type="http://schemas.openxmlformats.org/officeDocument/2006/relationships/image" Target="../media/image296.wmf"/><Relationship Id="rId3" Type="http://schemas.openxmlformats.org/officeDocument/2006/relationships/image" Target="../media/image295.wmf"/><Relationship Id="rId2" Type="http://schemas.openxmlformats.org/officeDocument/2006/relationships/image" Target="../media/image294.wmf"/><Relationship Id="rId15" Type="http://schemas.openxmlformats.org/officeDocument/2006/relationships/image" Target="../media/image307.wmf"/><Relationship Id="rId14" Type="http://schemas.openxmlformats.org/officeDocument/2006/relationships/image" Target="../media/image306.wmf"/><Relationship Id="rId13" Type="http://schemas.openxmlformats.org/officeDocument/2006/relationships/image" Target="../media/image305.wmf"/><Relationship Id="rId12" Type="http://schemas.openxmlformats.org/officeDocument/2006/relationships/image" Target="../media/image304.wmf"/><Relationship Id="rId11" Type="http://schemas.openxmlformats.org/officeDocument/2006/relationships/image" Target="../media/image303.wmf"/><Relationship Id="rId10" Type="http://schemas.openxmlformats.org/officeDocument/2006/relationships/image" Target="../media/image302.wmf"/><Relationship Id="rId1" Type="http://schemas.openxmlformats.org/officeDocument/2006/relationships/image" Target="../media/image291.w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wmf"/><Relationship Id="rId1" Type="http://schemas.openxmlformats.org/officeDocument/2006/relationships/image" Target="../media/image309.w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3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4.w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0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wmf"/><Relationship Id="rId2" Type="http://schemas.openxmlformats.org/officeDocument/2006/relationships/image" Target="../media/image324.wmf"/><Relationship Id="rId1" Type="http://schemas.openxmlformats.org/officeDocument/2006/relationships/image" Target="../media/image323.wmf"/></Relationships>
</file>

<file path=ppt/drawings/_rels/vmlDrawing63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9.wmf"/><Relationship Id="rId3" Type="http://schemas.openxmlformats.org/officeDocument/2006/relationships/image" Target="../media/image328.wmf"/><Relationship Id="rId2" Type="http://schemas.openxmlformats.org/officeDocument/2006/relationships/image" Target="../media/image327.wmf"/><Relationship Id="rId1" Type="http://schemas.openxmlformats.org/officeDocument/2006/relationships/image" Target="../media/image326.wmf"/></Relationships>
</file>

<file path=ppt/drawings/_rels/vmlDrawing64.vml.rels><?xml version="1.0" encoding="UTF-8" standalone="yes"?>
<Relationships xmlns="http://schemas.openxmlformats.org/package/2006/relationships"><Relationship Id="rId6" Type="http://schemas.openxmlformats.org/officeDocument/2006/relationships/image" Target="../media/image335.wmf"/><Relationship Id="rId5" Type="http://schemas.openxmlformats.org/officeDocument/2006/relationships/image" Target="../media/image334.emf"/><Relationship Id="rId4" Type="http://schemas.openxmlformats.org/officeDocument/2006/relationships/image" Target="../media/image333.emf"/><Relationship Id="rId3" Type="http://schemas.openxmlformats.org/officeDocument/2006/relationships/image" Target="../media/image332.emf"/><Relationship Id="rId2" Type="http://schemas.openxmlformats.org/officeDocument/2006/relationships/image" Target="../media/image331.emf"/><Relationship Id="rId1" Type="http://schemas.openxmlformats.org/officeDocument/2006/relationships/image" Target="../media/image330.emf"/></Relationships>
</file>

<file path=ppt/drawings/_rels/vmlDrawing6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7.emf"/><Relationship Id="rId1" Type="http://schemas.openxmlformats.org/officeDocument/2006/relationships/image" Target="../media/image336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9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0.w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1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2.wmf"/></Relationships>
</file>

<file path=ppt/drawings/_rels/vmlDrawing7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4.wmf"/><Relationship Id="rId1" Type="http://schemas.openxmlformats.org/officeDocument/2006/relationships/image" Target="../media/image343.w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5.emf"/></Relationships>
</file>

<file path=ppt/drawings/_rels/vmlDrawing7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7.wmf"/><Relationship Id="rId1" Type="http://schemas.openxmlformats.org/officeDocument/2006/relationships/image" Target="../media/image34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1794" name="页眉占位符 16179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z="1200" b="0" strike="noStrike" noProof="1" dirty="0"/>
          </a:p>
        </p:txBody>
      </p:sp>
      <p:sp>
        <p:nvSpPr>
          <p:cNvPr id="161795" name="日期占位符 161794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zh-CN" altLang="en-US" sz="1200" b="0" strike="noStrike" noProof="1" dirty="0"/>
          </a:p>
        </p:txBody>
      </p:sp>
      <p:sp>
        <p:nvSpPr>
          <p:cNvPr id="161796" name="页脚占位符 16179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fontAlgn="base"/>
            <a:endParaRPr lang="zh-CN" altLang="en-US" sz="1200" b="0" strike="noStrike" noProof="1" dirty="0"/>
          </a:p>
        </p:txBody>
      </p:sp>
      <p:sp>
        <p:nvSpPr>
          <p:cNvPr id="161797" name="灯片编号占位符 161796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fontAlgn="base"/>
            <a:fld id="{9A0DB2DC-4C9A-4742-B13C-FB6460FD3503}" type="slidenum">
              <a:rPr lang="zh-CN" altLang="en-US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3234" name="页眉占位符 22323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z="1200" b="0" strike="noStrike" noProof="1" dirty="0"/>
          </a:p>
        </p:txBody>
      </p:sp>
      <p:sp>
        <p:nvSpPr>
          <p:cNvPr id="223235" name="日期占位符 223234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zh-CN" altLang="en-US" sz="1200" b="0" strike="noStrike" noProof="1" dirty="0"/>
          </a:p>
        </p:txBody>
      </p:sp>
      <p:sp>
        <p:nvSpPr>
          <p:cNvPr id="6148" name="幻灯片图像占位符 223235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文本占位符 223236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3238" name="页脚占位符 223237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fontAlgn="base"/>
            <a:endParaRPr lang="zh-CN" altLang="en-US" sz="1200" b="0" strike="noStrike" noProof="1" dirty="0"/>
          </a:p>
        </p:txBody>
      </p:sp>
      <p:sp>
        <p:nvSpPr>
          <p:cNvPr id="223239" name="灯片编号占位符 223238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fontAlgn="base"/>
            <a:fld id="{9A0DB2DC-4C9A-4742-B13C-FB6460FD3503}" type="slidenum">
              <a:rPr lang="zh-CN" altLang="en-US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098" name="图片 254977" descr="BDRLC0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图片 254980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48575" y="6330950"/>
            <a:ext cx="5334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图片 254981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29575" y="6330950"/>
            <a:ext cx="5334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图片 254982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10575" y="6326188"/>
            <a:ext cx="533400" cy="342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4979" name="标题 254978"/>
          <p:cNvSpPr>
            <a:spLocks noGrp="1"/>
          </p:cNvSpPr>
          <p:nvPr>
            <p:ph type="ctrTitle"/>
          </p:nvPr>
        </p:nvSpPr>
        <p:spPr>
          <a:xfrm>
            <a:off x="755650" y="908050"/>
            <a:ext cx="7772400" cy="147002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C0C0C0"/>
            </a:outerShdw>
          </a:effectLst>
        </p:spPr>
        <p:txBody>
          <a:bodyPr anchor="ctr"/>
          <a:lstStyle>
            <a:lvl1pPr lvl="0">
              <a:defRPr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5113" y="365125"/>
            <a:ext cx="1995488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70782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5113" y="365125"/>
            <a:ext cx="1995488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70782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7696200" cy="1143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862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8650" y="4076700"/>
            <a:ext cx="38862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6.png"/><Relationship Id="rId13" Type="http://schemas.openxmlformats.org/officeDocument/2006/relationships/image" Target="../media/image1.wmf"/><Relationship Id="rId12" Type="http://schemas.openxmlformats.org/officeDocument/2006/relationships/image" Target="../media/image5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5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3" Type="http://schemas.openxmlformats.org/officeDocument/2006/relationships/theme" Target="../theme/theme3.xml"/><Relationship Id="rId22" Type="http://schemas.openxmlformats.org/officeDocument/2006/relationships/image" Target="../media/image10.png"/><Relationship Id="rId21" Type="http://schemas.openxmlformats.org/officeDocument/2006/relationships/image" Target="../media/image9.png"/><Relationship Id="rId20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9" Type="http://schemas.openxmlformats.org/officeDocument/2006/relationships/image" Target="../media/image4.png"/><Relationship Id="rId18" Type="http://schemas.openxmlformats.org/officeDocument/2006/relationships/image" Target="../media/image3.png"/><Relationship Id="rId17" Type="http://schemas.openxmlformats.org/officeDocument/2006/relationships/image" Target="../media/image8.png"/><Relationship Id="rId16" Type="http://schemas.openxmlformats.org/officeDocument/2006/relationships/image" Target="../media/image7.jpeg"/><Relationship Id="rId15" Type="http://schemas.openxmlformats.org/officeDocument/2006/relationships/image" Target="../media/image1.wmf"/><Relationship Id="rId14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26" name="图片 253953" descr="BDRLC0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标题 253954"/>
          <p:cNvSpPr>
            <a:spLocks noGrp="1"/>
          </p:cNvSpPr>
          <p:nvPr>
            <p:ph type="title"/>
          </p:nvPr>
        </p:nvSpPr>
        <p:spPr>
          <a:xfrm>
            <a:off x="914400" y="609600"/>
            <a:ext cx="7696200" cy="1143000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C0C0C0"/>
            </a:outerShdw>
          </a:effectLst>
        </p:spPr>
        <p:txBody>
          <a:bodyPr anchor="ctr"/>
          <a:p>
            <a:pPr lvl="0" indent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28" name="组合 253976"/>
          <p:cNvGrpSpPr/>
          <p:nvPr/>
        </p:nvGrpSpPr>
        <p:grpSpPr>
          <a:xfrm>
            <a:off x="5827713" y="3116263"/>
            <a:ext cx="3086100" cy="3571875"/>
            <a:chOff x="3671" y="1963"/>
            <a:chExt cx="1944" cy="2250"/>
          </a:xfrm>
        </p:grpSpPr>
        <p:pic>
          <p:nvPicPr>
            <p:cNvPr id="1029" name="图片 253975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3671" y="1963"/>
              <a:ext cx="1944" cy="225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0" name="椭圆 253962">
              <a:hlinkClick r:id="" action="ppaction://hlinkshowjump?jump=nextslide"/>
            </p:cNvPr>
            <p:cNvSpPr/>
            <p:nvPr userDrawn="1"/>
          </p:nvSpPr>
          <p:spPr>
            <a:xfrm>
              <a:off x="4196" y="3510"/>
              <a:ext cx="499" cy="484"/>
            </a:xfrm>
            <a:prstGeom prst="ellipse">
              <a:avLst/>
            </a:prstGeom>
            <a:noFill/>
            <a:ln w="9525">
              <a:noFill/>
            </a:ln>
            <a:effectLst>
              <a:outerShdw dist="28398" dir="1593903" algn="ctr" rotWithShape="0">
                <a:srgbClr val="FFCC99"/>
              </a:outerShdw>
            </a:effectLst>
          </p:spPr>
          <p:txBody>
            <a:bodyPr wrap="none" anchor="ctr"/>
            <a:p>
              <a:pPr lvl="0" indent="0" algn="ctr"/>
              <a:r>
                <a:rPr lang="zh-CN" altLang="en-US" sz="1800" dirty="0">
                  <a:solidFill>
                    <a:schemeClr val="accent2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下</a:t>
              </a:r>
              <a:endPara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1031" name="椭圆 253964">
              <a:hlinkClick r:id="" action="ppaction://hlinkshowjump?jump=lastslideviewed"/>
            </p:cNvPr>
            <p:cNvSpPr/>
            <p:nvPr userDrawn="1"/>
          </p:nvSpPr>
          <p:spPr>
            <a:xfrm>
              <a:off x="4508" y="2513"/>
              <a:ext cx="690" cy="599"/>
            </a:xfrm>
            <a:prstGeom prst="ellipse">
              <a:avLst/>
            </a:prstGeom>
            <a:noFill/>
            <a:ln w="9525">
              <a:noFill/>
            </a:ln>
            <a:effectLst>
              <a:outerShdw dist="28398" dir="1593903" algn="ctr" rotWithShape="0">
                <a:srgbClr val="FFCC99"/>
              </a:outerShdw>
            </a:effectLst>
          </p:spPr>
          <p:txBody>
            <a:bodyPr wrap="none" anchor="ctr"/>
            <a:p>
              <a:pPr lvl="0" indent="0" algn="ctr"/>
              <a:r>
                <a:rPr lang="zh-CN" altLang="en-US" sz="1800" dirty="0">
                  <a:solidFill>
                    <a:srgbClr val="0099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回</a:t>
              </a:r>
              <a:endParaRPr lang="zh-CN" altLang="en-US" sz="1800" dirty="0">
                <a:solidFill>
                  <a:srgbClr val="0099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1032" name="椭圆 253965">
              <a:hlinkClick r:id="" action="ppaction://hlinkshowjump?jump=endshow"/>
            </p:cNvPr>
            <p:cNvSpPr/>
            <p:nvPr userDrawn="1"/>
          </p:nvSpPr>
          <p:spPr>
            <a:xfrm>
              <a:off x="5173" y="3248"/>
              <a:ext cx="408" cy="408"/>
            </a:xfrm>
            <a:prstGeom prst="ellipse">
              <a:avLst/>
            </a:prstGeom>
            <a:noFill/>
            <a:ln w="9525">
              <a:noFill/>
            </a:ln>
            <a:effectLst>
              <a:outerShdw dist="28398" dir="1593903" algn="ctr" rotWithShape="0">
                <a:srgbClr val="FFCC99"/>
              </a:outerShdw>
            </a:effectLst>
          </p:spPr>
          <p:txBody>
            <a:bodyPr wrap="none" anchor="ctr"/>
            <a:p>
              <a:pPr lvl="0" indent="0" algn="ctr"/>
              <a:r>
                <a:rPr lang="zh-CN" altLang="en-US" sz="1800" dirty="0">
                  <a:solidFill>
                    <a:srgbClr val="CC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停</a:t>
              </a:r>
              <a:endParaRPr lang="zh-CN" altLang="en-US" sz="1800" dirty="0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5400" b="1" i="0" u="none" kern="1200" baseline="0">
          <a:solidFill>
            <a:srgbClr val="B4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32768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 indent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32768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2" name="矩形 327688"/>
          <p:cNvSpPr/>
          <p:nvPr/>
        </p:nvSpPr>
        <p:spPr>
          <a:xfrm>
            <a:off x="7451725" y="5661025"/>
            <a:ext cx="1692275" cy="1196975"/>
          </a:xfrm>
          <a:prstGeom prst="rect">
            <a:avLst/>
          </a:prstGeom>
          <a:solidFill>
            <a:srgbClr val="B95858"/>
          </a:solid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74" name="图片 820225" descr="BDRLC0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矩形 820226" descr="BJ1180"/>
          <p:cNvSpPr/>
          <p:nvPr/>
        </p:nvSpPr>
        <p:spPr>
          <a:xfrm>
            <a:off x="479425" y="131763"/>
            <a:ext cx="8450263" cy="6553200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6" name="矩形 820227" descr="BJ1180"/>
          <p:cNvSpPr/>
          <p:nvPr/>
        </p:nvSpPr>
        <p:spPr>
          <a:xfrm>
            <a:off x="331788" y="136525"/>
            <a:ext cx="150812" cy="158750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7" name="矩形 820228" descr="BJ1180"/>
          <p:cNvSpPr/>
          <p:nvPr/>
        </p:nvSpPr>
        <p:spPr>
          <a:xfrm>
            <a:off x="323850" y="519113"/>
            <a:ext cx="150813" cy="360362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8" name="矩形 820229" descr="BJ1180"/>
          <p:cNvSpPr/>
          <p:nvPr/>
        </p:nvSpPr>
        <p:spPr>
          <a:xfrm>
            <a:off x="323850" y="1120775"/>
            <a:ext cx="150813" cy="360363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9" name="矩形 820230" descr="BJ1180"/>
          <p:cNvSpPr/>
          <p:nvPr/>
        </p:nvSpPr>
        <p:spPr>
          <a:xfrm>
            <a:off x="323850" y="2292350"/>
            <a:ext cx="150813" cy="360363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0" name="矩形 820231" descr="BJ1180"/>
          <p:cNvSpPr/>
          <p:nvPr/>
        </p:nvSpPr>
        <p:spPr>
          <a:xfrm>
            <a:off x="325438" y="2886075"/>
            <a:ext cx="150812" cy="360363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1" name="矩形 820232" descr="BJ1180"/>
          <p:cNvSpPr/>
          <p:nvPr/>
        </p:nvSpPr>
        <p:spPr>
          <a:xfrm>
            <a:off x="325438" y="3479800"/>
            <a:ext cx="150812" cy="360363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2" name="矩形 820233" descr="BJ1180"/>
          <p:cNvSpPr/>
          <p:nvPr/>
        </p:nvSpPr>
        <p:spPr>
          <a:xfrm>
            <a:off x="325438" y="4656138"/>
            <a:ext cx="150812" cy="360362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3" name="矩形 820234" descr="BJ1180"/>
          <p:cNvSpPr/>
          <p:nvPr/>
        </p:nvSpPr>
        <p:spPr>
          <a:xfrm>
            <a:off x="320675" y="5248275"/>
            <a:ext cx="150813" cy="360363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4" name="矩形 820235" descr="BJ1180"/>
          <p:cNvSpPr/>
          <p:nvPr/>
        </p:nvSpPr>
        <p:spPr>
          <a:xfrm>
            <a:off x="319088" y="5845175"/>
            <a:ext cx="150812" cy="360363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5" name="矩形 820236" descr="BJ1180"/>
          <p:cNvSpPr/>
          <p:nvPr/>
        </p:nvSpPr>
        <p:spPr>
          <a:xfrm>
            <a:off x="323850" y="6419850"/>
            <a:ext cx="150813" cy="269875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6" name="矩形 820237" descr="BJ1180"/>
          <p:cNvSpPr/>
          <p:nvPr/>
        </p:nvSpPr>
        <p:spPr>
          <a:xfrm>
            <a:off x="331788" y="4065588"/>
            <a:ext cx="150812" cy="360362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7" name="矩形 820238" descr="BJ1180"/>
          <p:cNvSpPr/>
          <p:nvPr/>
        </p:nvSpPr>
        <p:spPr>
          <a:xfrm>
            <a:off x="323850" y="1698625"/>
            <a:ext cx="150813" cy="366713"/>
          </a:xfrm>
          <a:prstGeom prst="rect">
            <a:avLst/>
          </a:prstGeom>
          <a:blipFill rotWithShape="1">
            <a:blip r:embed="rId16">
              <a:alphaModFix amt="20000"/>
            </a:blip>
          </a:blip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8" name="标题 820239"/>
          <p:cNvSpPr>
            <a:spLocks noGrp="1"/>
          </p:cNvSpPr>
          <p:nvPr>
            <p:ph type="title"/>
          </p:nvPr>
        </p:nvSpPr>
        <p:spPr>
          <a:xfrm>
            <a:off x="914400" y="609600"/>
            <a:ext cx="7696200" cy="1143000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rgbClr val="C0C0C0"/>
            </a:outerShdw>
          </a:effectLst>
        </p:spPr>
        <p:txBody>
          <a:bodyPr anchor="ctr"/>
          <a:p>
            <a:pPr lvl="0" indent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89" name="矩形 820240"/>
          <p:cNvSpPr/>
          <p:nvPr/>
        </p:nvSpPr>
        <p:spPr>
          <a:xfrm>
            <a:off x="6586538" y="6311900"/>
            <a:ext cx="215900" cy="2159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090" name="图片 820241"/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83350" y="6286500"/>
            <a:ext cx="533400" cy="342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91" name="组合 820242"/>
          <p:cNvGrpSpPr/>
          <p:nvPr/>
        </p:nvGrpSpPr>
        <p:grpSpPr>
          <a:xfrm>
            <a:off x="6877050" y="6269038"/>
            <a:ext cx="1871663" cy="349250"/>
            <a:chOff x="4332" y="3949"/>
            <a:chExt cx="1179" cy="220"/>
          </a:xfrm>
        </p:grpSpPr>
        <p:sp>
          <p:nvSpPr>
            <p:cNvPr id="3092" name="矩形 820243"/>
            <p:cNvSpPr/>
            <p:nvPr userDrawn="1"/>
          </p:nvSpPr>
          <p:spPr>
            <a:xfrm>
              <a:off x="4401" y="3990"/>
              <a:ext cx="136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p>
              <a:pPr lvl="0" indent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93" name="矩形 820244"/>
            <p:cNvSpPr/>
            <p:nvPr userDrawn="1"/>
          </p:nvSpPr>
          <p:spPr>
            <a:xfrm>
              <a:off x="4638" y="3994"/>
              <a:ext cx="136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p>
              <a:pPr lvl="0" indent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94" name="矩形 820245"/>
            <p:cNvSpPr/>
            <p:nvPr userDrawn="1"/>
          </p:nvSpPr>
          <p:spPr>
            <a:xfrm>
              <a:off x="4880" y="3994"/>
              <a:ext cx="136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p>
              <a:pPr lvl="0" indent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95" name="矩形 820246"/>
            <p:cNvSpPr/>
            <p:nvPr userDrawn="1"/>
          </p:nvSpPr>
          <p:spPr>
            <a:xfrm>
              <a:off x="5137" y="4000"/>
              <a:ext cx="136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p>
              <a:pPr lvl="0" indent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96" name="矩形 820247"/>
            <p:cNvSpPr/>
            <p:nvPr userDrawn="1"/>
          </p:nvSpPr>
          <p:spPr>
            <a:xfrm>
              <a:off x="5364" y="4010"/>
              <a:ext cx="136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p>
              <a:pPr lvl="0" indent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3097" name="图片 820248">
              <a:hlinkClick r:id="" action="ppaction://hlinkshowjump?jump=lastslideviewed"/>
            </p:cNvPr>
            <p:cNvPicPr>
              <a:picLocks noChangeAspect="1"/>
            </p:cNvPicPr>
            <p:nvPr userDrawn="1"/>
          </p:nvPicPr>
          <p:blipFill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814" y="3953"/>
              <a:ext cx="336" cy="21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98" name="图片 820249">
              <a:hlinkClick r:id="" action="ppaction://hlinkshowjump?jump=endshow"/>
            </p:cNvPr>
            <p:cNvPicPr>
              <a:picLocks noChangeAspect="1"/>
            </p:cNvPicPr>
            <p:nvPr userDrawn="1"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054" y="3950"/>
              <a:ext cx="336" cy="21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99" name="图片 820250">
              <a:hlinkClick r:id="" action="ppaction://hlinkshowjump?jump=nextslide"/>
            </p:cNvPr>
            <p:cNvPicPr>
              <a:picLocks noChangeAspect="1"/>
            </p:cNvPicPr>
            <p:nvPr userDrawn="1"/>
          </p:nvPicPr>
          <p:blipFill>
            <a:blip r:embed="rId2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574" y="3953"/>
              <a:ext cx="336" cy="21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100" name="图片 820251">
              <a:hlinkClick r:id="" action="ppaction://hlinkshowjump?jump=previousslide"/>
            </p:cNvPr>
            <p:cNvPicPr>
              <a:picLocks noChangeAspect="1"/>
            </p:cNvPicPr>
            <p:nvPr userDrawn="1"/>
          </p:nvPicPr>
          <p:blipFill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332" y="3951"/>
              <a:ext cx="336" cy="21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101" name="图片 820252"/>
            <p:cNvPicPr>
              <a:picLocks noChangeAspect="1"/>
            </p:cNvPicPr>
            <p:nvPr userDrawn="1"/>
          </p:nvPicPr>
          <p:blipFill>
            <a:blip r:embed="rId2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89" y="3949"/>
              <a:ext cx="222" cy="216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1" i="0" u="none" kern="1200" baseline="0">
          <a:solidFill>
            <a:srgbClr val="B4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GIF"/><Relationship Id="rId1" Type="http://schemas.openxmlformats.org/officeDocument/2006/relationships/hyperlink" Target="&#31532;&#20108;&#35762;&#22270;&#35770;&#27169;&#22411;.pp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hyperlink" Target="&#31532;&#20108;&#35762;&#22270;&#35770;&#27169;&#22411;.ppt" TargetMode="Externa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3.wmf"/><Relationship Id="rId18" Type="http://schemas.openxmlformats.org/officeDocument/2006/relationships/vmlDrawing" Target="../drawings/vmlDrawing1.vml"/><Relationship Id="rId17" Type="http://schemas.openxmlformats.org/officeDocument/2006/relationships/slideLayout" Target="../slideLayouts/slideLayout24.xml"/><Relationship Id="rId16" Type="http://schemas.openxmlformats.org/officeDocument/2006/relationships/image" Target="../media/image20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19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8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7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22.e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wmf"/><Relationship Id="rId8" Type="http://schemas.openxmlformats.org/officeDocument/2006/relationships/oleObject" Target="../embeddings/oleObject14.bin"/><Relationship Id="rId7" Type="http://schemas.openxmlformats.org/officeDocument/2006/relationships/image" Target="../media/image25.wmf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4.wmf"/><Relationship Id="rId30" Type="http://schemas.openxmlformats.org/officeDocument/2006/relationships/vmlDrawing" Target="../drawings/vmlDrawing3.vml"/><Relationship Id="rId3" Type="http://schemas.openxmlformats.org/officeDocument/2006/relationships/oleObject" Target="../embeddings/oleObject11.bin"/><Relationship Id="rId29" Type="http://schemas.openxmlformats.org/officeDocument/2006/relationships/slideLayout" Target="../slideLayouts/slideLayout34.xml"/><Relationship Id="rId28" Type="http://schemas.openxmlformats.org/officeDocument/2006/relationships/image" Target="../media/image36.emf"/><Relationship Id="rId27" Type="http://schemas.openxmlformats.org/officeDocument/2006/relationships/oleObject" Target="../embeddings/oleObject23.bin"/><Relationship Id="rId26" Type="http://schemas.openxmlformats.org/officeDocument/2006/relationships/image" Target="../media/image35.png"/><Relationship Id="rId25" Type="http://schemas.openxmlformats.org/officeDocument/2006/relationships/image" Target="../media/image34.wmf"/><Relationship Id="rId24" Type="http://schemas.openxmlformats.org/officeDocument/2006/relationships/oleObject" Target="../embeddings/oleObject22.bin"/><Relationship Id="rId23" Type="http://schemas.openxmlformats.org/officeDocument/2006/relationships/image" Target="../media/image33.wmf"/><Relationship Id="rId22" Type="http://schemas.openxmlformats.org/officeDocument/2006/relationships/oleObject" Target="../embeddings/oleObject21.bin"/><Relationship Id="rId21" Type="http://schemas.openxmlformats.org/officeDocument/2006/relationships/image" Target="../media/image32.wmf"/><Relationship Id="rId20" Type="http://schemas.openxmlformats.org/officeDocument/2006/relationships/oleObject" Target="../embeddings/oleObject20.bin"/><Relationship Id="rId2" Type="http://schemas.openxmlformats.org/officeDocument/2006/relationships/image" Target="../media/image23.wmf"/><Relationship Id="rId19" Type="http://schemas.openxmlformats.org/officeDocument/2006/relationships/image" Target="../media/image31.wmf"/><Relationship Id="rId18" Type="http://schemas.openxmlformats.org/officeDocument/2006/relationships/oleObject" Target="../embeddings/oleObject19.bin"/><Relationship Id="rId17" Type="http://schemas.openxmlformats.org/officeDocument/2006/relationships/image" Target="../media/image30.wmf"/><Relationship Id="rId16" Type="http://schemas.openxmlformats.org/officeDocument/2006/relationships/oleObject" Target="../embeddings/oleObject18.bin"/><Relationship Id="rId15" Type="http://schemas.openxmlformats.org/officeDocument/2006/relationships/image" Target="../media/image29.wmf"/><Relationship Id="rId14" Type="http://schemas.openxmlformats.org/officeDocument/2006/relationships/oleObject" Target="../embeddings/oleObject17.bin"/><Relationship Id="rId13" Type="http://schemas.openxmlformats.org/officeDocument/2006/relationships/image" Target="../media/image28.wmf"/><Relationship Id="rId12" Type="http://schemas.openxmlformats.org/officeDocument/2006/relationships/oleObject" Target="../embeddings/oleObject16.bin"/><Relationship Id="rId11" Type="http://schemas.openxmlformats.org/officeDocument/2006/relationships/image" Target="../media/image27.wmf"/><Relationship Id="rId10" Type="http://schemas.openxmlformats.org/officeDocument/2006/relationships/oleObject" Target="../embeddings/oleObject15.bin"/><Relationship Id="rId1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6.bin"/><Relationship Id="rId44" Type="http://schemas.openxmlformats.org/officeDocument/2006/relationships/vmlDrawing" Target="../drawings/vmlDrawing4.vml"/><Relationship Id="rId43" Type="http://schemas.openxmlformats.org/officeDocument/2006/relationships/slideLayout" Target="../slideLayouts/slideLayout26.xml"/><Relationship Id="rId42" Type="http://schemas.openxmlformats.org/officeDocument/2006/relationships/image" Target="../media/image53.wmf"/><Relationship Id="rId41" Type="http://schemas.openxmlformats.org/officeDocument/2006/relationships/oleObject" Target="../embeddings/oleObject48.bin"/><Relationship Id="rId40" Type="http://schemas.openxmlformats.org/officeDocument/2006/relationships/image" Target="../media/image52.wmf"/><Relationship Id="rId4" Type="http://schemas.openxmlformats.org/officeDocument/2006/relationships/image" Target="../media/image38.wmf"/><Relationship Id="rId39" Type="http://schemas.openxmlformats.org/officeDocument/2006/relationships/oleObject" Target="../embeddings/oleObject47.bin"/><Relationship Id="rId38" Type="http://schemas.openxmlformats.org/officeDocument/2006/relationships/oleObject" Target="../embeddings/oleObject46.bin"/><Relationship Id="rId37" Type="http://schemas.openxmlformats.org/officeDocument/2006/relationships/oleObject" Target="../embeddings/oleObject45.bin"/><Relationship Id="rId36" Type="http://schemas.openxmlformats.org/officeDocument/2006/relationships/oleObject" Target="../embeddings/oleObject44.bin"/><Relationship Id="rId35" Type="http://schemas.openxmlformats.org/officeDocument/2006/relationships/oleObject" Target="../embeddings/oleObject43.bin"/><Relationship Id="rId34" Type="http://schemas.openxmlformats.org/officeDocument/2006/relationships/oleObject" Target="../embeddings/oleObject42.bin"/><Relationship Id="rId33" Type="http://schemas.openxmlformats.org/officeDocument/2006/relationships/oleObject" Target="../embeddings/oleObject41.bin"/><Relationship Id="rId32" Type="http://schemas.openxmlformats.org/officeDocument/2006/relationships/oleObject" Target="../embeddings/oleObject40.bin"/><Relationship Id="rId31" Type="http://schemas.openxmlformats.org/officeDocument/2006/relationships/image" Target="../media/image51.wmf"/><Relationship Id="rId30" Type="http://schemas.openxmlformats.org/officeDocument/2006/relationships/oleObject" Target="../embeddings/oleObject39.bin"/><Relationship Id="rId3" Type="http://schemas.openxmlformats.org/officeDocument/2006/relationships/oleObject" Target="../embeddings/oleObject25.bin"/><Relationship Id="rId29" Type="http://schemas.openxmlformats.org/officeDocument/2006/relationships/oleObject" Target="../embeddings/oleObject38.bin"/><Relationship Id="rId28" Type="http://schemas.openxmlformats.org/officeDocument/2006/relationships/image" Target="../media/image50.wmf"/><Relationship Id="rId27" Type="http://schemas.openxmlformats.org/officeDocument/2006/relationships/oleObject" Target="../embeddings/oleObject37.bin"/><Relationship Id="rId26" Type="http://schemas.openxmlformats.org/officeDocument/2006/relationships/image" Target="../media/image49.wmf"/><Relationship Id="rId25" Type="http://schemas.openxmlformats.org/officeDocument/2006/relationships/oleObject" Target="../embeddings/oleObject36.bin"/><Relationship Id="rId24" Type="http://schemas.openxmlformats.org/officeDocument/2006/relationships/image" Target="../media/image48.wmf"/><Relationship Id="rId23" Type="http://schemas.openxmlformats.org/officeDocument/2006/relationships/oleObject" Target="../embeddings/oleObject35.bin"/><Relationship Id="rId22" Type="http://schemas.openxmlformats.org/officeDocument/2006/relationships/image" Target="../media/image47.wmf"/><Relationship Id="rId21" Type="http://schemas.openxmlformats.org/officeDocument/2006/relationships/oleObject" Target="../embeddings/oleObject34.bin"/><Relationship Id="rId20" Type="http://schemas.openxmlformats.org/officeDocument/2006/relationships/image" Target="../media/image46.wmf"/><Relationship Id="rId2" Type="http://schemas.openxmlformats.org/officeDocument/2006/relationships/image" Target="../media/image37.wmf"/><Relationship Id="rId19" Type="http://schemas.openxmlformats.org/officeDocument/2006/relationships/oleObject" Target="../embeddings/oleObject33.bin"/><Relationship Id="rId18" Type="http://schemas.openxmlformats.org/officeDocument/2006/relationships/image" Target="../media/image45.wmf"/><Relationship Id="rId17" Type="http://schemas.openxmlformats.org/officeDocument/2006/relationships/oleObject" Target="../embeddings/oleObject32.bin"/><Relationship Id="rId16" Type="http://schemas.openxmlformats.org/officeDocument/2006/relationships/image" Target="../media/image44.wmf"/><Relationship Id="rId15" Type="http://schemas.openxmlformats.org/officeDocument/2006/relationships/oleObject" Target="../embeddings/oleObject31.bin"/><Relationship Id="rId14" Type="http://schemas.openxmlformats.org/officeDocument/2006/relationships/image" Target="../media/image43.wmf"/><Relationship Id="rId13" Type="http://schemas.openxmlformats.org/officeDocument/2006/relationships/oleObject" Target="../embeddings/oleObject30.bin"/><Relationship Id="rId12" Type="http://schemas.openxmlformats.org/officeDocument/2006/relationships/image" Target="../media/image42.wmf"/><Relationship Id="rId11" Type="http://schemas.openxmlformats.org/officeDocument/2006/relationships/oleObject" Target="../embeddings/oleObject29.bin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24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6.wmf"/><Relationship Id="rId56" Type="http://schemas.openxmlformats.org/officeDocument/2006/relationships/vmlDrawing" Target="../drawings/vmlDrawing5.vml"/><Relationship Id="rId55" Type="http://schemas.openxmlformats.org/officeDocument/2006/relationships/slideLayout" Target="../slideLayouts/slideLayout34.xml"/><Relationship Id="rId54" Type="http://schemas.openxmlformats.org/officeDocument/2006/relationships/image" Target="../media/image80.wmf"/><Relationship Id="rId53" Type="http://schemas.openxmlformats.org/officeDocument/2006/relationships/oleObject" Target="../embeddings/oleObject75.bin"/><Relationship Id="rId52" Type="http://schemas.openxmlformats.org/officeDocument/2006/relationships/image" Target="../media/image79.wmf"/><Relationship Id="rId51" Type="http://schemas.openxmlformats.org/officeDocument/2006/relationships/oleObject" Target="../embeddings/oleObject74.bin"/><Relationship Id="rId50" Type="http://schemas.openxmlformats.org/officeDocument/2006/relationships/image" Target="../media/image78.wmf"/><Relationship Id="rId5" Type="http://schemas.openxmlformats.org/officeDocument/2006/relationships/oleObject" Target="../embeddings/oleObject51.bin"/><Relationship Id="rId49" Type="http://schemas.openxmlformats.org/officeDocument/2006/relationships/oleObject" Target="../embeddings/oleObject73.bin"/><Relationship Id="rId48" Type="http://schemas.openxmlformats.org/officeDocument/2006/relationships/image" Target="../media/image77.wmf"/><Relationship Id="rId47" Type="http://schemas.openxmlformats.org/officeDocument/2006/relationships/oleObject" Target="../embeddings/oleObject72.bin"/><Relationship Id="rId46" Type="http://schemas.openxmlformats.org/officeDocument/2006/relationships/image" Target="../media/image76.wmf"/><Relationship Id="rId45" Type="http://schemas.openxmlformats.org/officeDocument/2006/relationships/oleObject" Target="../embeddings/oleObject71.bin"/><Relationship Id="rId44" Type="http://schemas.openxmlformats.org/officeDocument/2006/relationships/image" Target="../media/image75.wmf"/><Relationship Id="rId43" Type="http://schemas.openxmlformats.org/officeDocument/2006/relationships/oleObject" Target="../embeddings/oleObject70.bin"/><Relationship Id="rId42" Type="http://schemas.openxmlformats.org/officeDocument/2006/relationships/image" Target="../media/image74.wmf"/><Relationship Id="rId41" Type="http://schemas.openxmlformats.org/officeDocument/2006/relationships/oleObject" Target="../embeddings/oleObject69.bin"/><Relationship Id="rId40" Type="http://schemas.openxmlformats.org/officeDocument/2006/relationships/image" Target="../media/image73.wmf"/><Relationship Id="rId4" Type="http://schemas.openxmlformats.org/officeDocument/2006/relationships/image" Target="../media/image55.wmf"/><Relationship Id="rId39" Type="http://schemas.openxmlformats.org/officeDocument/2006/relationships/oleObject" Target="../embeddings/oleObject68.bin"/><Relationship Id="rId38" Type="http://schemas.openxmlformats.org/officeDocument/2006/relationships/image" Target="../media/image72.wmf"/><Relationship Id="rId37" Type="http://schemas.openxmlformats.org/officeDocument/2006/relationships/oleObject" Target="../embeddings/oleObject67.bin"/><Relationship Id="rId36" Type="http://schemas.openxmlformats.org/officeDocument/2006/relationships/image" Target="../media/image71.wmf"/><Relationship Id="rId35" Type="http://schemas.openxmlformats.org/officeDocument/2006/relationships/oleObject" Target="../embeddings/oleObject66.bin"/><Relationship Id="rId34" Type="http://schemas.openxmlformats.org/officeDocument/2006/relationships/image" Target="../media/image70.wmf"/><Relationship Id="rId33" Type="http://schemas.openxmlformats.org/officeDocument/2006/relationships/oleObject" Target="../embeddings/oleObject65.bin"/><Relationship Id="rId32" Type="http://schemas.openxmlformats.org/officeDocument/2006/relationships/image" Target="../media/image69.wmf"/><Relationship Id="rId31" Type="http://schemas.openxmlformats.org/officeDocument/2006/relationships/oleObject" Target="../embeddings/oleObject64.bin"/><Relationship Id="rId30" Type="http://schemas.openxmlformats.org/officeDocument/2006/relationships/image" Target="../media/image68.wmf"/><Relationship Id="rId3" Type="http://schemas.openxmlformats.org/officeDocument/2006/relationships/oleObject" Target="../embeddings/oleObject50.bin"/><Relationship Id="rId29" Type="http://schemas.openxmlformats.org/officeDocument/2006/relationships/oleObject" Target="../embeddings/oleObject63.bin"/><Relationship Id="rId28" Type="http://schemas.openxmlformats.org/officeDocument/2006/relationships/image" Target="../media/image67.wmf"/><Relationship Id="rId27" Type="http://schemas.openxmlformats.org/officeDocument/2006/relationships/oleObject" Target="../embeddings/oleObject62.bin"/><Relationship Id="rId26" Type="http://schemas.openxmlformats.org/officeDocument/2006/relationships/image" Target="../media/image66.wmf"/><Relationship Id="rId25" Type="http://schemas.openxmlformats.org/officeDocument/2006/relationships/oleObject" Target="../embeddings/oleObject61.bin"/><Relationship Id="rId24" Type="http://schemas.openxmlformats.org/officeDocument/2006/relationships/image" Target="../media/image65.wmf"/><Relationship Id="rId23" Type="http://schemas.openxmlformats.org/officeDocument/2006/relationships/oleObject" Target="../embeddings/oleObject60.bin"/><Relationship Id="rId22" Type="http://schemas.openxmlformats.org/officeDocument/2006/relationships/image" Target="../media/image64.wmf"/><Relationship Id="rId21" Type="http://schemas.openxmlformats.org/officeDocument/2006/relationships/oleObject" Target="../embeddings/oleObject59.bin"/><Relationship Id="rId20" Type="http://schemas.openxmlformats.org/officeDocument/2006/relationships/image" Target="../media/image63.wmf"/><Relationship Id="rId2" Type="http://schemas.openxmlformats.org/officeDocument/2006/relationships/image" Target="../media/image54.wmf"/><Relationship Id="rId19" Type="http://schemas.openxmlformats.org/officeDocument/2006/relationships/oleObject" Target="../embeddings/oleObject58.bin"/><Relationship Id="rId18" Type="http://schemas.openxmlformats.org/officeDocument/2006/relationships/image" Target="../media/image62.wmf"/><Relationship Id="rId17" Type="http://schemas.openxmlformats.org/officeDocument/2006/relationships/oleObject" Target="../embeddings/oleObject57.bin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49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wmf"/><Relationship Id="rId8" Type="http://schemas.openxmlformats.org/officeDocument/2006/relationships/oleObject" Target="../embeddings/oleObject78.bin"/><Relationship Id="rId7" Type="http://schemas.openxmlformats.org/officeDocument/2006/relationships/image" Target="../media/image85.wmf"/><Relationship Id="rId6" Type="http://schemas.openxmlformats.org/officeDocument/2006/relationships/oleObject" Target="../embeddings/oleObject77.bin"/><Relationship Id="rId5" Type="http://schemas.openxmlformats.org/officeDocument/2006/relationships/image" Target="../media/image84.wmf"/><Relationship Id="rId41" Type="http://schemas.openxmlformats.org/officeDocument/2006/relationships/vmlDrawing" Target="../drawings/vmlDrawing6.vml"/><Relationship Id="rId40" Type="http://schemas.openxmlformats.org/officeDocument/2006/relationships/slideLayout" Target="../slideLayouts/slideLayout24.xml"/><Relationship Id="rId4" Type="http://schemas.openxmlformats.org/officeDocument/2006/relationships/oleObject" Target="../embeddings/oleObject76.bin"/><Relationship Id="rId39" Type="http://schemas.openxmlformats.org/officeDocument/2006/relationships/image" Target="../media/image72.wmf"/><Relationship Id="rId38" Type="http://schemas.openxmlformats.org/officeDocument/2006/relationships/oleObject" Target="../embeddings/oleObject93.bin"/><Relationship Id="rId37" Type="http://schemas.openxmlformats.org/officeDocument/2006/relationships/image" Target="../media/image71.wmf"/><Relationship Id="rId36" Type="http://schemas.openxmlformats.org/officeDocument/2006/relationships/oleObject" Target="../embeddings/oleObject92.bin"/><Relationship Id="rId35" Type="http://schemas.openxmlformats.org/officeDocument/2006/relationships/image" Target="../media/image70.wmf"/><Relationship Id="rId34" Type="http://schemas.openxmlformats.org/officeDocument/2006/relationships/oleObject" Target="../embeddings/oleObject91.bin"/><Relationship Id="rId33" Type="http://schemas.openxmlformats.org/officeDocument/2006/relationships/image" Target="../media/image80.wmf"/><Relationship Id="rId32" Type="http://schemas.openxmlformats.org/officeDocument/2006/relationships/oleObject" Target="../embeddings/oleObject90.bin"/><Relationship Id="rId31" Type="http://schemas.openxmlformats.org/officeDocument/2006/relationships/image" Target="../media/image79.wmf"/><Relationship Id="rId30" Type="http://schemas.openxmlformats.org/officeDocument/2006/relationships/oleObject" Target="../embeddings/oleObject89.bin"/><Relationship Id="rId3" Type="http://schemas.openxmlformats.org/officeDocument/2006/relationships/image" Target="../media/image83.png"/><Relationship Id="rId29" Type="http://schemas.openxmlformats.org/officeDocument/2006/relationships/image" Target="../media/image78.wmf"/><Relationship Id="rId28" Type="http://schemas.openxmlformats.org/officeDocument/2006/relationships/oleObject" Target="../embeddings/oleObject88.bin"/><Relationship Id="rId27" Type="http://schemas.openxmlformats.org/officeDocument/2006/relationships/image" Target="../media/image77.wmf"/><Relationship Id="rId26" Type="http://schemas.openxmlformats.org/officeDocument/2006/relationships/oleObject" Target="../embeddings/oleObject87.bin"/><Relationship Id="rId25" Type="http://schemas.openxmlformats.org/officeDocument/2006/relationships/image" Target="../media/image76.wmf"/><Relationship Id="rId24" Type="http://schemas.openxmlformats.org/officeDocument/2006/relationships/oleObject" Target="../embeddings/oleObject86.bin"/><Relationship Id="rId23" Type="http://schemas.openxmlformats.org/officeDocument/2006/relationships/image" Target="../media/image75.wmf"/><Relationship Id="rId22" Type="http://schemas.openxmlformats.org/officeDocument/2006/relationships/oleObject" Target="../embeddings/oleObject85.bin"/><Relationship Id="rId21" Type="http://schemas.openxmlformats.org/officeDocument/2006/relationships/image" Target="../media/image74.wmf"/><Relationship Id="rId20" Type="http://schemas.openxmlformats.org/officeDocument/2006/relationships/oleObject" Target="../embeddings/oleObject84.bin"/><Relationship Id="rId2" Type="http://schemas.openxmlformats.org/officeDocument/2006/relationships/image" Target="../media/image82.png"/><Relationship Id="rId19" Type="http://schemas.openxmlformats.org/officeDocument/2006/relationships/image" Target="../media/image73.wmf"/><Relationship Id="rId18" Type="http://schemas.openxmlformats.org/officeDocument/2006/relationships/oleObject" Target="../embeddings/oleObject83.bin"/><Relationship Id="rId17" Type="http://schemas.openxmlformats.org/officeDocument/2006/relationships/image" Target="../media/image69.wmf"/><Relationship Id="rId16" Type="http://schemas.openxmlformats.org/officeDocument/2006/relationships/oleObject" Target="../embeddings/oleObject82.bin"/><Relationship Id="rId15" Type="http://schemas.openxmlformats.org/officeDocument/2006/relationships/image" Target="../media/image68.wmf"/><Relationship Id="rId14" Type="http://schemas.openxmlformats.org/officeDocument/2006/relationships/oleObject" Target="../embeddings/oleObject81.bin"/><Relationship Id="rId13" Type="http://schemas.openxmlformats.org/officeDocument/2006/relationships/image" Target="../media/image67.wmf"/><Relationship Id="rId12" Type="http://schemas.openxmlformats.org/officeDocument/2006/relationships/oleObject" Target="../embeddings/oleObject80.bin"/><Relationship Id="rId11" Type="http://schemas.openxmlformats.org/officeDocument/2006/relationships/image" Target="../media/image66.wmf"/><Relationship Id="rId10" Type="http://schemas.openxmlformats.org/officeDocument/2006/relationships/oleObject" Target="../embeddings/oleObject79.bin"/><Relationship Id="rId1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wmf"/><Relationship Id="rId8" Type="http://schemas.openxmlformats.org/officeDocument/2006/relationships/oleObject" Target="../embeddings/oleObject97.bin"/><Relationship Id="rId7" Type="http://schemas.openxmlformats.org/officeDocument/2006/relationships/image" Target="../media/image89.png"/><Relationship Id="rId6" Type="http://schemas.openxmlformats.org/officeDocument/2006/relationships/image" Target="../media/image88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86.wmf"/><Relationship Id="rId11" Type="http://schemas.openxmlformats.org/officeDocument/2006/relationships/vmlDrawing" Target="../drawings/vmlDrawing7.vml"/><Relationship Id="rId10" Type="http://schemas.openxmlformats.org/officeDocument/2006/relationships/slideLayout" Target="../slideLayouts/slideLayout24.xml"/><Relationship Id="rId1" Type="http://schemas.openxmlformats.org/officeDocument/2006/relationships/oleObject" Target="../embeddings/oleObject9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wmf"/><Relationship Id="rId8" Type="http://schemas.openxmlformats.org/officeDocument/2006/relationships/oleObject" Target="../embeddings/oleObject101.bin"/><Relationship Id="rId7" Type="http://schemas.openxmlformats.org/officeDocument/2006/relationships/image" Target="../media/image93.png"/><Relationship Id="rId6" Type="http://schemas.openxmlformats.org/officeDocument/2006/relationships/image" Target="../media/image92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87.wmf"/><Relationship Id="rId11" Type="http://schemas.openxmlformats.org/officeDocument/2006/relationships/vmlDrawing" Target="../drawings/vmlDrawing8.vml"/><Relationship Id="rId10" Type="http://schemas.openxmlformats.org/officeDocument/2006/relationships/slideLayout" Target="../slideLayouts/slideLayout24.xml"/><Relationship Id="rId1" Type="http://schemas.openxmlformats.org/officeDocument/2006/relationships/oleObject" Target="../embeddings/oleObject98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wmf"/><Relationship Id="rId8" Type="http://schemas.openxmlformats.org/officeDocument/2006/relationships/oleObject" Target="../embeddings/oleObject105.bin"/><Relationship Id="rId7" Type="http://schemas.openxmlformats.org/officeDocument/2006/relationships/image" Target="../media/image97.png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103.bin"/><Relationship Id="rId2" Type="http://schemas.openxmlformats.org/officeDocument/2006/relationships/image" Target="../media/image87.wmf"/><Relationship Id="rId11" Type="http://schemas.openxmlformats.org/officeDocument/2006/relationships/vmlDrawing" Target="../drawings/vmlDrawing9.vml"/><Relationship Id="rId10" Type="http://schemas.openxmlformats.org/officeDocument/2006/relationships/slideLayout" Target="../slideLayouts/slideLayout24.xml"/><Relationship Id="rId1" Type="http://schemas.openxmlformats.org/officeDocument/2006/relationships/oleObject" Target="../embeddings/oleObject10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107.bin"/><Relationship Id="rId2" Type="http://schemas.openxmlformats.org/officeDocument/2006/relationships/image" Target="../media/image99.wmf"/><Relationship Id="rId11" Type="http://schemas.openxmlformats.org/officeDocument/2006/relationships/vmlDrawing" Target="../drawings/vmlDrawing10.vml"/><Relationship Id="rId10" Type="http://schemas.openxmlformats.org/officeDocument/2006/relationships/slideLayout" Target="../slideLayouts/slideLayout24.xml"/><Relationship Id="rId1" Type="http://schemas.openxmlformats.org/officeDocument/2006/relationships/oleObject" Target="../embeddings/oleObject106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wmf"/><Relationship Id="rId8" Type="http://schemas.openxmlformats.org/officeDocument/2006/relationships/oleObject" Target="../embeddings/oleObject113.bin"/><Relationship Id="rId7" Type="http://schemas.openxmlformats.org/officeDocument/2006/relationships/image" Target="../media/image105.png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99.wmf"/><Relationship Id="rId11" Type="http://schemas.openxmlformats.org/officeDocument/2006/relationships/vmlDrawing" Target="../drawings/vmlDrawing11.vml"/><Relationship Id="rId10" Type="http://schemas.openxmlformats.org/officeDocument/2006/relationships/slideLayout" Target="../slideLayouts/slideLayout24.xml"/><Relationship Id="rId1" Type="http://schemas.openxmlformats.org/officeDocument/2006/relationships/oleObject" Target="../embeddings/oleObject110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7.bin"/><Relationship Id="rId8" Type="http://schemas.openxmlformats.org/officeDocument/2006/relationships/image" Target="../media/image110.w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05.png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115.bin"/><Relationship Id="rId3" Type="http://schemas.openxmlformats.org/officeDocument/2006/relationships/image" Target="../media/image108.png"/><Relationship Id="rId2" Type="http://schemas.openxmlformats.org/officeDocument/2006/relationships/image" Target="../media/image107.wmf"/><Relationship Id="rId14" Type="http://schemas.openxmlformats.org/officeDocument/2006/relationships/vmlDrawing" Target="../drawings/vmlDrawing12.vml"/><Relationship Id="rId13" Type="http://schemas.openxmlformats.org/officeDocument/2006/relationships/slideLayout" Target="../slideLayouts/slideLayout24.xml"/><Relationship Id="rId12" Type="http://schemas.openxmlformats.org/officeDocument/2006/relationships/image" Target="../media/image112.wmf"/><Relationship Id="rId11" Type="http://schemas.openxmlformats.org/officeDocument/2006/relationships/oleObject" Target="../embeddings/oleObject118.bin"/><Relationship Id="rId10" Type="http://schemas.openxmlformats.org/officeDocument/2006/relationships/image" Target="../media/image111.wmf"/><Relationship Id="rId1" Type="http://schemas.openxmlformats.org/officeDocument/2006/relationships/oleObject" Target="../embeddings/oleObject114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3.bin"/><Relationship Id="rId8" Type="http://schemas.openxmlformats.org/officeDocument/2006/relationships/image" Target="../media/image116.wmf"/><Relationship Id="rId7" Type="http://schemas.openxmlformats.org/officeDocument/2006/relationships/oleObject" Target="../embeddings/oleObject122.bin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14.wmf"/><Relationship Id="rId32" Type="http://schemas.openxmlformats.org/officeDocument/2006/relationships/vmlDrawing" Target="../drawings/vmlDrawing13.vml"/><Relationship Id="rId31" Type="http://schemas.openxmlformats.org/officeDocument/2006/relationships/slideLayout" Target="../slideLayouts/slideLayout24.xml"/><Relationship Id="rId30" Type="http://schemas.openxmlformats.org/officeDocument/2006/relationships/image" Target="../media/image127.wmf"/><Relationship Id="rId3" Type="http://schemas.openxmlformats.org/officeDocument/2006/relationships/oleObject" Target="../embeddings/oleObject120.bin"/><Relationship Id="rId29" Type="http://schemas.openxmlformats.org/officeDocument/2006/relationships/oleObject" Target="../embeddings/oleObject133.bin"/><Relationship Id="rId28" Type="http://schemas.openxmlformats.org/officeDocument/2006/relationships/image" Target="../media/image126.wmf"/><Relationship Id="rId27" Type="http://schemas.openxmlformats.org/officeDocument/2006/relationships/oleObject" Target="../embeddings/oleObject132.bin"/><Relationship Id="rId26" Type="http://schemas.openxmlformats.org/officeDocument/2006/relationships/image" Target="../media/image125.wmf"/><Relationship Id="rId25" Type="http://schemas.openxmlformats.org/officeDocument/2006/relationships/oleObject" Target="../embeddings/oleObject131.bin"/><Relationship Id="rId24" Type="http://schemas.openxmlformats.org/officeDocument/2006/relationships/image" Target="../media/image124.wmf"/><Relationship Id="rId23" Type="http://schemas.openxmlformats.org/officeDocument/2006/relationships/oleObject" Target="../embeddings/oleObject130.bin"/><Relationship Id="rId22" Type="http://schemas.openxmlformats.org/officeDocument/2006/relationships/image" Target="../media/image123.wmf"/><Relationship Id="rId21" Type="http://schemas.openxmlformats.org/officeDocument/2006/relationships/oleObject" Target="../embeddings/oleObject129.bin"/><Relationship Id="rId20" Type="http://schemas.openxmlformats.org/officeDocument/2006/relationships/image" Target="../media/image122.wmf"/><Relationship Id="rId2" Type="http://schemas.openxmlformats.org/officeDocument/2006/relationships/image" Target="../media/image113.wmf"/><Relationship Id="rId19" Type="http://schemas.openxmlformats.org/officeDocument/2006/relationships/oleObject" Target="../embeddings/oleObject128.bin"/><Relationship Id="rId18" Type="http://schemas.openxmlformats.org/officeDocument/2006/relationships/image" Target="../media/image121.wmf"/><Relationship Id="rId17" Type="http://schemas.openxmlformats.org/officeDocument/2006/relationships/oleObject" Target="../embeddings/oleObject127.bin"/><Relationship Id="rId16" Type="http://schemas.openxmlformats.org/officeDocument/2006/relationships/image" Target="../media/image120.wmf"/><Relationship Id="rId15" Type="http://schemas.openxmlformats.org/officeDocument/2006/relationships/oleObject" Target="../embeddings/oleObject126.bin"/><Relationship Id="rId14" Type="http://schemas.openxmlformats.org/officeDocument/2006/relationships/image" Target="../media/image119.wmf"/><Relationship Id="rId13" Type="http://schemas.openxmlformats.org/officeDocument/2006/relationships/oleObject" Target="../embeddings/oleObject125.bin"/><Relationship Id="rId12" Type="http://schemas.openxmlformats.org/officeDocument/2006/relationships/image" Target="../media/image118.wmf"/><Relationship Id="rId11" Type="http://schemas.openxmlformats.org/officeDocument/2006/relationships/oleObject" Target="../embeddings/oleObject124.bin"/><Relationship Id="rId10" Type="http://schemas.openxmlformats.org/officeDocument/2006/relationships/image" Target="../media/image117.wmf"/><Relationship Id="rId1" Type="http://schemas.openxmlformats.org/officeDocument/2006/relationships/oleObject" Target="../embeddings/oleObject119.bin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29.wmf"/><Relationship Id="rId3" Type="http://schemas.openxmlformats.org/officeDocument/2006/relationships/oleObject" Target="../embeddings/oleObject135.bin"/><Relationship Id="rId2" Type="http://schemas.openxmlformats.org/officeDocument/2006/relationships/image" Target="../media/image128.wmf"/><Relationship Id="rId1" Type="http://schemas.openxmlformats.org/officeDocument/2006/relationships/oleObject" Target="../embeddings/oleObject13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png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139.bin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31.wmf"/><Relationship Id="rId3" Type="http://schemas.openxmlformats.org/officeDocument/2006/relationships/oleObject" Target="../embeddings/oleObject137.bin"/><Relationship Id="rId2" Type="http://schemas.openxmlformats.org/officeDocument/2006/relationships/image" Target="../media/image130.wmf"/><Relationship Id="rId19" Type="http://schemas.openxmlformats.org/officeDocument/2006/relationships/vmlDrawing" Target="../drawings/vmlDrawing15.vml"/><Relationship Id="rId18" Type="http://schemas.openxmlformats.org/officeDocument/2006/relationships/slideLayout" Target="../slideLayouts/slideLayout24.xml"/><Relationship Id="rId17" Type="http://schemas.openxmlformats.org/officeDocument/2006/relationships/image" Target="../media/image138.wmf"/><Relationship Id="rId16" Type="http://schemas.openxmlformats.org/officeDocument/2006/relationships/oleObject" Target="../embeddings/oleObject143.bin"/><Relationship Id="rId15" Type="http://schemas.openxmlformats.org/officeDocument/2006/relationships/image" Target="../media/image137.wmf"/><Relationship Id="rId14" Type="http://schemas.openxmlformats.org/officeDocument/2006/relationships/oleObject" Target="../embeddings/oleObject142.bin"/><Relationship Id="rId13" Type="http://schemas.openxmlformats.org/officeDocument/2006/relationships/image" Target="../media/image136.wmf"/><Relationship Id="rId12" Type="http://schemas.openxmlformats.org/officeDocument/2006/relationships/oleObject" Target="../embeddings/oleObject141.bin"/><Relationship Id="rId11" Type="http://schemas.openxmlformats.org/officeDocument/2006/relationships/image" Target="../media/image135.wmf"/><Relationship Id="rId10" Type="http://schemas.openxmlformats.org/officeDocument/2006/relationships/oleObject" Target="../embeddings/oleObject140.bin"/><Relationship Id="rId1" Type="http://schemas.openxmlformats.org/officeDocument/2006/relationships/oleObject" Target="../embeddings/oleObject136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40.wmf"/><Relationship Id="rId3" Type="http://schemas.openxmlformats.org/officeDocument/2006/relationships/oleObject" Target="../embeddings/oleObject145.bin"/><Relationship Id="rId2" Type="http://schemas.openxmlformats.org/officeDocument/2006/relationships/image" Target="../media/image139.wmf"/><Relationship Id="rId1" Type="http://schemas.openxmlformats.org/officeDocument/2006/relationships/oleObject" Target="../embeddings/oleObject14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24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w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141.wmf"/><Relationship Id="rId1" Type="http://schemas.openxmlformats.org/officeDocument/2006/relationships/oleObject" Target="../embeddings/oleObject146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2.bin"/><Relationship Id="rId8" Type="http://schemas.openxmlformats.org/officeDocument/2006/relationships/image" Target="../media/image148.wmf"/><Relationship Id="rId7" Type="http://schemas.openxmlformats.org/officeDocument/2006/relationships/oleObject" Target="../embeddings/oleObject151.bin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46.wmf"/><Relationship Id="rId36" Type="http://schemas.openxmlformats.org/officeDocument/2006/relationships/vmlDrawing" Target="../drawings/vmlDrawing18.vml"/><Relationship Id="rId35" Type="http://schemas.openxmlformats.org/officeDocument/2006/relationships/slideLayout" Target="../slideLayouts/slideLayout35.xml"/><Relationship Id="rId34" Type="http://schemas.openxmlformats.org/officeDocument/2006/relationships/image" Target="../media/image162.wmf"/><Relationship Id="rId33" Type="http://schemas.openxmlformats.org/officeDocument/2006/relationships/oleObject" Target="../embeddings/oleObject163.bin"/><Relationship Id="rId32" Type="http://schemas.openxmlformats.org/officeDocument/2006/relationships/image" Target="../media/image161.wmf"/><Relationship Id="rId31" Type="http://schemas.openxmlformats.org/officeDocument/2006/relationships/oleObject" Target="../embeddings/oleObject162.bin"/><Relationship Id="rId30" Type="http://schemas.openxmlformats.org/officeDocument/2006/relationships/image" Target="../media/image160.wmf"/><Relationship Id="rId3" Type="http://schemas.openxmlformats.org/officeDocument/2006/relationships/oleObject" Target="../embeddings/oleObject149.bin"/><Relationship Id="rId29" Type="http://schemas.openxmlformats.org/officeDocument/2006/relationships/oleObject" Target="../embeddings/oleObject161.bin"/><Relationship Id="rId28" Type="http://schemas.openxmlformats.org/officeDocument/2006/relationships/image" Target="../media/image159.png"/><Relationship Id="rId27" Type="http://schemas.openxmlformats.org/officeDocument/2006/relationships/image" Target="../media/image158.png"/><Relationship Id="rId26" Type="http://schemas.openxmlformats.org/officeDocument/2006/relationships/image" Target="../media/image157.wmf"/><Relationship Id="rId25" Type="http://schemas.openxmlformats.org/officeDocument/2006/relationships/oleObject" Target="../embeddings/oleObject160.bin"/><Relationship Id="rId24" Type="http://schemas.openxmlformats.org/officeDocument/2006/relationships/image" Target="../media/image156.wmf"/><Relationship Id="rId23" Type="http://schemas.openxmlformats.org/officeDocument/2006/relationships/oleObject" Target="../embeddings/oleObject159.bin"/><Relationship Id="rId22" Type="http://schemas.openxmlformats.org/officeDocument/2006/relationships/image" Target="../media/image155.wmf"/><Relationship Id="rId21" Type="http://schemas.openxmlformats.org/officeDocument/2006/relationships/oleObject" Target="../embeddings/oleObject158.bin"/><Relationship Id="rId20" Type="http://schemas.openxmlformats.org/officeDocument/2006/relationships/image" Target="../media/image154.wmf"/><Relationship Id="rId2" Type="http://schemas.openxmlformats.org/officeDocument/2006/relationships/image" Target="../media/image145.wmf"/><Relationship Id="rId19" Type="http://schemas.openxmlformats.org/officeDocument/2006/relationships/oleObject" Target="../embeddings/oleObject157.bin"/><Relationship Id="rId18" Type="http://schemas.openxmlformats.org/officeDocument/2006/relationships/image" Target="../media/image153.wmf"/><Relationship Id="rId17" Type="http://schemas.openxmlformats.org/officeDocument/2006/relationships/oleObject" Target="../embeddings/oleObject156.bin"/><Relationship Id="rId16" Type="http://schemas.openxmlformats.org/officeDocument/2006/relationships/image" Target="../media/image152.wmf"/><Relationship Id="rId15" Type="http://schemas.openxmlformats.org/officeDocument/2006/relationships/oleObject" Target="../embeddings/oleObject155.bin"/><Relationship Id="rId14" Type="http://schemas.openxmlformats.org/officeDocument/2006/relationships/image" Target="../media/image151.wmf"/><Relationship Id="rId13" Type="http://schemas.openxmlformats.org/officeDocument/2006/relationships/oleObject" Target="../embeddings/oleObject154.bin"/><Relationship Id="rId12" Type="http://schemas.openxmlformats.org/officeDocument/2006/relationships/image" Target="../media/image150.wmf"/><Relationship Id="rId11" Type="http://schemas.openxmlformats.org/officeDocument/2006/relationships/oleObject" Target="../embeddings/oleObject153.bin"/><Relationship Id="rId10" Type="http://schemas.openxmlformats.org/officeDocument/2006/relationships/image" Target="../media/image149.wmf"/><Relationship Id="rId1" Type="http://schemas.openxmlformats.org/officeDocument/2006/relationships/oleObject" Target="../embeddings/oleObject148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8.bin"/><Relationship Id="rId8" Type="http://schemas.openxmlformats.org/officeDocument/2006/relationships/image" Target="../media/image148.wmf"/><Relationship Id="rId7" Type="http://schemas.openxmlformats.org/officeDocument/2006/relationships/oleObject" Target="../embeddings/oleObject167.bin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146.wmf"/><Relationship Id="rId36" Type="http://schemas.openxmlformats.org/officeDocument/2006/relationships/vmlDrawing" Target="../drawings/vmlDrawing19.vml"/><Relationship Id="rId35" Type="http://schemas.openxmlformats.org/officeDocument/2006/relationships/slideLayout" Target="../slideLayouts/slideLayout24.xml"/><Relationship Id="rId34" Type="http://schemas.openxmlformats.org/officeDocument/2006/relationships/image" Target="../media/image164.wmf"/><Relationship Id="rId33" Type="http://schemas.openxmlformats.org/officeDocument/2006/relationships/oleObject" Target="../embeddings/oleObject179.bin"/><Relationship Id="rId32" Type="http://schemas.openxmlformats.org/officeDocument/2006/relationships/image" Target="../media/image161.wmf"/><Relationship Id="rId31" Type="http://schemas.openxmlformats.org/officeDocument/2006/relationships/oleObject" Target="../embeddings/oleObject178.bin"/><Relationship Id="rId30" Type="http://schemas.openxmlformats.org/officeDocument/2006/relationships/image" Target="../media/image160.wmf"/><Relationship Id="rId3" Type="http://schemas.openxmlformats.org/officeDocument/2006/relationships/oleObject" Target="../embeddings/oleObject165.bin"/><Relationship Id="rId29" Type="http://schemas.openxmlformats.org/officeDocument/2006/relationships/oleObject" Target="../embeddings/oleObject177.bin"/><Relationship Id="rId28" Type="http://schemas.openxmlformats.org/officeDocument/2006/relationships/image" Target="../media/image159.png"/><Relationship Id="rId27" Type="http://schemas.openxmlformats.org/officeDocument/2006/relationships/image" Target="../media/image158.png"/><Relationship Id="rId26" Type="http://schemas.openxmlformats.org/officeDocument/2006/relationships/image" Target="../media/image157.wmf"/><Relationship Id="rId25" Type="http://schemas.openxmlformats.org/officeDocument/2006/relationships/oleObject" Target="../embeddings/oleObject176.bin"/><Relationship Id="rId24" Type="http://schemas.openxmlformats.org/officeDocument/2006/relationships/image" Target="../media/image156.wmf"/><Relationship Id="rId23" Type="http://schemas.openxmlformats.org/officeDocument/2006/relationships/oleObject" Target="../embeddings/oleObject175.bin"/><Relationship Id="rId22" Type="http://schemas.openxmlformats.org/officeDocument/2006/relationships/image" Target="../media/image155.wmf"/><Relationship Id="rId21" Type="http://schemas.openxmlformats.org/officeDocument/2006/relationships/oleObject" Target="../embeddings/oleObject174.bin"/><Relationship Id="rId20" Type="http://schemas.openxmlformats.org/officeDocument/2006/relationships/image" Target="../media/image154.wmf"/><Relationship Id="rId2" Type="http://schemas.openxmlformats.org/officeDocument/2006/relationships/image" Target="../media/image145.wmf"/><Relationship Id="rId19" Type="http://schemas.openxmlformats.org/officeDocument/2006/relationships/oleObject" Target="../embeddings/oleObject173.bin"/><Relationship Id="rId18" Type="http://schemas.openxmlformats.org/officeDocument/2006/relationships/image" Target="../media/image153.wmf"/><Relationship Id="rId17" Type="http://schemas.openxmlformats.org/officeDocument/2006/relationships/oleObject" Target="../embeddings/oleObject172.bin"/><Relationship Id="rId16" Type="http://schemas.openxmlformats.org/officeDocument/2006/relationships/image" Target="../media/image152.wmf"/><Relationship Id="rId15" Type="http://schemas.openxmlformats.org/officeDocument/2006/relationships/oleObject" Target="../embeddings/oleObject171.bin"/><Relationship Id="rId14" Type="http://schemas.openxmlformats.org/officeDocument/2006/relationships/image" Target="../media/image163.wmf"/><Relationship Id="rId13" Type="http://schemas.openxmlformats.org/officeDocument/2006/relationships/oleObject" Target="../embeddings/oleObject170.bin"/><Relationship Id="rId12" Type="http://schemas.openxmlformats.org/officeDocument/2006/relationships/image" Target="../media/image150.wmf"/><Relationship Id="rId11" Type="http://schemas.openxmlformats.org/officeDocument/2006/relationships/oleObject" Target="../embeddings/oleObject169.bin"/><Relationship Id="rId10" Type="http://schemas.openxmlformats.org/officeDocument/2006/relationships/image" Target="../media/image149.wmf"/><Relationship Id="rId1" Type="http://schemas.openxmlformats.org/officeDocument/2006/relationships/oleObject" Target="../embeddings/oleObject164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4.bin"/><Relationship Id="rId8" Type="http://schemas.openxmlformats.org/officeDocument/2006/relationships/image" Target="../media/image147.wmf"/><Relationship Id="rId7" Type="http://schemas.openxmlformats.org/officeDocument/2006/relationships/oleObject" Target="../embeddings/oleObject183.bin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145.wmf"/><Relationship Id="rId38" Type="http://schemas.openxmlformats.org/officeDocument/2006/relationships/vmlDrawing" Target="../drawings/vmlDrawing20.vml"/><Relationship Id="rId37" Type="http://schemas.openxmlformats.org/officeDocument/2006/relationships/slideLayout" Target="../slideLayouts/slideLayout24.xml"/><Relationship Id="rId36" Type="http://schemas.openxmlformats.org/officeDocument/2006/relationships/image" Target="../media/image167.wmf"/><Relationship Id="rId35" Type="http://schemas.openxmlformats.org/officeDocument/2006/relationships/oleObject" Target="../embeddings/oleObject196.bin"/><Relationship Id="rId34" Type="http://schemas.openxmlformats.org/officeDocument/2006/relationships/image" Target="../media/image164.wmf"/><Relationship Id="rId33" Type="http://schemas.openxmlformats.org/officeDocument/2006/relationships/oleObject" Target="../embeddings/oleObject195.bin"/><Relationship Id="rId32" Type="http://schemas.openxmlformats.org/officeDocument/2006/relationships/image" Target="../media/image160.wmf"/><Relationship Id="rId31" Type="http://schemas.openxmlformats.org/officeDocument/2006/relationships/oleObject" Target="../embeddings/oleObject194.bin"/><Relationship Id="rId30" Type="http://schemas.openxmlformats.org/officeDocument/2006/relationships/image" Target="../media/image159.png"/><Relationship Id="rId3" Type="http://schemas.openxmlformats.org/officeDocument/2006/relationships/oleObject" Target="../embeddings/oleObject181.bin"/><Relationship Id="rId29" Type="http://schemas.openxmlformats.org/officeDocument/2006/relationships/image" Target="../media/image158.png"/><Relationship Id="rId28" Type="http://schemas.openxmlformats.org/officeDocument/2006/relationships/image" Target="../media/image157.wmf"/><Relationship Id="rId27" Type="http://schemas.openxmlformats.org/officeDocument/2006/relationships/oleObject" Target="../embeddings/oleObject193.bin"/><Relationship Id="rId26" Type="http://schemas.openxmlformats.org/officeDocument/2006/relationships/image" Target="../media/image156.wmf"/><Relationship Id="rId25" Type="http://schemas.openxmlformats.org/officeDocument/2006/relationships/oleObject" Target="../embeddings/oleObject192.bin"/><Relationship Id="rId24" Type="http://schemas.openxmlformats.org/officeDocument/2006/relationships/image" Target="../media/image155.wmf"/><Relationship Id="rId23" Type="http://schemas.openxmlformats.org/officeDocument/2006/relationships/oleObject" Target="../embeddings/oleObject191.bin"/><Relationship Id="rId22" Type="http://schemas.openxmlformats.org/officeDocument/2006/relationships/image" Target="../media/image154.wmf"/><Relationship Id="rId21" Type="http://schemas.openxmlformats.org/officeDocument/2006/relationships/oleObject" Target="../embeddings/oleObject190.bin"/><Relationship Id="rId20" Type="http://schemas.openxmlformats.org/officeDocument/2006/relationships/image" Target="../media/image153.wmf"/><Relationship Id="rId2" Type="http://schemas.openxmlformats.org/officeDocument/2006/relationships/image" Target="../media/image165.wmf"/><Relationship Id="rId19" Type="http://schemas.openxmlformats.org/officeDocument/2006/relationships/oleObject" Target="../embeddings/oleObject189.bin"/><Relationship Id="rId18" Type="http://schemas.openxmlformats.org/officeDocument/2006/relationships/image" Target="../media/image152.wmf"/><Relationship Id="rId17" Type="http://schemas.openxmlformats.org/officeDocument/2006/relationships/oleObject" Target="../embeddings/oleObject188.bin"/><Relationship Id="rId16" Type="http://schemas.openxmlformats.org/officeDocument/2006/relationships/image" Target="../media/image166.wmf"/><Relationship Id="rId15" Type="http://schemas.openxmlformats.org/officeDocument/2006/relationships/oleObject" Target="../embeddings/oleObject187.bin"/><Relationship Id="rId14" Type="http://schemas.openxmlformats.org/officeDocument/2006/relationships/image" Target="../media/image150.wmf"/><Relationship Id="rId13" Type="http://schemas.openxmlformats.org/officeDocument/2006/relationships/oleObject" Target="../embeddings/oleObject186.bin"/><Relationship Id="rId12" Type="http://schemas.openxmlformats.org/officeDocument/2006/relationships/image" Target="../media/image149.wmf"/><Relationship Id="rId11" Type="http://schemas.openxmlformats.org/officeDocument/2006/relationships/oleObject" Target="../embeddings/oleObject185.bin"/><Relationship Id="rId10" Type="http://schemas.openxmlformats.org/officeDocument/2006/relationships/image" Target="../media/image148.wmf"/><Relationship Id="rId1" Type="http://schemas.openxmlformats.org/officeDocument/2006/relationships/oleObject" Target="../embeddings/oleObject180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1.bin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200.bin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99.bin"/><Relationship Id="rId40" Type="http://schemas.openxmlformats.org/officeDocument/2006/relationships/vmlDrawing" Target="../drawings/vmlDrawing21.vml"/><Relationship Id="rId4" Type="http://schemas.openxmlformats.org/officeDocument/2006/relationships/image" Target="../media/image169.wmf"/><Relationship Id="rId39" Type="http://schemas.openxmlformats.org/officeDocument/2006/relationships/slideLayout" Target="../slideLayouts/slideLayout24.xml"/><Relationship Id="rId38" Type="http://schemas.openxmlformats.org/officeDocument/2006/relationships/image" Target="../media/image167.wmf"/><Relationship Id="rId37" Type="http://schemas.openxmlformats.org/officeDocument/2006/relationships/oleObject" Target="../embeddings/oleObject214.bin"/><Relationship Id="rId36" Type="http://schemas.openxmlformats.org/officeDocument/2006/relationships/image" Target="../media/image164.wmf"/><Relationship Id="rId35" Type="http://schemas.openxmlformats.org/officeDocument/2006/relationships/oleObject" Target="../embeddings/oleObject213.bin"/><Relationship Id="rId34" Type="http://schemas.openxmlformats.org/officeDocument/2006/relationships/image" Target="../media/image160.wmf"/><Relationship Id="rId33" Type="http://schemas.openxmlformats.org/officeDocument/2006/relationships/oleObject" Target="../embeddings/oleObject212.bin"/><Relationship Id="rId32" Type="http://schemas.openxmlformats.org/officeDocument/2006/relationships/image" Target="../media/image159.png"/><Relationship Id="rId31" Type="http://schemas.openxmlformats.org/officeDocument/2006/relationships/image" Target="../media/image158.png"/><Relationship Id="rId30" Type="http://schemas.openxmlformats.org/officeDocument/2006/relationships/image" Target="../media/image157.wmf"/><Relationship Id="rId3" Type="http://schemas.openxmlformats.org/officeDocument/2006/relationships/oleObject" Target="../embeddings/oleObject198.bin"/><Relationship Id="rId29" Type="http://schemas.openxmlformats.org/officeDocument/2006/relationships/oleObject" Target="../embeddings/oleObject211.bin"/><Relationship Id="rId28" Type="http://schemas.openxmlformats.org/officeDocument/2006/relationships/image" Target="../media/image156.wmf"/><Relationship Id="rId27" Type="http://schemas.openxmlformats.org/officeDocument/2006/relationships/oleObject" Target="../embeddings/oleObject210.bin"/><Relationship Id="rId26" Type="http://schemas.openxmlformats.org/officeDocument/2006/relationships/image" Target="../media/image155.wmf"/><Relationship Id="rId25" Type="http://schemas.openxmlformats.org/officeDocument/2006/relationships/oleObject" Target="../embeddings/oleObject209.bin"/><Relationship Id="rId24" Type="http://schemas.openxmlformats.org/officeDocument/2006/relationships/image" Target="../media/image154.wmf"/><Relationship Id="rId23" Type="http://schemas.openxmlformats.org/officeDocument/2006/relationships/oleObject" Target="../embeddings/oleObject208.bin"/><Relationship Id="rId22" Type="http://schemas.openxmlformats.org/officeDocument/2006/relationships/image" Target="../media/image153.wmf"/><Relationship Id="rId21" Type="http://schemas.openxmlformats.org/officeDocument/2006/relationships/oleObject" Target="../embeddings/oleObject207.bin"/><Relationship Id="rId20" Type="http://schemas.openxmlformats.org/officeDocument/2006/relationships/image" Target="../media/image152.wmf"/><Relationship Id="rId2" Type="http://schemas.openxmlformats.org/officeDocument/2006/relationships/image" Target="../media/image168.wmf"/><Relationship Id="rId19" Type="http://schemas.openxmlformats.org/officeDocument/2006/relationships/oleObject" Target="../embeddings/oleObject206.bin"/><Relationship Id="rId18" Type="http://schemas.openxmlformats.org/officeDocument/2006/relationships/image" Target="../media/image170.wmf"/><Relationship Id="rId17" Type="http://schemas.openxmlformats.org/officeDocument/2006/relationships/oleObject" Target="../embeddings/oleObject205.bin"/><Relationship Id="rId16" Type="http://schemas.openxmlformats.org/officeDocument/2006/relationships/image" Target="../media/image150.wmf"/><Relationship Id="rId15" Type="http://schemas.openxmlformats.org/officeDocument/2006/relationships/oleObject" Target="../embeddings/oleObject204.bin"/><Relationship Id="rId14" Type="http://schemas.openxmlformats.org/officeDocument/2006/relationships/image" Target="../media/image149.wmf"/><Relationship Id="rId13" Type="http://schemas.openxmlformats.org/officeDocument/2006/relationships/oleObject" Target="../embeddings/oleObject203.bin"/><Relationship Id="rId12" Type="http://schemas.openxmlformats.org/officeDocument/2006/relationships/image" Target="../media/image148.wmf"/><Relationship Id="rId11" Type="http://schemas.openxmlformats.org/officeDocument/2006/relationships/oleObject" Target="../embeddings/oleObject202.bin"/><Relationship Id="rId10" Type="http://schemas.openxmlformats.org/officeDocument/2006/relationships/image" Target="../media/image147.wmf"/><Relationship Id="rId1" Type="http://schemas.openxmlformats.org/officeDocument/2006/relationships/oleObject" Target="../embeddings/oleObject197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9.bin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218.bin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217.bin"/><Relationship Id="rId42" Type="http://schemas.openxmlformats.org/officeDocument/2006/relationships/vmlDrawing" Target="../drawings/vmlDrawing22.vml"/><Relationship Id="rId41" Type="http://schemas.openxmlformats.org/officeDocument/2006/relationships/slideLayout" Target="../slideLayouts/slideLayout35.xml"/><Relationship Id="rId40" Type="http://schemas.openxmlformats.org/officeDocument/2006/relationships/image" Target="../media/image173.wmf"/><Relationship Id="rId4" Type="http://schemas.openxmlformats.org/officeDocument/2006/relationships/image" Target="../media/image169.wmf"/><Relationship Id="rId39" Type="http://schemas.openxmlformats.org/officeDocument/2006/relationships/oleObject" Target="../embeddings/oleObject233.bin"/><Relationship Id="rId38" Type="http://schemas.openxmlformats.org/officeDocument/2006/relationships/image" Target="../media/image167.wmf"/><Relationship Id="rId37" Type="http://schemas.openxmlformats.org/officeDocument/2006/relationships/oleObject" Target="../embeddings/oleObject232.bin"/><Relationship Id="rId36" Type="http://schemas.openxmlformats.org/officeDocument/2006/relationships/image" Target="../media/image164.wmf"/><Relationship Id="rId35" Type="http://schemas.openxmlformats.org/officeDocument/2006/relationships/oleObject" Target="../embeddings/oleObject231.bin"/><Relationship Id="rId34" Type="http://schemas.openxmlformats.org/officeDocument/2006/relationships/image" Target="../media/image160.wmf"/><Relationship Id="rId33" Type="http://schemas.openxmlformats.org/officeDocument/2006/relationships/oleObject" Target="../embeddings/oleObject230.bin"/><Relationship Id="rId32" Type="http://schemas.openxmlformats.org/officeDocument/2006/relationships/image" Target="../media/image159.png"/><Relationship Id="rId31" Type="http://schemas.openxmlformats.org/officeDocument/2006/relationships/image" Target="../media/image158.png"/><Relationship Id="rId30" Type="http://schemas.openxmlformats.org/officeDocument/2006/relationships/image" Target="../media/image157.wmf"/><Relationship Id="rId3" Type="http://schemas.openxmlformats.org/officeDocument/2006/relationships/oleObject" Target="../embeddings/oleObject216.bin"/><Relationship Id="rId29" Type="http://schemas.openxmlformats.org/officeDocument/2006/relationships/oleObject" Target="../embeddings/oleObject229.bin"/><Relationship Id="rId28" Type="http://schemas.openxmlformats.org/officeDocument/2006/relationships/image" Target="../media/image156.wmf"/><Relationship Id="rId27" Type="http://schemas.openxmlformats.org/officeDocument/2006/relationships/oleObject" Target="../embeddings/oleObject228.bin"/><Relationship Id="rId26" Type="http://schemas.openxmlformats.org/officeDocument/2006/relationships/image" Target="../media/image155.wmf"/><Relationship Id="rId25" Type="http://schemas.openxmlformats.org/officeDocument/2006/relationships/oleObject" Target="../embeddings/oleObject227.bin"/><Relationship Id="rId24" Type="http://schemas.openxmlformats.org/officeDocument/2006/relationships/image" Target="../media/image154.wmf"/><Relationship Id="rId23" Type="http://schemas.openxmlformats.org/officeDocument/2006/relationships/oleObject" Target="../embeddings/oleObject226.bin"/><Relationship Id="rId22" Type="http://schemas.openxmlformats.org/officeDocument/2006/relationships/image" Target="../media/image153.wmf"/><Relationship Id="rId21" Type="http://schemas.openxmlformats.org/officeDocument/2006/relationships/oleObject" Target="../embeddings/oleObject225.bin"/><Relationship Id="rId20" Type="http://schemas.openxmlformats.org/officeDocument/2006/relationships/image" Target="../media/image152.wmf"/><Relationship Id="rId2" Type="http://schemas.openxmlformats.org/officeDocument/2006/relationships/image" Target="../media/image171.wmf"/><Relationship Id="rId19" Type="http://schemas.openxmlformats.org/officeDocument/2006/relationships/oleObject" Target="../embeddings/oleObject224.bin"/><Relationship Id="rId18" Type="http://schemas.openxmlformats.org/officeDocument/2006/relationships/image" Target="../media/image172.wmf"/><Relationship Id="rId17" Type="http://schemas.openxmlformats.org/officeDocument/2006/relationships/oleObject" Target="../embeddings/oleObject223.bin"/><Relationship Id="rId16" Type="http://schemas.openxmlformats.org/officeDocument/2006/relationships/image" Target="../media/image150.wmf"/><Relationship Id="rId15" Type="http://schemas.openxmlformats.org/officeDocument/2006/relationships/oleObject" Target="../embeddings/oleObject222.bin"/><Relationship Id="rId14" Type="http://schemas.openxmlformats.org/officeDocument/2006/relationships/image" Target="../media/image149.wmf"/><Relationship Id="rId13" Type="http://schemas.openxmlformats.org/officeDocument/2006/relationships/oleObject" Target="../embeddings/oleObject221.bin"/><Relationship Id="rId12" Type="http://schemas.openxmlformats.org/officeDocument/2006/relationships/image" Target="../media/image148.wmf"/><Relationship Id="rId11" Type="http://schemas.openxmlformats.org/officeDocument/2006/relationships/oleObject" Target="../embeddings/oleObject220.bin"/><Relationship Id="rId10" Type="http://schemas.openxmlformats.org/officeDocument/2006/relationships/image" Target="../media/image147.wmf"/><Relationship Id="rId1" Type="http://schemas.openxmlformats.org/officeDocument/2006/relationships/oleObject" Target="../embeddings/oleObject215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8.bin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237.bin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236.bin"/><Relationship Id="rId44" Type="http://schemas.openxmlformats.org/officeDocument/2006/relationships/vmlDrawing" Target="../drawings/vmlDrawing23.vml"/><Relationship Id="rId43" Type="http://schemas.openxmlformats.org/officeDocument/2006/relationships/slideLayout" Target="../slideLayouts/slideLayout35.xml"/><Relationship Id="rId42" Type="http://schemas.openxmlformats.org/officeDocument/2006/relationships/image" Target="../media/image176.wmf"/><Relationship Id="rId41" Type="http://schemas.openxmlformats.org/officeDocument/2006/relationships/oleObject" Target="../embeddings/oleObject253.bin"/><Relationship Id="rId40" Type="http://schemas.openxmlformats.org/officeDocument/2006/relationships/image" Target="../media/image173.wmf"/><Relationship Id="rId4" Type="http://schemas.openxmlformats.org/officeDocument/2006/relationships/image" Target="../media/image169.wmf"/><Relationship Id="rId39" Type="http://schemas.openxmlformats.org/officeDocument/2006/relationships/oleObject" Target="../embeddings/oleObject252.bin"/><Relationship Id="rId38" Type="http://schemas.openxmlformats.org/officeDocument/2006/relationships/image" Target="../media/image167.wmf"/><Relationship Id="rId37" Type="http://schemas.openxmlformats.org/officeDocument/2006/relationships/oleObject" Target="../embeddings/oleObject251.bin"/><Relationship Id="rId36" Type="http://schemas.openxmlformats.org/officeDocument/2006/relationships/image" Target="../media/image164.wmf"/><Relationship Id="rId35" Type="http://schemas.openxmlformats.org/officeDocument/2006/relationships/oleObject" Target="../embeddings/oleObject250.bin"/><Relationship Id="rId34" Type="http://schemas.openxmlformats.org/officeDocument/2006/relationships/image" Target="../media/image160.wmf"/><Relationship Id="rId33" Type="http://schemas.openxmlformats.org/officeDocument/2006/relationships/oleObject" Target="../embeddings/oleObject249.bin"/><Relationship Id="rId32" Type="http://schemas.openxmlformats.org/officeDocument/2006/relationships/image" Target="../media/image159.png"/><Relationship Id="rId31" Type="http://schemas.openxmlformats.org/officeDocument/2006/relationships/image" Target="../media/image158.png"/><Relationship Id="rId30" Type="http://schemas.openxmlformats.org/officeDocument/2006/relationships/image" Target="../media/image157.wmf"/><Relationship Id="rId3" Type="http://schemas.openxmlformats.org/officeDocument/2006/relationships/oleObject" Target="../embeddings/oleObject235.bin"/><Relationship Id="rId29" Type="http://schemas.openxmlformats.org/officeDocument/2006/relationships/oleObject" Target="../embeddings/oleObject248.bin"/><Relationship Id="rId28" Type="http://schemas.openxmlformats.org/officeDocument/2006/relationships/image" Target="../media/image156.wmf"/><Relationship Id="rId27" Type="http://schemas.openxmlformats.org/officeDocument/2006/relationships/oleObject" Target="../embeddings/oleObject247.bin"/><Relationship Id="rId26" Type="http://schemas.openxmlformats.org/officeDocument/2006/relationships/image" Target="../media/image155.wmf"/><Relationship Id="rId25" Type="http://schemas.openxmlformats.org/officeDocument/2006/relationships/oleObject" Target="../embeddings/oleObject246.bin"/><Relationship Id="rId24" Type="http://schemas.openxmlformats.org/officeDocument/2006/relationships/image" Target="../media/image154.wmf"/><Relationship Id="rId23" Type="http://schemas.openxmlformats.org/officeDocument/2006/relationships/oleObject" Target="../embeddings/oleObject245.bin"/><Relationship Id="rId22" Type="http://schemas.openxmlformats.org/officeDocument/2006/relationships/image" Target="../media/image153.wmf"/><Relationship Id="rId21" Type="http://schemas.openxmlformats.org/officeDocument/2006/relationships/oleObject" Target="../embeddings/oleObject244.bin"/><Relationship Id="rId20" Type="http://schemas.openxmlformats.org/officeDocument/2006/relationships/image" Target="../media/image152.wmf"/><Relationship Id="rId2" Type="http://schemas.openxmlformats.org/officeDocument/2006/relationships/image" Target="../media/image174.wmf"/><Relationship Id="rId19" Type="http://schemas.openxmlformats.org/officeDocument/2006/relationships/oleObject" Target="../embeddings/oleObject243.bin"/><Relationship Id="rId18" Type="http://schemas.openxmlformats.org/officeDocument/2006/relationships/image" Target="../media/image175.wmf"/><Relationship Id="rId17" Type="http://schemas.openxmlformats.org/officeDocument/2006/relationships/oleObject" Target="../embeddings/oleObject242.bin"/><Relationship Id="rId16" Type="http://schemas.openxmlformats.org/officeDocument/2006/relationships/image" Target="../media/image150.wmf"/><Relationship Id="rId15" Type="http://schemas.openxmlformats.org/officeDocument/2006/relationships/oleObject" Target="../embeddings/oleObject241.bin"/><Relationship Id="rId14" Type="http://schemas.openxmlformats.org/officeDocument/2006/relationships/image" Target="../media/image149.wmf"/><Relationship Id="rId13" Type="http://schemas.openxmlformats.org/officeDocument/2006/relationships/oleObject" Target="../embeddings/oleObject240.bin"/><Relationship Id="rId12" Type="http://schemas.openxmlformats.org/officeDocument/2006/relationships/image" Target="../media/image148.wmf"/><Relationship Id="rId11" Type="http://schemas.openxmlformats.org/officeDocument/2006/relationships/oleObject" Target="../embeddings/oleObject239.bin"/><Relationship Id="rId10" Type="http://schemas.openxmlformats.org/officeDocument/2006/relationships/image" Target="../media/image147.wmf"/><Relationship Id="rId1" Type="http://schemas.openxmlformats.org/officeDocument/2006/relationships/oleObject" Target="../embeddings/oleObject234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8.bin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257.bin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256.bin"/><Relationship Id="rId46" Type="http://schemas.openxmlformats.org/officeDocument/2006/relationships/vmlDrawing" Target="../drawings/vmlDrawing24.vml"/><Relationship Id="rId45" Type="http://schemas.openxmlformats.org/officeDocument/2006/relationships/slideLayout" Target="../slideLayouts/slideLayout35.xml"/><Relationship Id="rId44" Type="http://schemas.openxmlformats.org/officeDocument/2006/relationships/image" Target="../media/image179.wmf"/><Relationship Id="rId43" Type="http://schemas.openxmlformats.org/officeDocument/2006/relationships/oleObject" Target="../embeddings/oleObject274.bin"/><Relationship Id="rId42" Type="http://schemas.openxmlformats.org/officeDocument/2006/relationships/image" Target="../media/image176.wmf"/><Relationship Id="rId41" Type="http://schemas.openxmlformats.org/officeDocument/2006/relationships/oleObject" Target="../embeddings/oleObject273.bin"/><Relationship Id="rId40" Type="http://schemas.openxmlformats.org/officeDocument/2006/relationships/image" Target="../media/image173.wmf"/><Relationship Id="rId4" Type="http://schemas.openxmlformats.org/officeDocument/2006/relationships/image" Target="../media/image169.wmf"/><Relationship Id="rId39" Type="http://schemas.openxmlformats.org/officeDocument/2006/relationships/oleObject" Target="../embeddings/oleObject272.bin"/><Relationship Id="rId38" Type="http://schemas.openxmlformats.org/officeDocument/2006/relationships/image" Target="../media/image167.wmf"/><Relationship Id="rId37" Type="http://schemas.openxmlformats.org/officeDocument/2006/relationships/oleObject" Target="../embeddings/oleObject271.bin"/><Relationship Id="rId36" Type="http://schemas.openxmlformats.org/officeDocument/2006/relationships/image" Target="../media/image164.wmf"/><Relationship Id="rId35" Type="http://schemas.openxmlformats.org/officeDocument/2006/relationships/oleObject" Target="../embeddings/oleObject270.bin"/><Relationship Id="rId34" Type="http://schemas.openxmlformats.org/officeDocument/2006/relationships/image" Target="../media/image160.wmf"/><Relationship Id="rId33" Type="http://schemas.openxmlformats.org/officeDocument/2006/relationships/oleObject" Target="../embeddings/oleObject269.bin"/><Relationship Id="rId32" Type="http://schemas.openxmlformats.org/officeDocument/2006/relationships/image" Target="../media/image159.png"/><Relationship Id="rId31" Type="http://schemas.openxmlformats.org/officeDocument/2006/relationships/image" Target="../media/image158.png"/><Relationship Id="rId30" Type="http://schemas.openxmlformats.org/officeDocument/2006/relationships/image" Target="../media/image157.wmf"/><Relationship Id="rId3" Type="http://schemas.openxmlformats.org/officeDocument/2006/relationships/oleObject" Target="../embeddings/oleObject255.bin"/><Relationship Id="rId29" Type="http://schemas.openxmlformats.org/officeDocument/2006/relationships/oleObject" Target="../embeddings/oleObject268.bin"/><Relationship Id="rId28" Type="http://schemas.openxmlformats.org/officeDocument/2006/relationships/image" Target="../media/image156.wmf"/><Relationship Id="rId27" Type="http://schemas.openxmlformats.org/officeDocument/2006/relationships/oleObject" Target="../embeddings/oleObject267.bin"/><Relationship Id="rId26" Type="http://schemas.openxmlformats.org/officeDocument/2006/relationships/image" Target="../media/image155.wmf"/><Relationship Id="rId25" Type="http://schemas.openxmlformats.org/officeDocument/2006/relationships/oleObject" Target="../embeddings/oleObject266.bin"/><Relationship Id="rId24" Type="http://schemas.openxmlformats.org/officeDocument/2006/relationships/image" Target="../media/image154.wmf"/><Relationship Id="rId23" Type="http://schemas.openxmlformats.org/officeDocument/2006/relationships/oleObject" Target="../embeddings/oleObject265.bin"/><Relationship Id="rId22" Type="http://schemas.openxmlformats.org/officeDocument/2006/relationships/image" Target="../media/image153.wmf"/><Relationship Id="rId21" Type="http://schemas.openxmlformats.org/officeDocument/2006/relationships/oleObject" Target="../embeddings/oleObject264.bin"/><Relationship Id="rId20" Type="http://schemas.openxmlformats.org/officeDocument/2006/relationships/image" Target="../media/image152.wmf"/><Relationship Id="rId2" Type="http://schemas.openxmlformats.org/officeDocument/2006/relationships/image" Target="../media/image177.wmf"/><Relationship Id="rId19" Type="http://schemas.openxmlformats.org/officeDocument/2006/relationships/oleObject" Target="../embeddings/oleObject263.bin"/><Relationship Id="rId18" Type="http://schemas.openxmlformats.org/officeDocument/2006/relationships/image" Target="../media/image178.wmf"/><Relationship Id="rId17" Type="http://schemas.openxmlformats.org/officeDocument/2006/relationships/oleObject" Target="../embeddings/oleObject262.bin"/><Relationship Id="rId16" Type="http://schemas.openxmlformats.org/officeDocument/2006/relationships/image" Target="../media/image150.wmf"/><Relationship Id="rId15" Type="http://schemas.openxmlformats.org/officeDocument/2006/relationships/oleObject" Target="../embeddings/oleObject261.bin"/><Relationship Id="rId14" Type="http://schemas.openxmlformats.org/officeDocument/2006/relationships/image" Target="../media/image149.wmf"/><Relationship Id="rId13" Type="http://schemas.openxmlformats.org/officeDocument/2006/relationships/oleObject" Target="../embeddings/oleObject260.bin"/><Relationship Id="rId12" Type="http://schemas.openxmlformats.org/officeDocument/2006/relationships/image" Target="../media/image148.wmf"/><Relationship Id="rId11" Type="http://schemas.openxmlformats.org/officeDocument/2006/relationships/oleObject" Target="../embeddings/oleObject259.bin"/><Relationship Id="rId10" Type="http://schemas.openxmlformats.org/officeDocument/2006/relationships/image" Target="../media/image147.wmf"/><Relationship Id="rId1" Type="http://schemas.openxmlformats.org/officeDocument/2006/relationships/oleObject" Target="../embeddings/oleObject254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9.bin"/><Relationship Id="rId8" Type="http://schemas.openxmlformats.org/officeDocument/2006/relationships/image" Target="../media/image147.wmf"/><Relationship Id="rId7" Type="http://schemas.openxmlformats.org/officeDocument/2006/relationships/oleObject" Target="../embeddings/oleObject278.bin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277.bin"/><Relationship Id="rId48" Type="http://schemas.openxmlformats.org/officeDocument/2006/relationships/vmlDrawing" Target="../drawings/vmlDrawing25.vml"/><Relationship Id="rId47" Type="http://schemas.openxmlformats.org/officeDocument/2006/relationships/slideLayout" Target="../slideLayouts/slideLayout24.xml"/><Relationship Id="rId46" Type="http://schemas.openxmlformats.org/officeDocument/2006/relationships/image" Target="../media/image182.wmf"/><Relationship Id="rId45" Type="http://schemas.openxmlformats.org/officeDocument/2006/relationships/oleObject" Target="../embeddings/oleObject296.bin"/><Relationship Id="rId44" Type="http://schemas.openxmlformats.org/officeDocument/2006/relationships/image" Target="../media/image179.wmf"/><Relationship Id="rId43" Type="http://schemas.openxmlformats.org/officeDocument/2006/relationships/oleObject" Target="../embeddings/oleObject295.bin"/><Relationship Id="rId42" Type="http://schemas.openxmlformats.org/officeDocument/2006/relationships/image" Target="../media/image176.wmf"/><Relationship Id="rId41" Type="http://schemas.openxmlformats.org/officeDocument/2006/relationships/oleObject" Target="../embeddings/oleObject294.bin"/><Relationship Id="rId40" Type="http://schemas.openxmlformats.org/officeDocument/2006/relationships/image" Target="../media/image173.wmf"/><Relationship Id="rId4" Type="http://schemas.openxmlformats.org/officeDocument/2006/relationships/image" Target="../media/image145.wmf"/><Relationship Id="rId39" Type="http://schemas.openxmlformats.org/officeDocument/2006/relationships/oleObject" Target="../embeddings/oleObject293.bin"/><Relationship Id="rId38" Type="http://schemas.openxmlformats.org/officeDocument/2006/relationships/image" Target="../media/image169.wmf"/><Relationship Id="rId37" Type="http://schemas.openxmlformats.org/officeDocument/2006/relationships/oleObject" Target="../embeddings/oleObject292.bin"/><Relationship Id="rId36" Type="http://schemas.openxmlformats.org/officeDocument/2006/relationships/image" Target="../media/image167.wmf"/><Relationship Id="rId35" Type="http://schemas.openxmlformats.org/officeDocument/2006/relationships/oleObject" Target="../embeddings/oleObject291.bin"/><Relationship Id="rId34" Type="http://schemas.openxmlformats.org/officeDocument/2006/relationships/image" Target="../media/image164.wmf"/><Relationship Id="rId33" Type="http://schemas.openxmlformats.org/officeDocument/2006/relationships/oleObject" Target="../embeddings/oleObject290.bin"/><Relationship Id="rId32" Type="http://schemas.openxmlformats.org/officeDocument/2006/relationships/image" Target="../media/image160.wmf"/><Relationship Id="rId31" Type="http://schemas.openxmlformats.org/officeDocument/2006/relationships/oleObject" Target="../embeddings/oleObject289.bin"/><Relationship Id="rId30" Type="http://schemas.openxmlformats.org/officeDocument/2006/relationships/image" Target="../media/image159.png"/><Relationship Id="rId3" Type="http://schemas.openxmlformats.org/officeDocument/2006/relationships/oleObject" Target="../embeddings/oleObject276.bin"/><Relationship Id="rId29" Type="http://schemas.openxmlformats.org/officeDocument/2006/relationships/image" Target="../media/image158.png"/><Relationship Id="rId28" Type="http://schemas.openxmlformats.org/officeDocument/2006/relationships/image" Target="../media/image157.wmf"/><Relationship Id="rId27" Type="http://schemas.openxmlformats.org/officeDocument/2006/relationships/oleObject" Target="../embeddings/oleObject288.bin"/><Relationship Id="rId26" Type="http://schemas.openxmlformats.org/officeDocument/2006/relationships/image" Target="../media/image156.wmf"/><Relationship Id="rId25" Type="http://schemas.openxmlformats.org/officeDocument/2006/relationships/oleObject" Target="../embeddings/oleObject287.bin"/><Relationship Id="rId24" Type="http://schemas.openxmlformats.org/officeDocument/2006/relationships/image" Target="../media/image155.wmf"/><Relationship Id="rId23" Type="http://schemas.openxmlformats.org/officeDocument/2006/relationships/oleObject" Target="../embeddings/oleObject286.bin"/><Relationship Id="rId22" Type="http://schemas.openxmlformats.org/officeDocument/2006/relationships/image" Target="../media/image154.wmf"/><Relationship Id="rId21" Type="http://schemas.openxmlformats.org/officeDocument/2006/relationships/oleObject" Target="../embeddings/oleObject285.bin"/><Relationship Id="rId20" Type="http://schemas.openxmlformats.org/officeDocument/2006/relationships/image" Target="../media/image153.wmf"/><Relationship Id="rId2" Type="http://schemas.openxmlformats.org/officeDocument/2006/relationships/image" Target="../media/image180.wmf"/><Relationship Id="rId19" Type="http://schemas.openxmlformats.org/officeDocument/2006/relationships/oleObject" Target="../embeddings/oleObject284.bin"/><Relationship Id="rId18" Type="http://schemas.openxmlformats.org/officeDocument/2006/relationships/image" Target="../media/image152.wmf"/><Relationship Id="rId17" Type="http://schemas.openxmlformats.org/officeDocument/2006/relationships/oleObject" Target="../embeddings/oleObject283.bin"/><Relationship Id="rId16" Type="http://schemas.openxmlformats.org/officeDocument/2006/relationships/image" Target="../media/image181.wmf"/><Relationship Id="rId15" Type="http://schemas.openxmlformats.org/officeDocument/2006/relationships/oleObject" Target="../embeddings/oleObject282.bin"/><Relationship Id="rId14" Type="http://schemas.openxmlformats.org/officeDocument/2006/relationships/image" Target="../media/image150.wmf"/><Relationship Id="rId13" Type="http://schemas.openxmlformats.org/officeDocument/2006/relationships/oleObject" Target="../embeddings/oleObject281.bin"/><Relationship Id="rId12" Type="http://schemas.openxmlformats.org/officeDocument/2006/relationships/image" Target="../media/image149.wmf"/><Relationship Id="rId11" Type="http://schemas.openxmlformats.org/officeDocument/2006/relationships/oleObject" Target="../embeddings/oleObject280.bin"/><Relationship Id="rId10" Type="http://schemas.openxmlformats.org/officeDocument/2006/relationships/image" Target="../media/image148.wmf"/><Relationship Id="rId1" Type="http://schemas.openxmlformats.org/officeDocument/2006/relationships/oleObject" Target="../embeddings/oleObject275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1.bin"/><Relationship Id="rId8" Type="http://schemas.openxmlformats.org/officeDocument/2006/relationships/image" Target="../media/image148.wmf"/><Relationship Id="rId7" Type="http://schemas.openxmlformats.org/officeDocument/2006/relationships/oleObject" Target="../embeddings/oleObject300.bin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299.bin"/><Relationship Id="rId49" Type="http://schemas.openxmlformats.org/officeDocument/2006/relationships/vmlDrawing" Target="../drawings/vmlDrawing26.vml"/><Relationship Id="rId48" Type="http://schemas.openxmlformats.org/officeDocument/2006/relationships/slideLayout" Target="../slideLayouts/slideLayout35.xml"/><Relationship Id="rId47" Type="http://schemas.openxmlformats.org/officeDocument/2006/relationships/image" Target="../media/image186.wmf"/><Relationship Id="rId46" Type="http://schemas.openxmlformats.org/officeDocument/2006/relationships/oleObject" Target="../embeddings/oleObject318.bin"/><Relationship Id="rId45" Type="http://schemas.openxmlformats.org/officeDocument/2006/relationships/image" Target="../media/image185.png"/><Relationship Id="rId44" Type="http://schemas.openxmlformats.org/officeDocument/2006/relationships/image" Target="../media/image184.wmf"/><Relationship Id="rId43" Type="http://schemas.openxmlformats.org/officeDocument/2006/relationships/oleObject" Target="../embeddings/oleObject317.bin"/><Relationship Id="rId42" Type="http://schemas.openxmlformats.org/officeDocument/2006/relationships/image" Target="../media/image179.wmf"/><Relationship Id="rId41" Type="http://schemas.openxmlformats.org/officeDocument/2006/relationships/oleObject" Target="../embeddings/oleObject316.bin"/><Relationship Id="rId40" Type="http://schemas.openxmlformats.org/officeDocument/2006/relationships/image" Target="../media/image176.wmf"/><Relationship Id="rId4" Type="http://schemas.openxmlformats.org/officeDocument/2006/relationships/image" Target="../media/image146.wmf"/><Relationship Id="rId39" Type="http://schemas.openxmlformats.org/officeDocument/2006/relationships/oleObject" Target="../embeddings/oleObject315.bin"/><Relationship Id="rId38" Type="http://schemas.openxmlformats.org/officeDocument/2006/relationships/image" Target="../media/image173.wmf"/><Relationship Id="rId37" Type="http://schemas.openxmlformats.org/officeDocument/2006/relationships/oleObject" Target="../embeddings/oleObject314.bin"/><Relationship Id="rId36" Type="http://schemas.openxmlformats.org/officeDocument/2006/relationships/image" Target="../media/image169.wmf"/><Relationship Id="rId35" Type="http://schemas.openxmlformats.org/officeDocument/2006/relationships/oleObject" Target="../embeddings/oleObject313.bin"/><Relationship Id="rId34" Type="http://schemas.openxmlformats.org/officeDocument/2006/relationships/image" Target="../media/image167.wmf"/><Relationship Id="rId33" Type="http://schemas.openxmlformats.org/officeDocument/2006/relationships/oleObject" Target="../embeddings/oleObject312.bin"/><Relationship Id="rId32" Type="http://schemas.openxmlformats.org/officeDocument/2006/relationships/image" Target="../media/image164.wmf"/><Relationship Id="rId31" Type="http://schemas.openxmlformats.org/officeDocument/2006/relationships/oleObject" Target="../embeddings/oleObject311.bin"/><Relationship Id="rId30" Type="http://schemas.openxmlformats.org/officeDocument/2006/relationships/image" Target="../media/image160.wmf"/><Relationship Id="rId3" Type="http://schemas.openxmlformats.org/officeDocument/2006/relationships/oleObject" Target="../embeddings/oleObject298.bin"/><Relationship Id="rId29" Type="http://schemas.openxmlformats.org/officeDocument/2006/relationships/oleObject" Target="../embeddings/oleObject310.bin"/><Relationship Id="rId28" Type="http://schemas.openxmlformats.org/officeDocument/2006/relationships/image" Target="../media/image159.png"/><Relationship Id="rId27" Type="http://schemas.openxmlformats.org/officeDocument/2006/relationships/image" Target="../media/image158.png"/><Relationship Id="rId26" Type="http://schemas.openxmlformats.org/officeDocument/2006/relationships/image" Target="../media/image157.wmf"/><Relationship Id="rId25" Type="http://schemas.openxmlformats.org/officeDocument/2006/relationships/oleObject" Target="../embeddings/oleObject309.bin"/><Relationship Id="rId24" Type="http://schemas.openxmlformats.org/officeDocument/2006/relationships/image" Target="../media/image156.wmf"/><Relationship Id="rId23" Type="http://schemas.openxmlformats.org/officeDocument/2006/relationships/oleObject" Target="../embeddings/oleObject308.bin"/><Relationship Id="rId22" Type="http://schemas.openxmlformats.org/officeDocument/2006/relationships/image" Target="../media/image155.wmf"/><Relationship Id="rId21" Type="http://schemas.openxmlformats.org/officeDocument/2006/relationships/oleObject" Target="../embeddings/oleObject307.bin"/><Relationship Id="rId20" Type="http://schemas.openxmlformats.org/officeDocument/2006/relationships/image" Target="../media/image154.wmf"/><Relationship Id="rId2" Type="http://schemas.openxmlformats.org/officeDocument/2006/relationships/image" Target="../media/image145.wmf"/><Relationship Id="rId19" Type="http://schemas.openxmlformats.org/officeDocument/2006/relationships/oleObject" Target="../embeddings/oleObject306.bin"/><Relationship Id="rId18" Type="http://schemas.openxmlformats.org/officeDocument/2006/relationships/image" Target="../media/image153.wmf"/><Relationship Id="rId17" Type="http://schemas.openxmlformats.org/officeDocument/2006/relationships/oleObject" Target="../embeddings/oleObject305.bin"/><Relationship Id="rId16" Type="http://schemas.openxmlformats.org/officeDocument/2006/relationships/image" Target="../media/image152.wmf"/><Relationship Id="rId15" Type="http://schemas.openxmlformats.org/officeDocument/2006/relationships/oleObject" Target="../embeddings/oleObject304.bin"/><Relationship Id="rId14" Type="http://schemas.openxmlformats.org/officeDocument/2006/relationships/image" Target="../media/image183.wmf"/><Relationship Id="rId13" Type="http://schemas.openxmlformats.org/officeDocument/2006/relationships/oleObject" Target="../embeddings/oleObject303.bin"/><Relationship Id="rId12" Type="http://schemas.openxmlformats.org/officeDocument/2006/relationships/image" Target="../media/image150.wmf"/><Relationship Id="rId11" Type="http://schemas.openxmlformats.org/officeDocument/2006/relationships/oleObject" Target="../embeddings/oleObject302.bin"/><Relationship Id="rId10" Type="http://schemas.openxmlformats.org/officeDocument/2006/relationships/image" Target="../media/image149.wmf"/><Relationship Id="rId1" Type="http://schemas.openxmlformats.org/officeDocument/2006/relationships/oleObject" Target="../embeddings/oleObject297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3.bin"/><Relationship Id="rId8" Type="http://schemas.openxmlformats.org/officeDocument/2006/relationships/image" Target="../media/image148.wmf"/><Relationship Id="rId7" Type="http://schemas.openxmlformats.org/officeDocument/2006/relationships/oleObject" Target="../embeddings/oleObject322.bin"/><Relationship Id="rId6" Type="http://schemas.openxmlformats.org/officeDocument/2006/relationships/image" Target="../media/image147.wmf"/><Relationship Id="rId52" Type="http://schemas.openxmlformats.org/officeDocument/2006/relationships/vmlDrawing" Target="../drawings/vmlDrawing27.vml"/><Relationship Id="rId51" Type="http://schemas.openxmlformats.org/officeDocument/2006/relationships/slideLayout" Target="../slideLayouts/slideLayout24.xml"/><Relationship Id="rId50" Type="http://schemas.openxmlformats.org/officeDocument/2006/relationships/image" Target="../media/image191.wmf"/><Relationship Id="rId5" Type="http://schemas.openxmlformats.org/officeDocument/2006/relationships/oleObject" Target="../embeddings/oleObject321.bin"/><Relationship Id="rId49" Type="http://schemas.openxmlformats.org/officeDocument/2006/relationships/oleObject" Target="../embeddings/oleObject342.bin"/><Relationship Id="rId48" Type="http://schemas.openxmlformats.org/officeDocument/2006/relationships/image" Target="../media/image190.wmf"/><Relationship Id="rId47" Type="http://schemas.openxmlformats.org/officeDocument/2006/relationships/oleObject" Target="../embeddings/oleObject341.bin"/><Relationship Id="rId46" Type="http://schemas.openxmlformats.org/officeDocument/2006/relationships/image" Target="../media/image189.wmf"/><Relationship Id="rId45" Type="http://schemas.openxmlformats.org/officeDocument/2006/relationships/oleObject" Target="../embeddings/oleObject340.bin"/><Relationship Id="rId44" Type="http://schemas.openxmlformats.org/officeDocument/2006/relationships/image" Target="../media/image185.png"/><Relationship Id="rId43" Type="http://schemas.openxmlformats.org/officeDocument/2006/relationships/image" Target="../media/image182.wmf"/><Relationship Id="rId42" Type="http://schemas.openxmlformats.org/officeDocument/2006/relationships/oleObject" Target="../embeddings/oleObject339.bin"/><Relationship Id="rId41" Type="http://schemas.openxmlformats.org/officeDocument/2006/relationships/image" Target="../media/image179.wmf"/><Relationship Id="rId40" Type="http://schemas.openxmlformats.org/officeDocument/2006/relationships/oleObject" Target="../embeddings/oleObject338.bin"/><Relationship Id="rId4" Type="http://schemas.openxmlformats.org/officeDocument/2006/relationships/image" Target="../media/image146.wmf"/><Relationship Id="rId39" Type="http://schemas.openxmlformats.org/officeDocument/2006/relationships/image" Target="../media/image176.wmf"/><Relationship Id="rId38" Type="http://schemas.openxmlformats.org/officeDocument/2006/relationships/oleObject" Target="../embeddings/oleObject337.bin"/><Relationship Id="rId37" Type="http://schemas.openxmlformats.org/officeDocument/2006/relationships/image" Target="../media/image173.wmf"/><Relationship Id="rId36" Type="http://schemas.openxmlformats.org/officeDocument/2006/relationships/oleObject" Target="../embeddings/oleObject336.bin"/><Relationship Id="rId35" Type="http://schemas.openxmlformats.org/officeDocument/2006/relationships/image" Target="../media/image169.wmf"/><Relationship Id="rId34" Type="http://schemas.openxmlformats.org/officeDocument/2006/relationships/oleObject" Target="../embeddings/oleObject335.bin"/><Relationship Id="rId33" Type="http://schemas.openxmlformats.org/officeDocument/2006/relationships/image" Target="../media/image167.wmf"/><Relationship Id="rId32" Type="http://schemas.openxmlformats.org/officeDocument/2006/relationships/oleObject" Target="../embeddings/oleObject334.bin"/><Relationship Id="rId31" Type="http://schemas.openxmlformats.org/officeDocument/2006/relationships/image" Target="../media/image164.wmf"/><Relationship Id="rId30" Type="http://schemas.openxmlformats.org/officeDocument/2006/relationships/oleObject" Target="../embeddings/oleObject333.bin"/><Relationship Id="rId3" Type="http://schemas.openxmlformats.org/officeDocument/2006/relationships/oleObject" Target="../embeddings/oleObject320.bin"/><Relationship Id="rId29" Type="http://schemas.openxmlformats.org/officeDocument/2006/relationships/image" Target="../media/image188.wmf"/><Relationship Id="rId28" Type="http://schemas.openxmlformats.org/officeDocument/2006/relationships/oleObject" Target="../embeddings/oleObject332.bin"/><Relationship Id="rId27" Type="http://schemas.openxmlformats.org/officeDocument/2006/relationships/image" Target="../media/image158.png"/><Relationship Id="rId26" Type="http://schemas.openxmlformats.org/officeDocument/2006/relationships/image" Target="../media/image157.wmf"/><Relationship Id="rId25" Type="http://schemas.openxmlformats.org/officeDocument/2006/relationships/oleObject" Target="../embeddings/oleObject331.bin"/><Relationship Id="rId24" Type="http://schemas.openxmlformats.org/officeDocument/2006/relationships/image" Target="../media/image156.wmf"/><Relationship Id="rId23" Type="http://schemas.openxmlformats.org/officeDocument/2006/relationships/oleObject" Target="../embeddings/oleObject330.bin"/><Relationship Id="rId22" Type="http://schemas.openxmlformats.org/officeDocument/2006/relationships/image" Target="../media/image155.wmf"/><Relationship Id="rId21" Type="http://schemas.openxmlformats.org/officeDocument/2006/relationships/oleObject" Target="../embeddings/oleObject329.bin"/><Relationship Id="rId20" Type="http://schemas.openxmlformats.org/officeDocument/2006/relationships/image" Target="../media/image154.wmf"/><Relationship Id="rId2" Type="http://schemas.openxmlformats.org/officeDocument/2006/relationships/image" Target="../media/image145.wmf"/><Relationship Id="rId19" Type="http://schemas.openxmlformats.org/officeDocument/2006/relationships/oleObject" Target="../embeddings/oleObject328.bin"/><Relationship Id="rId18" Type="http://schemas.openxmlformats.org/officeDocument/2006/relationships/image" Target="../media/image153.wmf"/><Relationship Id="rId17" Type="http://schemas.openxmlformats.org/officeDocument/2006/relationships/oleObject" Target="../embeddings/oleObject327.bin"/><Relationship Id="rId16" Type="http://schemas.openxmlformats.org/officeDocument/2006/relationships/image" Target="../media/image152.wmf"/><Relationship Id="rId15" Type="http://schemas.openxmlformats.org/officeDocument/2006/relationships/oleObject" Target="../embeddings/oleObject326.bin"/><Relationship Id="rId14" Type="http://schemas.openxmlformats.org/officeDocument/2006/relationships/image" Target="../media/image187.wmf"/><Relationship Id="rId13" Type="http://schemas.openxmlformats.org/officeDocument/2006/relationships/oleObject" Target="../embeddings/oleObject325.bin"/><Relationship Id="rId12" Type="http://schemas.openxmlformats.org/officeDocument/2006/relationships/image" Target="../media/image150.wmf"/><Relationship Id="rId11" Type="http://schemas.openxmlformats.org/officeDocument/2006/relationships/oleObject" Target="../embeddings/oleObject324.bin"/><Relationship Id="rId10" Type="http://schemas.openxmlformats.org/officeDocument/2006/relationships/image" Target="../media/image149.wmf"/><Relationship Id="rId1" Type="http://schemas.openxmlformats.org/officeDocument/2006/relationships/oleObject" Target="../embeddings/oleObject319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7.bin"/><Relationship Id="rId8" Type="http://schemas.openxmlformats.org/officeDocument/2006/relationships/image" Target="../media/image148.wmf"/><Relationship Id="rId7" Type="http://schemas.openxmlformats.org/officeDocument/2006/relationships/oleObject" Target="../embeddings/oleObject346.bin"/><Relationship Id="rId6" Type="http://schemas.openxmlformats.org/officeDocument/2006/relationships/image" Target="../media/image147.wmf"/><Relationship Id="rId52" Type="http://schemas.openxmlformats.org/officeDocument/2006/relationships/vmlDrawing" Target="../drawings/vmlDrawing28.vml"/><Relationship Id="rId51" Type="http://schemas.openxmlformats.org/officeDocument/2006/relationships/slideLayout" Target="../slideLayouts/slideLayout24.xml"/><Relationship Id="rId50" Type="http://schemas.openxmlformats.org/officeDocument/2006/relationships/image" Target="../media/image192.png"/><Relationship Id="rId5" Type="http://schemas.openxmlformats.org/officeDocument/2006/relationships/oleObject" Target="../embeddings/oleObject345.bin"/><Relationship Id="rId49" Type="http://schemas.openxmlformats.org/officeDocument/2006/relationships/image" Target="../media/image191.wmf"/><Relationship Id="rId48" Type="http://schemas.openxmlformats.org/officeDocument/2006/relationships/oleObject" Target="../embeddings/oleObject366.bin"/><Relationship Id="rId47" Type="http://schemas.openxmlformats.org/officeDocument/2006/relationships/image" Target="../media/image190.wmf"/><Relationship Id="rId46" Type="http://schemas.openxmlformats.org/officeDocument/2006/relationships/oleObject" Target="../embeddings/oleObject365.bin"/><Relationship Id="rId45" Type="http://schemas.openxmlformats.org/officeDocument/2006/relationships/image" Target="../media/image189.wmf"/><Relationship Id="rId44" Type="http://schemas.openxmlformats.org/officeDocument/2006/relationships/oleObject" Target="../embeddings/oleObject364.bin"/><Relationship Id="rId43" Type="http://schemas.openxmlformats.org/officeDocument/2006/relationships/image" Target="../media/image182.wmf"/><Relationship Id="rId42" Type="http://schemas.openxmlformats.org/officeDocument/2006/relationships/oleObject" Target="../embeddings/oleObject363.bin"/><Relationship Id="rId41" Type="http://schemas.openxmlformats.org/officeDocument/2006/relationships/image" Target="../media/image179.wmf"/><Relationship Id="rId40" Type="http://schemas.openxmlformats.org/officeDocument/2006/relationships/oleObject" Target="../embeddings/oleObject362.bin"/><Relationship Id="rId4" Type="http://schemas.openxmlformats.org/officeDocument/2006/relationships/image" Target="../media/image146.wmf"/><Relationship Id="rId39" Type="http://schemas.openxmlformats.org/officeDocument/2006/relationships/image" Target="../media/image176.wmf"/><Relationship Id="rId38" Type="http://schemas.openxmlformats.org/officeDocument/2006/relationships/oleObject" Target="../embeddings/oleObject361.bin"/><Relationship Id="rId37" Type="http://schemas.openxmlformats.org/officeDocument/2006/relationships/image" Target="../media/image173.wmf"/><Relationship Id="rId36" Type="http://schemas.openxmlformats.org/officeDocument/2006/relationships/oleObject" Target="../embeddings/oleObject360.bin"/><Relationship Id="rId35" Type="http://schemas.openxmlformats.org/officeDocument/2006/relationships/image" Target="../media/image169.wmf"/><Relationship Id="rId34" Type="http://schemas.openxmlformats.org/officeDocument/2006/relationships/oleObject" Target="../embeddings/oleObject359.bin"/><Relationship Id="rId33" Type="http://schemas.openxmlformats.org/officeDocument/2006/relationships/image" Target="../media/image167.wmf"/><Relationship Id="rId32" Type="http://schemas.openxmlformats.org/officeDocument/2006/relationships/oleObject" Target="../embeddings/oleObject358.bin"/><Relationship Id="rId31" Type="http://schemas.openxmlformats.org/officeDocument/2006/relationships/image" Target="../media/image164.wmf"/><Relationship Id="rId30" Type="http://schemas.openxmlformats.org/officeDocument/2006/relationships/oleObject" Target="../embeddings/oleObject357.bin"/><Relationship Id="rId3" Type="http://schemas.openxmlformats.org/officeDocument/2006/relationships/oleObject" Target="../embeddings/oleObject344.bin"/><Relationship Id="rId29" Type="http://schemas.openxmlformats.org/officeDocument/2006/relationships/image" Target="../media/image188.wmf"/><Relationship Id="rId28" Type="http://schemas.openxmlformats.org/officeDocument/2006/relationships/oleObject" Target="../embeddings/oleObject356.bin"/><Relationship Id="rId27" Type="http://schemas.openxmlformats.org/officeDocument/2006/relationships/image" Target="../media/image158.png"/><Relationship Id="rId26" Type="http://schemas.openxmlformats.org/officeDocument/2006/relationships/image" Target="../media/image157.wmf"/><Relationship Id="rId25" Type="http://schemas.openxmlformats.org/officeDocument/2006/relationships/oleObject" Target="../embeddings/oleObject355.bin"/><Relationship Id="rId24" Type="http://schemas.openxmlformats.org/officeDocument/2006/relationships/image" Target="../media/image156.wmf"/><Relationship Id="rId23" Type="http://schemas.openxmlformats.org/officeDocument/2006/relationships/oleObject" Target="../embeddings/oleObject354.bin"/><Relationship Id="rId22" Type="http://schemas.openxmlformats.org/officeDocument/2006/relationships/image" Target="../media/image155.wmf"/><Relationship Id="rId21" Type="http://schemas.openxmlformats.org/officeDocument/2006/relationships/oleObject" Target="../embeddings/oleObject353.bin"/><Relationship Id="rId20" Type="http://schemas.openxmlformats.org/officeDocument/2006/relationships/image" Target="../media/image154.wmf"/><Relationship Id="rId2" Type="http://schemas.openxmlformats.org/officeDocument/2006/relationships/image" Target="../media/image145.wmf"/><Relationship Id="rId19" Type="http://schemas.openxmlformats.org/officeDocument/2006/relationships/oleObject" Target="../embeddings/oleObject352.bin"/><Relationship Id="rId18" Type="http://schemas.openxmlformats.org/officeDocument/2006/relationships/image" Target="../media/image153.wmf"/><Relationship Id="rId17" Type="http://schemas.openxmlformats.org/officeDocument/2006/relationships/oleObject" Target="../embeddings/oleObject351.bin"/><Relationship Id="rId16" Type="http://schemas.openxmlformats.org/officeDocument/2006/relationships/image" Target="../media/image152.wmf"/><Relationship Id="rId15" Type="http://schemas.openxmlformats.org/officeDocument/2006/relationships/oleObject" Target="../embeddings/oleObject350.bin"/><Relationship Id="rId14" Type="http://schemas.openxmlformats.org/officeDocument/2006/relationships/image" Target="../media/image187.wmf"/><Relationship Id="rId13" Type="http://schemas.openxmlformats.org/officeDocument/2006/relationships/oleObject" Target="../embeddings/oleObject349.bin"/><Relationship Id="rId12" Type="http://schemas.openxmlformats.org/officeDocument/2006/relationships/image" Target="../media/image150.wmf"/><Relationship Id="rId11" Type="http://schemas.openxmlformats.org/officeDocument/2006/relationships/oleObject" Target="../embeddings/oleObject348.bin"/><Relationship Id="rId10" Type="http://schemas.openxmlformats.org/officeDocument/2006/relationships/image" Target="../media/image149.wmf"/><Relationship Id="rId1" Type="http://schemas.openxmlformats.org/officeDocument/2006/relationships/oleObject" Target="../embeddings/oleObject343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1.bin"/><Relationship Id="rId8" Type="http://schemas.openxmlformats.org/officeDocument/2006/relationships/image" Target="../media/image148.wmf"/><Relationship Id="rId7" Type="http://schemas.openxmlformats.org/officeDocument/2006/relationships/oleObject" Target="../embeddings/oleObject370.bin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369.bin"/><Relationship Id="rId4" Type="http://schemas.openxmlformats.org/officeDocument/2006/relationships/image" Target="../media/image146.wmf"/><Relationship Id="rId30" Type="http://schemas.openxmlformats.org/officeDocument/2006/relationships/vmlDrawing" Target="../drawings/vmlDrawing29.vml"/><Relationship Id="rId3" Type="http://schemas.openxmlformats.org/officeDocument/2006/relationships/oleObject" Target="../embeddings/oleObject368.bin"/><Relationship Id="rId29" Type="http://schemas.openxmlformats.org/officeDocument/2006/relationships/slideLayout" Target="../slideLayouts/slideLayout24.xml"/><Relationship Id="rId28" Type="http://schemas.openxmlformats.org/officeDocument/2006/relationships/image" Target="../media/image194.png"/><Relationship Id="rId27" Type="http://schemas.openxmlformats.org/officeDocument/2006/relationships/image" Target="../media/image158.png"/><Relationship Id="rId26" Type="http://schemas.openxmlformats.org/officeDocument/2006/relationships/image" Target="../media/image157.wmf"/><Relationship Id="rId25" Type="http://schemas.openxmlformats.org/officeDocument/2006/relationships/oleObject" Target="../embeddings/oleObject379.bin"/><Relationship Id="rId24" Type="http://schemas.openxmlformats.org/officeDocument/2006/relationships/image" Target="../media/image156.wmf"/><Relationship Id="rId23" Type="http://schemas.openxmlformats.org/officeDocument/2006/relationships/oleObject" Target="../embeddings/oleObject378.bin"/><Relationship Id="rId22" Type="http://schemas.openxmlformats.org/officeDocument/2006/relationships/image" Target="../media/image155.wmf"/><Relationship Id="rId21" Type="http://schemas.openxmlformats.org/officeDocument/2006/relationships/oleObject" Target="../embeddings/oleObject377.bin"/><Relationship Id="rId20" Type="http://schemas.openxmlformats.org/officeDocument/2006/relationships/image" Target="../media/image154.wmf"/><Relationship Id="rId2" Type="http://schemas.openxmlformats.org/officeDocument/2006/relationships/image" Target="../media/image145.wmf"/><Relationship Id="rId19" Type="http://schemas.openxmlformats.org/officeDocument/2006/relationships/oleObject" Target="../embeddings/oleObject376.bin"/><Relationship Id="rId18" Type="http://schemas.openxmlformats.org/officeDocument/2006/relationships/image" Target="../media/image153.wmf"/><Relationship Id="rId17" Type="http://schemas.openxmlformats.org/officeDocument/2006/relationships/oleObject" Target="../embeddings/oleObject375.bin"/><Relationship Id="rId16" Type="http://schemas.openxmlformats.org/officeDocument/2006/relationships/image" Target="../media/image152.wmf"/><Relationship Id="rId15" Type="http://schemas.openxmlformats.org/officeDocument/2006/relationships/oleObject" Target="../embeddings/oleObject374.bin"/><Relationship Id="rId14" Type="http://schemas.openxmlformats.org/officeDocument/2006/relationships/image" Target="../media/image193.wmf"/><Relationship Id="rId13" Type="http://schemas.openxmlformats.org/officeDocument/2006/relationships/oleObject" Target="../embeddings/oleObject373.bin"/><Relationship Id="rId12" Type="http://schemas.openxmlformats.org/officeDocument/2006/relationships/image" Target="../media/image150.wmf"/><Relationship Id="rId11" Type="http://schemas.openxmlformats.org/officeDocument/2006/relationships/oleObject" Target="../embeddings/oleObject372.bin"/><Relationship Id="rId10" Type="http://schemas.openxmlformats.org/officeDocument/2006/relationships/image" Target="../media/image149.wmf"/><Relationship Id="rId1" Type="http://schemas.openxmlformats.org/officeDocument/2006/relationships/oleObject" Target="../embeddings/oleObject367.bin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98.png"/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image" Target="../media/image195.png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0.v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200.wmf"/><Relationship Id="rId4" Type="http://schemas.openxmlformats.org/officeDocument/2006/relationships/oleObject" Target="../embeddings/oleObject381.bin"/><Relationship Id="rId3" Type="http://schemas.openxmlformats.org/officeDocument/2006/relationships/image" Target="../media/image143.png"/><Relationship Id="rId2" Type="http://schemas.openxmlformats.org/officeDocument/2006/relationships/image" Target="../media/image199.wmf"/><Relationship Id="rId1" Type="http://schemas.openxmlformats.org/officeDocument/2006/relationships/oleObject" Target="../embeddings/oleObject380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01.emf"/><Relationship Id="rId1" Type="http://schemas.openxmlformats.org/officeDocument/2006/relationships/oleObject" Target="../embeddings/Document1.doc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6.wmf"/><Relationship Id="rId8" Type="http://schemas.openxmlformats.org/officeDocument/2006/relationships/oleObject" Target="../embeddings/oleObject385.bin"/><Relationship Id="rId7" Type="http://schemas.openxmlformats.org/officeDocument/2006/relationships/image" Target="../media/image205.wmf"/><Relationship Id="rId6" Type="http://schemas.openxmlformats.org/officeDocument/2006/relationships/oleObject" Target="../embeddings/oleObject384.bin"/><Relationship Id="rId5" Type="http://schemas.openxmlformats.org/officeDocument/2006/relationships/image" Target="../media/image204.wmf"/><Relationship Id="rId4" Type="http://schemas.openxmlformats.org/officeDocument/2006/relationships/oleObject" Target="../embeddings/oleObject383.bin"/><Relationship Id="rId3" Type="http://schemas.openxmlformats.org/officeDocument/2006/relationships/image" Target="../media/image203.wmf"/><Relationship Id="rId2" Type="http://schemas.openxmlformats.org/officeDocument/2006/relationships/oleObject" Target="../embeddings/oleObject382.bin"/><Relationship Id="rId19" Type="http://schemas.openxmlformats.org/officeDocument/2006/relationships/vmlDrawing" Target="../drawings/vmlDrawing32.vml"/><Relationship Id="rId18" Type="http://schemas.openxmlformats.org/officeDocument/2006/relationships/slideLayout" Target="../slideLayouts/slideLayout24.xml"/><Relationship Id="rId17" Type="http://schemas.openxmlformats.org/officeDocument/2006/relationships/image" Target="../media/image210.wmf"/><Relationship Id="rId16" Type="http://schemas.openxmlformats.org/officeDocument/2006/relationships/oleObject" Target="../embeddings/oleObject389.bin"/><Relationship Id="rId15" Type="http://schemas.openxmlformats.org/officeDocument/2006/relationships/image" Target="../media/image209.wmf"/><Relationship Id="rId14" Type="http://schemas.openxmlformats.org/officeDocument/2006/relationships/oleObject" Target="../embeddings/oleObject388.bin"/><Relationship Id="rId13" Type="http://schemas.openxmlformats.org/officeDocument/2006/relationships/image" Target="../media/image208.wmf"/><Relationship Id="rId12" Type="http://schemas.openxmlformats.org/officeDocument/2006/relationships/oleObject" Target="../embeddings/oleObject387.bin"/><Relationship Id="rId11" Type="http://schemas.openxmlformats.org/officeDocument/2006/relationships/image" Target="../media/image207.wmf"/><Relationship Id="rId10" Type="http://schemas.openxmlformats.org/officeDocument/2006/relationships/oleObject" Target="../embeddings/oleObject386.bin"/><Relationship Id="rId1" Type="http://schemas.openxmlformats.org/officeDocument/2006/relationships/image" Target="../media/image20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4.bin"/><Relationship Id="rId8" Type="http://schemas.openxmlformats.org/officeDocument/2006/relationships/image" Target="../media/image214.emf"/><Relationship Id="rId7" Type="http://schemas.openxmlformats.org/officeDocument/2006/relationships/oleObject" Target="../embeddings/oleObject393.bin"/><Relationship Id="rId6" Type="http://schemas.openxmlformats.org/officeDocument/2006/relationships/image" Target="../media/image213.emf"/><Relationship Id="rId5" Type="http://schemas.openxmlformats.org/officeDocument/2006/relationships/oleObject" Target="../embeddings/oleObject392.bin"/><Relationship Id="rId4" Type="http://schemas.openxmlformats.org/officeDocument/2006/relationships/image" Target="../media/image212.emf"/><Relationship Id="rId3" Type="http://schemas.openxmlformats.org/officeDocument/2006/relationships/oleObject" Target="../embeddings/oleObject391.bin"/><Relationship Id="rId2" Type="http://schemas.openxmlformats.org/officeDocument/2006/relationships/image" Target="../media/image211.emf"/><Relationship Id="rId12" Type="http://schemas.openxmlformats.org/officeDocument/2006/relationships/vmlDrawing" Target="../drawings/vmlDrawing33.vml"/><Relationship Id="rId11" Type="http://schemas.openxmlformats.org/officeDocument/2006/relationships/slideLayout" Target="../slideLayouts/slideLayout36.xml"/><Relationship Id="rId10" Type="http://schemas.openxmlformats.org/officeDocument/2006/relationships/image" Target="../media/image215.emf"/><Relationship Id="rId1" Type="http://schemas.openxmlformats.org/officeDocument/2006/relationships/oleObject" Target="../embeddings/oleObject390.bin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4.vml"/><Relationship Id="rId4" Type="http://schemas.openxmlformats.org/officeDocument/2006/relationships/slideLayout" Target="../slideLayouts/slideLayout35.xml"/><Relationship Id="rId3" Type="http://schemas.openxmlformats.org/officeDocument/2006/relationships/image" Target="../media/image200.wmf"/><Relationship Id="rId2" Type="http://schemas.openxmlformats.org/officeDocument/2006/relationships/oleObject" Target="../embeddings/oleObject395.bin"/><Relationship Id="rId1" Type="http://schemas.openxmlformats.org/officeDocument/2006/relationships/image" Target="../media/image143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5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01.emf"/><Relationship Id="rId1" Type="http://schemas.openxmlformats.org/officeDocument/2006/relationships/oleObject" Target="../embeddings/Document2.doc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6.wmf"/><Relationship Id="rId8" Type="http://schemas.openxmlformats.org/officeDocument/2006/relationships/oleObject" Target="../embeddings/oleObject399.bin"/><Relationship Id="rId7" Type="http://schemas.openxmlformats.org/officeDocument/2006/relationships/image" Target="../media/image205.wmf"/><Relationship Id="rId6" Type="http://schemas.openxmlformats.org/officeDocument/2006/relationships/oleObject" Target="../embeddings/oleObject398.bin"/><Relationship Id="rId5" Type="http://schemas.openxmlformats.org/officeDocument/2006/relationships/image" Target="../media/image204.wmf"/><Relationship Id="rId4" Type="http://schemas.openxmlformats.org/officeDocument/2006/relationships/oleObject" Target="../embeddings/oleObject397.bin"/><Relationship Id="rId3" Type="http://schemas.openxmlformats.org/officeDocument/2006/relationships/image" Target="../media/image203.wmf"/><Relationship Id="rId21" Type="http://schemas.openxmlformats.org/officeDocument/2006/relationships/vmlDrawing" Target="../drawings/vmlDrawing36.vml"/><Relationship Id="rId20" Type="http://schemas.openxmlformats.org/officeDocument/2006/relationships/slideLayout" Target="../slideLayouts/slideLayout24.xml"/><Relationship Id="rId2" Type="http://schemas.openxmlformats.org/officeDocument/2006/relationships/oleObject" Target="../embeddings/oleObject396.bin"/><Relationship Id="rId19" Type="http://schemas.openxmlformats.org/officeDocument/2006/relationships/hyperlink" Target="Dijkstra.doc" TargetMode="External"/><Relationship Id="rId18" Type="http://schemas.openxmlformats.org/officeDocument/2006/relationships/hyperlink" Target="Road11.m.doc" TargetMode="External"/><Relationship Id="rId17" Type="http://schemas.openxmlformats.org/officeDocument/2006/relationships/image" Target="../media/image210.wmf"/><Relationship Id="rId16" Type="http://schemas.openxmlformats.org/officeDocument/2006/relationships/oleObject" Target="../embeddings/oleObject403.bin"/><Relationship Id="rId15" Type="http://schemas.openxmlformats.org/officeDocument/2006/relationships/image" Target="../media/image209.wmf"/><Relationship Id="rId14" Type="http://schemas.openxmlformats.org/officeDocument/2006/relationships/oleObject" Target="../embeddings/oleObject402.bin"/><Relationship Id="rId13" Type="http://schemas.openxmlformats.org/officeDocument/2006/relationships/image" Target="../media/image208.wmf"/><Relationship Id="rId12" Type="http://schemas.openxmlformats.org/officeDocument/2006/relationships/oleObject" Target="../embeddings/oleObject401.bin"/><Relationship Id="rId11" Type="http://schemas.openxmlformats.org/officeDocument/2006/relationships/image" Target="../media/image207.wmf"/><Relationship Id="rId10" Type="http://schemas.openxmlformats.org/officeDocument/2006/relationships/oleObject" Target="../embeddings/oleObject400.bin"/><Relationship Id="rId1" Type="http://schemas.openxmlformats.org/officeDocument/2006/relationships/image" Target="../media/image20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7.v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217.emf"/><Relationship Id="rId3" Type="http://schemas.openxmlformats.org/officeDocument/2006/relationships/oleObject" Target="../embeddings/Document3.doc"/><Relationship Id="rId2" Type="http://schemas.openxmlformats.org/officeDocument/2006/relationships/image" Target="../media/image216.emf"/><Relationship Id="rId1" Type="http://schemas.openxmlformats.org/officeDocument/2006/relationships/oleObject" Target="../embeddings/oleObject404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image" Target="../media/image221.emf"/><Relationship Id="rId7" Type="http://schemas.openxmlformats.org/officeDocument/2006/relationships/oleObject" Target="../embeddings/oleObject408.bin"/><Relationship Id="rId6" Type="http://schemas.openxmlformats.org/officeDocument/2006/relationships/image" Target="../media/image220.emf"/><Relationship Id="rId5" Type="http://schemas.openxmlformats.org/officeDocument/2006/relationships/oleObject" Target="../embeddings/oleObject407.bin"/><Relationship Id="rId4" Type="http://schemas.openxmlformats.org/officeDocument/2006/relationships/image" Target="../media/image219.emf"/><Relationship Id="rId3" Type="http://schemas.openxmlformats.org/officeDocument/2006/relationships/oleObject" Target="../embeddings/oleObject406.bin"/><Relationship Id="rId2" Type="http://schemas.openxmlformats.org/officeDocument/2006/relationships/image" Target="../media/image218.emf"/><Relationship Id="rId10" Type="http://schemas.openxmlformats.org/officeDocument/2006/relationships/vmlDrawing" Target="../drawings/vmlDrawing38.vml"/><Relationship Id="rId1" Type="http://schemas.openxmlformats.org/officeDocument/2006/relationships/oleObject" Target="../embeddings/oleObject405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image" Target="../media/image225.emf"/><Relationship Id="rId7" Type="http://schemas.openxmlformats.org/officeDocument/2006/relationships/oleObject" Target="../embeddings/oleObject412.bin"/><Relationship Id="rId6" Type="http://schemas.openxmlformats.org/officeDocument/2006/relationships/image" Target="../media/image224.emf"/><Relationship Id="rId5" Type="http://schemas.openxmlformats.org/officeDocument/2006/relationships/oleObject" Target="../embeddings/oleObject411.bin"/><Relationship Id="rId4" Type="http://schemas.openxmlformats.org/officeDocument/2006/relationships/image" Target="../media/image223.emf"/><Relationship Id="rId3" Type="http://schemas.openxmlformats.org/officeDocument/2006/relationships/oleObject" Target="../embeddings/oleObject410.bin"/><Relationship Id="rId2" Type="http://schemas.openxmlformats.org/officeDocument/2006/relationships/image" Target="../media/image222.emf"/><Relationship Id="rId10" Type="http://schemas.openxmlformats.org/officeDocument/2006/relationships/vmlDrawing" Target="../drawings/vmlDrawing39.vml"/><Relationship Id="rId1" Type="http://schemas.openxmlformats.org/officeDocument/2006/relationships/oleObject" Target="../embeddings/oleObject409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7.bin"/><Relationship Id="rId8" Type="http://schemas.openxmlformats.org/officeDocument/2006/relationships/image" Target="../media/image229.emf"/><Relationship Id="rId7" Type="http://schemas.openxmlformats.org/officeDocument/2006/relationships/oleObject" Target="../embeddings/oleObject416.bin"/><Relationship Id="rId6" Type="http://schemas.openxmlformats.org/officeDocument/2006/relationships/image" Target="../media/image228.emf"/><Relationship Id="rId5" Type="http://schemas.openxmlformats.org/officeDocument/2006/relationships/oleObject" Target="../embeddings/oleObject415.bin"/><Relationship Id="rId4" Type="http://schemas.openxmlformats.org/officeDocument/2006/relationships/image" Target="../media/image227.wmf"/><Relationship Id="rId3" Type="http://schemas.openxmlformats.org/officeDocument/2006/relationships/oleObject" Target="../embeddings/oleObject414.bin"/><Relationship Id="rId28" Type="http://schemas.openxmlformats.org/officeDocument/2006/relationships/vmlDrawing" Target="../drawings/vmlDrawing40.vml"/><Relationship Id="rId27" Type="http://schemas.openxmlformats.org/officeDocument/2006/relationships/slideLayout" Target="../slideLayouts/slideLayout36.xml"/><Relationship Id="rId26" Type="http://schemas.openxmlformats.org/officeDocument/2006/relationships/image" Target="../media/image238.wmf"/><Relationship Id="rId25" Type="http://schemas.openxmlformats.org/officeDocument/2006/relationships/oleObject" Target="../embeddings/oleObject425.bin"/><Relationship Id="rId24" Type="http://schemas.openxmlformats.org/officeDocument/2006/relationships/image" Target="../media/image237.wmf"/><Relationship Id="rId23" Type="http://schemas.openxmlformats.org/officeDocument/2006/relationships/oleObject" Target="../embeddings/oleObject424.bin"/><Relationship Id="rId22" Type="http://schemas.openxmlformats.org/officeDocument/2006/relationships/image" Target="../media/image236.wmf"/><Relationship Id="rId21" Type="http://schemas.openxmlformats.org/officeDocument/2006/relationships/oleObject" Target="../embeddings/oleObject423.bin"/><Relationship Id="rId20" Type="http://schemas.openxmlformats.org/officeDocument/2006/relationships/image" Target="../media/image235.wmf"/><Relationship Id="rId2" Type="http://schemas.openxmlformats.org/officeDocument/2006/relationships/image" Target="../media/image226.wmf"/><Relationship Id="rId19" Type="http://schemas.openxmlformats.org/officeDocument/2006/relationships/oleObject" Target="../embeddings/oleObject422.bin"/><Relationship Id="rId18" Type="http://schemas.openxmlformats.org/officeDocument/2006/relationships/image" Target="../media/image234.wmf"/><Relationship Id="rId17" Type="http://schemas.openxmlformats.org/officeDocument/2006/relationships/oleObject" Target="../embeddings/oleObject421.bin"/><Relationship Id="rId16" Type="http://schemas.openxmlformats.org/officeDocument/2006/relationships/image" Target="../media/image233.wmf"/><Relationship Id="rId15" Type="http://schemas.openxmlformats.org/officeDocument/2006/relationships/oleObject" Target="../embeddings/oleObject420.bin"/><Relationship Id="rId14" Type="http://schemas.openxmlformats.org/officeDocument/2006/relationships/image" Target="../media/image232.wmf"/><Relationship Id="rId13" Type="http://schemas.openxmlformats.org/officeDocument/2006/relationships/oleObject" Target="../embeddings/oleObject419.bin"/><Relationship Id="rId12" Type="http://schemas.openxmlformats.org/officeDocument/2006/relationships/image" Target="../media/image231.emf"/><Relationship Id="rId11" Type="http://schemas.openxmlformats.org/officeDocument/2006/relationships/oleObject" Target="../embeddings/oleObject418.bin"/><Relationship Id="rId10" Type="http://schemas.openxmlformats.org/officeDocument/2006/relationships/image" Target="../media/image230.emf"/><Relationship Id="rId1" Type="http://schemas.openxmlformats.org/officeDocument/2006/relationships/oleObject" Target="../embeddings/oleObject413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image" Target="../media/image242.emf"/><Relationship Id="rId7" Type="http://schemas.openxmlformats.org/officeDocument/2006/relationships/oleObject" Target="../embeddings/Document7.doc"/><Relationship Id="rId6" Type="http://schemas.openxmlformats.org/officeDocument/2006/relationships/image" Target="../media/image241.emf"/><Relationship Id="rId5" Type="http://schemas.openxmlformats.org/officeDocument/2006/relationships/oleObject" Target="../embeddings/Document6.doc"/><Relationship Id="rId4" Type="http://schemas.openxmlformats.org/officeDocument/2006/relationships/image" Target="../media/image240.emf"/><Relationship Id="rId3" Type="http://schemas.openxmlformats.org/officeDocument/2006/relationships/oleObject" Target="../embeddings/Document5.doc"/><Relationship Id="rId2" Type="http://schemas.openxmlformats.org/officeDocument/2006/relationships/image" Target="../media/image239.emf"/><Relationship Id="rId10" Type="http://schemas.openxmlformats.org/officeDocument/2006/relationships/vmlDrawing" Target="../drawings/vmlDrawing41.vml"/><Relationship Id="rId1" Type="http://schemas.openxmlformats.org/officeDocument/2006/relationships/oleObject" Target="../embeddings/Document4.doc"/></Relationships>
</file>

<file path=ppt/slides/_rels/slide5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2.v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245.wmf"/><Relationship Id="rId4" Type="http://schemas.openxmlformats.org/officeDocument/2006/relationships/oleObject" Target="../embeddings/oleObject427.bin"/><Relationship Id="rId3" Type="http://schemas.openxmlformats.org/officeDocument/2006/relationships/image" Target="../media/image244.wmf"/><Relationship Id="rId2" Type="http://schemas.openxmlformats.org/officeDocument/2006/relationships/oleObject" Target="../embeddings/oleObject426.bin"/><Relationship Id="rId1" Type="http://schemas.openxmlformats.org/officeDocument/2006/relationships/image" Target="../media/image243.png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8.wmf"/><Relationship Id="rId8" Type="http://schemas.openxmlformats.org/officeDocument/2006/relationships/oleObject" Target="../embeddings/oleObject431.bin"/><Relationship Id="rId7" Type="http://schemas.openxmlformats.org/officeDocument/2006/relationships/image" Target="../media/image247.wmf"/><Relationship Id="rId6" Type="http://schemas.openxmlformats.org/officeDocument/2006/relationships/oleObject" Target="../embeddings/oleObject430.bin"/><Relationship Id="rId5" Type="http://schemas.openxmlformats.org/officeDocument/2006/relationships/image" Target="../media/image246.wmf"/><Relationship Id="rId4" Type="http://schemas.openxmlformats.org/officeDocument/2006/relationships/oleObject" Target="../embeddings/oleObject429.bin"/><Relationship Id="rId3" Type="http://schemas.openxmlformats.org/officeDocument/2006/relationships/image" Target="../media/image244.wmf"/><Relationship Id="rId2" Type="http://schemas.openxmlformats.org/officeDocument/2006/relationships/oleObject" Target="../embeddings/oleObject428.bin"/><Relationship Id="rId11" Type="http://schemas.openxmlformats.org/officeDocument/2006/relationships/vmlDrawing" Target="../drawings/vmlDrawing43.vml"/><Relationship Id="rId10" Type="http://schemas.openxmlformats.org/officeDocument/2006/relationships/slideLayout" Target="../slideLayouts/slideLayout24.xml"/><Relationship Id="rId1" Type="http://schemas.openxmlformats.org/officeDocument/2006/relationships/image" Target="../media/image243.png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0.wmf"/><Relationship Id="rId8" Type="http://schemas.openxmlformats.org/officeDocument/2006/relationships/oleObject" Target="../embeddings/oleObject435.bin"/><Relationship Id="rId7" Type="http://schemas.openxmlformats.org/officeDocument/2006/relationships/image" Target="../media/image249.wmf"/><Relationship Id="rId6" Type="http://schemas.openxmlformats.org/officeDocument/2006/relationships/oleObject" Target="../embeddings/oleObject434.bin"/><Relationship Id="rId5" Type="http://schemas.openxmlformats.org/officeDocument/2006/relationships/image" Target="../media/image247.wmf"/><Relationship Id="rId4" Type="http://schemas.openxmlformats.org/officeDocument/2006/relationships/oleObject" Target="../embeddings/oleObject433.bin"/><Relationship Id="rId3" Type="http://schemas.openxmlformats.org/officeDocument/2006/relationships/image" Target="../media/image246.wmf"/><Relationship Id="rId2" Type="http://schemas.openxmlformats.org/officeDocument/2006/relationships/oleObject" Target="../embeddings/oleObject432.bin"/><Relationship Id="rId11" Type="http://schemas.openxmlformats.org/officeDocument/2006/relationships/vmlDrawing" Target="../drawings/vmlDrawing44.vml"/><Relationship Id="rId10" Type="http://schemas.openxmlformats.org/officeDocument/2006/relationships/slideLayout" Target="../slideLayouts/slideLayout24.xml"/><Relationship Id="rId1" Type="http://schemas.openxmlformats.org/officeDocument/2006/relationships/image" Target="../media/image243.png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9.wmf"/><Relationship Id="rId8" Type="http://schemas.openxmlformats.org/officeDocument/2006/relationships/oleObject" Target="../embeddings/oleObject439.bin"/><Relationship Id="rId7" Type="http://schemas.openxmlformats.org/officeDocument/2006/relationships/image" Target="../media/image252.wmf"/><Relationship Id="rId6" Type="http://schemas.openxmlformats.org/officeDocument/2006/relationships/oleObject" Target="../embeddings/oleObject438.bin"/><Relationship Id="rId5" Type="http://schemas.openxmlformats.org/officeDocument/2006/relationships/image" Target="../media/image251.wmf"/><Relationship Id="rId4" Type="http://schemas.openxmlformats.org/officeDocument/2006/relationships/oleObject" Target="../embeddings/oleObject437.bin"/><Relationship Id="rId3" Type="http://schemas.openxmlformats.org/officeDocument/2006/relationships/image" Target="../media/image246.wmf"/><Relationship Id="rId2" Type="http://schemas.openxmlformats.org/officeDocument/2006/relationships/oleObject" Target="../embeddings/oleObject436.bin"/><Relationship Id="rId11" Type="http://schemas.openxmlformats.org/officeDocument/2006/relationships/vmlDrawing" Target="../drawings/vmlDrawing45.vml"/><Relationship Id="rId10" Type="http://schemas.openxmlformats.org/officeDocument/2006/relationships/slideLayout" Target="../slideLayouts/slideLayout35.xml"/><Relationship Id="rId1" Type="http://schemas.openxmlformats.org/officeDocument/2006/relationships/image" Target="../media/image243.png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4.wmf"/><Relationship Id="rId8" Type="http://schemas.openxmlformats.org/officeDocument/2006/relationships/oleObject" Target="../embeddings/oleObject443.bin"/><Relationship Id="rId7" Type="http://schemas.openxmlformats.org/officeDocument/2006/relationships/image" Target="../media/image253.wmf"/><Relationship Id="rId6" Type="http://schemas.openxmlformats.org/officeDocument/2006/relationships/oleObject" Target="../embeddings/oleObject442.bin"/><Relationship Id="rId5" Type="http://schemas.openxmlformats.org/officeDocument/2006/relationships/image" Target="../media/image251.wmf"/><Relationship Id="rId4" Type="http://schemas.openxmlformats.org/officeDocument/2006/relationships/oleObject" Target="../embeddings/oleObject441.bin"/><Relationship Id="rId3" Type="http://schemas.openxmlformats.org/officeDocument/2006/relationships/image" Target="../media/image246.wmf"/><Relationship Id="rId2" Type="http://schemas.openxmlformats.org/officeDocument/2006/relationships/oleObject" Target="../embeddings/oleObject440.bin"/><Relationship Id="rId15" Type="http://schemas.openxmlformats.org/officeDocument/2006/relationships/vmlDrawing" Target="../drawings/vmlDrawing46.vml"/><Relationship Id="rId14" Type="http://schemas.openxmlformats.org/officeDocument/2006/relationships/slideLayout" Target="../slideLayouts/slideLayout24.xml"/><Relationship Id="rId13" Type="http://schemas.openxmlformats.org/officeDocument/2006/relationships/image" Target="../media/image256.wmf"/><Relationship Id="rId12" Type="http://schemas.openxmlformats.org/officeDocument/2006/relationships/oleObject" Target="../embeddings/oleObject445.bin"/><Relationship Id="rId11" Type="http://schemas.openxmlformats.org/officeDocument/2006/relationships/image" Target="../media/image255.wmf"/><Relationship Id="rId10" Type="http://schemas.openxmlformats.org/officeDocument/2006/relationships/oleObject" Target="../embeddings/oleObject444.bin"/><Relationship Id="rId1" Type="http://schemas.openxmlformats.org/officeDocument/2006/relationships/image" Target="../media/image243.pn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9.wmf"/><Relationship Id="rId8" Type="http://schemas.openxmlformats.org/officeDocument/2006/relationships/oleObject" Target="../embeddings/oleObject449.bin"/><Relationship Id="rId7" Type="http://schemas.openxmlformats.org/officeDocument/2006/relationships/image" Target="../media/image258.wmf"/><Relationship Id="rId6" Type="http://schemas.openxmlformats.org/officeDocument/2006/relationships/oleObject" Target="../embeddings/oleObject448.bin"/><Relationship Id="rId5" Type="http://schemas.openxmlformats.org/officeDocument/2006/relationships/image" Target="../media/image257.wmf"/><Relationship Id="rId4" Type="http://schemas.openxmlformats.org/officeDocument/2006/relationships/oleObject" Target="../embeddings/oleObject447.bin"/><Relationship Id="rId3" Type="http://schemas.openxmlformats.org/officeDocument/2006/relationships/image" Target="../media/image246.wmf"/><Relationship Id="rId2" Type="http://schemas.openxmlformats.org/officeDocument/2006/relationships/oleObject" Target="../embeddings/oleObject446.bin"/><Relationship Id="rId11" Type="http://schemas.openxmlformats.org/officeDocument/2006/relationships/vmlDrawing" Target="../drawings/vmlDrawing47.vml"/><Relationship Id="rId10" Type="http://schemas.openxmlformats.org/officeDocument/2006/relationships/slideLayout" Target="../slideLayouts/slideLayout24.xml"/><Relationship Id="rId1" Type="http://schemas.openxmlformats.org/officeDocument/2006/relationships/image" Target="../media/image243.pn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3.wmf"/><Relationship Id="rId8" Type="http://schemas.openxmlformats.org/officeDocument/2006/relationships/oleObject" Target="../embeddings/oleObject453.bin"/><Relationship Id="rId7" Type="http://schemas.openxmlformats.org/officeDocument/2006/relationships/image" Target="../media/image262.wmf"/><Relationship Id="rId6" Type="http://schemas.openxmlformats.org/officeDocument/2006/relationships/oleObject" Target="../embeddings/oleObject452.bin"/><Relationship Id="rId5" Type="http://schemas.openxmlformats.org/officeDocument/2006/relationships/image" Target="../media/image261.wmf"/><Relationship Id="rId4" Type="http://schemas.openxmlformats.org/officeDocument/2006/relationships/oleObject" Target="../embeddings/oleObject451.bin"/><Relationship Id="rId3" Type="http://schemas.openxmlformats.org/officeDocument/2006/relationships/image" Target="../media/image260.wmf"/><Relationship Id="rId23" Type="http://schemas.openxmlformats.org/officeDocument/2006/relationships/vmlDrawing" Target="../drawings/vmlDrawing48.vml"/><Relationship Id="rId22" Type="http://schemas.openxmlformats.org/officeDocument/2006/relationships/slideLayout" Target="../slideLayouts/slideLayout24.xml"/><Relationship Id="rId21" Type="http://schemas.openxmlformats.org/officeDocument/2006/relationships/hyperlink" Target="Floyd.doc" TargetMode="External"/><Relationship Id="rId20" Type="http://schemas.openxmlformats.org/officeDocument/2006/relationships/hyperlink" Target="road2119.doc" TargetMode="External"/><Relationship Id="rId2" Type="http://schemas.openxmlformats.org/officeDocument/2006/relationships/oleObject" Target="../embeddings/oleObject450.bin"/><Relationship Id="rId19" Type="http://schemas.openxmlformats.org/officeDocument/2006/relationships/image" Target="../media/image268.wmf"/><Relationship Id="rId18" Type="http://schemas.openxmlformats.org/officeDocument/2006/relationships/oleObject" Target="../embeddings/oleObject458.bin"/><Relationship Id="rId17" Type="http://schemas.openxmlformats.org/officeDocument/2006/relationships/image" Target="../media/image267.wmf"/><Relationship Id="rId16" Type="http://schemas.openxmlformats.org/officeDocument/2006/relationships/oleObject" Target="../embeddings/oleObject457.bin"/><Relationship Id="rId15" Type="http://schemas.openxmlformats.org/officeDocument/2006/relationships/image" Target="../media/image266.wmf"/><Relationship Id="rId14" Type="http://schemas.openxmlformats.org/officeDocument/2006/relationships/oleObject" Target="../embeddings/oleObject456.bin"/><Relationship Id="rId13" Type="http://schemas.openxmlformats.org/officeDocument/2006/relationships/image" Target="../media/image265.wmf"/><Relationship Id="rId12" Type="http://schemas.openxmlformats.org/officeDocument/2006/relationships/oleObject" Target="../embeddings/oleObject455.bin"/><Relationship Id="rId11" Type="http://schemas.openxmlformats.org/officeDocument/2006/relationships/image" Target="../media/image264.wmf"/><Relationship Id="rId10" Type="http://schemas.openxmlformats.org/officeDocument/2006/relationships/oleObject" Target="../embeddings/oleObject454.bin"/><Relationship Id="rId1" Type="http://schemas.openxmlformats.org/officeDocument/2006/relationships/image" Target="../media/image243.png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3.bin"/><Relationship Id="rId8" Type="http://schemas.openxmlformats.org/officeDocument/2006/relationships/image" Target="../media/image272.wmf"/><Relationship Id="rId7" Type="http://schemas.openxmlformats.org/officeDocument/2006/relationships/oleObject" Target="../embeddings/oleObject462.bin"/><Relationship Id="rId6" Type="http://schemas.openxmlformats.org/officeDocument/2006/relationships/image" Target="../media/image271.wmf"/><Relationship Id="rId5" Type="http://schemas.openxmlformats.org/officeDocument/2006/relationships/oleObject" Target="../embeddings/oleObject461.bin"/><Relationship Id="rId4" Type="http://schemas.openxmlformats.org/officeDocument/2006/relationships/image" Target="../media/image270.wmf"/><Relationship Id="rId3" Type="http://schemas.openxmlformats.org/officeDocument/2006/relationships/oleObject" Target="../embeddings/oleObject460.bin"/><Relationship Id="rId2" Type="http://schemas.openxmlformats.org/officeDocument/2006/relationships/image" Target="../media/image269.wmf"/><Relationship Id="rId12" Type="http://schemas.openxmlformats.org/officeDocument/2006/relationships/vmlDrawing" Target="../drawings/vmlDrawing49.vml"/><Relationship Id="rId11" Type="http://schemas.openxmlformats.org/officeDocument/2006/relationships/slideLayout" Target="../slideLayouts/slideLayout26.xml"/><Relationship Id="rId10" Type="http://schemas.openxmlformats.org/officeDocument/2006/relationships/image" Target="../media/image273.wmf"/><Relationship Id="rId1" Type="http://schemas.openxmlformats.org/officeDocument/2006/relationships/oleObject" Target="../embeddings/oleObject459.bin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0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274.wmf"/><Relationship Id="rId1" Type="http://schemas.openxmlformats.org/officeDocument/2006/relationships/oleObject" Target="../embeddings/oleObject464.bin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1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275.emf"/><Relationship Id="rId1" Type="http://schemas.openxmlformats.org/officeDocument/2006/relationships/oleObject" Target="../embeddings/Document8.doc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2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76.emf"/><Relationship Id="rId1" Type="http://schemas.openxmlformats.org/officeDocument/2006/relationships/oleObject" Target="../embeddings/Document9.doc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3.v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279.png"/><Relationship Id="rId3" Type="http://schemas.openxmlformats.org/officeDocument/2006/relationships/image" Target="../media/image278.emf"/><Relationship Id="rId2" Type="http://schemas.openxmlformats.org/officeDocument/2006/relationships/oleObject" Target="../embeddings/Document10.doc"/><Relationship Id="rId1" Type="http://schemas.openxmlformats.org/officeDocument/2006/relationships/image" Target="../media/image277.png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4.vml"/><Relationship Id="rId8" Type="http://schemas.openxmlformats.org/officeDocument/2006/relationships/slideLayout" Target="../slideLayouts/slideLayout24.xml"/><Relationship Id="rId7" Type="http://schemas.openxmlformats.org/officeDocument/2006/relationships/image" Target="../media/image282.emf"/><Relationship Id="rId6" Type="http://schemas.openxmlformats.org/officeDocument/2006/relationships/oleObject" Target="../embeddings/Document12.doc"/><Relationship Id="rId5" Type="http://schemas.openxmlformats.org/officeDocument/2006/relationships/image" Target="../media/image281.png"/><Relationship Id="rId4" Type="http://schemas.openxmlformats.org/officeDocument/2006/relationships/image" Target="../media/image279.png"/><Relationship Id="rId3" Type="http://schemas.openxmlformats.org/officeDocument/2006/relationships/image" Target="../media/image280.emf"/><Relationship Id="rId2" Type="http://schemas.openxmlformats.org/officeDocument/2006/relationships/oleObject" Target="../embeddings/Document11.doc"/><Relationship Id="rId1" Type="http://schemas.openxmlformats.org/officeDocument/2006/relationships/image" Target="../media/image277.png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5.vml"/><Relationship Id="rId5" Type="http://schemas.openxmlformats.org/officeDocument/2006/relationships/slideLayout" Target="../slideLayouts/slideLayout26.xml"/><Relationship Id="rId4" Type="http://schemas.openxmlformats.org/officeDocument/2006/relationships/image" Target="../media/image284.emf"/><Relationship Id="rId3" Type="http://schemas.openxmlformats.org/officeDocument/2006/relationships/oleObject" Target="../embeddings/Document14.doc"/><Relationship Id="rId2" Type="http://schemas.openxmlformats.org/officeDocument/2006/relationships/image" Target="../media/image283.emf"/><Relationship Id="rId1" Type="http://schemas.openxmlformats.org/officeDocument/2006/relationships/oleObject" Target="../embeddings/Document13.doc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9.bin"/><Relationship Id="rId8" Type="http://schemas.openxmlformats.org/officeDocument/2006/relationships/image" Target="../media/image288.wmf"/><Relationship Id="rId7" Type="http://schemas.openxmlformats.org/officeDocument/2006/relationships/oleObject" Target="../embeddings/oleObject468.bin"/><Relationship Id="rId6" Type="http://schemas.openxmlformats.org/officeDocument/2006/relationships/image" Target="../media/image287.wmf"/><Relationship Id="rId5" Type="http://schemas.openxmlformats.org/officeDocument/2006/relationships/oleObject" Target="../embeddings/oleObject467.bin"/><Relationship Id="rId4" Type="http://schemas.openxmlformats.org/officeDocument/2006/relationships/image" Target="../media/image286.wmf"/><Relationship Id="rId3" Type="http://schemas.openxmlformats.org/officeDocument/2006/relationships/oleObject" Target="../embeddings/oleObject466.bin"/><Relationship Id="rId2" Type="http://schemas.openxmlformats.org/officeDocument/2006/relationships/image" Target="../media/image285.wmf"/><Relationship Id="rId14" Type="http://schemas.openxmlformats.org/officeDocument/2006/relationships/vmlDrawing" Target="../drawings/vmlDrawing56.vml"/><Relationship Id="rId13" Type="http://schemas.openxmlformats.org/officeDocument/2006/relationships/slideLayout" Target="../slideLayouts/slideLayout24.xml"/><Relationship Id="rId12" Type="http://schemas.openxmlformats.org/officeDocument/2006/relationships/image" Target="../media/image290.wmf"/><Relationship Id="rId11" Type="http://schemas.openxmlformats.org/officeDocument/2006/relationships/oleObject" Target="../embeddings/oleObject470.bin"/><Relationship Id="rId10" Type="http://schemas.openxmlformats.org/officeDocument/2006/relationships/image" Target="../media/image289.wmf"/><Relationship Id="rId1" Type="http://schemas.openxmlformats.org/officeDocument/2006/relationships/oleObject" Target="../embeddings/oleObject465.bin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4.bin"/><Relationship Id="rId8" Type="http://schemas.openxmlformats.org/officeDocument/2006/relationships/image" Target="../media/image295.wmf"/><Relationship Id="rId7" Type="http://schemas.openxmlformats.org/officeDocument/2006/relationships/oleObject" Target="../embeddings/oleObject473.bin"/><Relationship Id="rId6" Type="http://schemas.openxmlformats.org/officeDocument/2006/relationships/image" Target="../media/image294.wmf"/><Relationship Id="rId5" Type="http://schemas.openxmlformats.org/officeDocument/2006/relationships/oleObject" Target="../embeddings/oleObject472.bin"/><Relationship Id="rId4" Type="http://schemas.openxmlformats.org/officeDocument/2006/relationships/image" Target="../media/image293.png"/><Relationship Id="rId34" Type="http://schemas.openxmlformats.org/officeDocument/2006/relationships/vmlDrawing" Target="../drawings/vmlDrawing57.vml"/><Relationship Id="rId33" Type="http://schemas.openxmlformats.org/officeDocument/2006/relationships/slideLayout" Target="../slideLayouts/slideLayout35.xml"/><Relationship Id="rId32" Type="http://schemas.openxmlformats.org/officeDocument/2006/relationships/image" Target="../media/image307.wmf"/><Relationship Id="rId31" Type="http://schemas.openxmlformats.org/officeDocument/2006/relationships/oleObject" Target="../embeddings/oleObject485.bin"/><Relationship Id="rId30" Type="http://schemas.openxmlformats.org/officeDocument/2006/relationships/image" Target="../media/image306.wmf"/><Relationship Id="rId3" Type="http://schemas.openxmlformats.org/officeDocument/2006/relationships/image" Target="../media/image292.png"/><Relationship Id="rId29" Type="http://schemas.openxmlformats.org/officeDocument/2006/relationships/oleObject" Target="../embeddings/oleObject484.bin"/><Relationship Id="rId28" Type="http://schemas.openxmlformats.org/officeDocument/2006/relationships/image" Target="../media/image305.wmf"/><Relationship Id="rId27" Type="http://schemas.openxmlformats.org/officeDocument/2006/relationships/oleObject" Target="../embeddings/oleObject483.bin"/><Relationship Id="rId26" Type="http://schemas.openxmlformats.org/officeDocument/2006/relationships/image" Target="../media/image304.wmf"/><Relationship Id="rId25" Type="http://schemas.openxmlformats.org/officeDocument/2006/relationships/oleObject" Target="../embeddings/oleObject482.bin"/><Relationship Id="rId24" Type="http://schemas.openxmlformats.org/officeDocument/2006/relationships/image" Target="../media/image303.wmf"/><Relationship Id="rId23" Type="http://schemas.openxmlformats.org/officeDocument/2006/relationships/oleObject" Target="../embeddings/oleObject481.bin"/><Relationship Id="rId22" Type="http://schemas.openxmlformats.org/officeDocument/2006/relationships/image" Target="../media/image302.wmf"/><Relationship Id="rId21" Type="http://schemas.openxmlformats.org/officeDocument/2006/relationships/oleObject" Target="../embeddings/oleObject480.bin"/><Relationship Id="rId20" Type="http://schemas.openxmlformats.org/officeDocument/2006/relationships/image" Target="../media/image301.wmf"/><Relationship Id="rId2" Type="http://schemas.openxmlformats.org/officeDocument/2006/relationships/image" Target="../media/image291.wmf"/><Relationship Id="rId19" Type="http://schemas.openxmlformats.org/officeDocument/2006/relationships/oleObject" Target="../embeddings/oleObject479.bin"/><Relationship Id="rId18" Type="http://schemas.openxmlformats.org/officeDocument/2006/relationships/image" Target="../media/image300.wmf"/><Relationship Id="rId17" Type="http://schemas.openxmlformats.org/officeDocument/2006/relationships/oleObject" Target="../embeddings/oleObject478.bin"/><Relationship Id="rId16" Type="http://schemas.openxmlformats.org/officeDocument/2006/relationships/image" Target="../media/image299.wmf"/><Relationship Id="rId15" Type="http://schemas.openxmlformats.org/officeDocument/2006/relationships/oleObject" Target="../embeddings/oleObject477.bin"/><Relationship Id="rId14" Type="http://schemas.openxmlformats.org/officeDocument/2006/relationships/image" Target="../media/image298.wmf"/><Relationship Id="rId13" Type="http://schemas.openxmlformats.org/officeDocument/2006/relationships/oleObject" Target="../embeddings/oleObject476.bin"/><Relationship Id="rId12" Type="http://schemas.openxmlformats.org/officeDocument/2006/relationships/image" Target="../media/image297.wmf"/><Relationship Id="rId11" Type="http://schemas.openxmlformats.org/officeDocument/2006/relationships/oleObject" Target="../embeddings/oleObject475.bin"/><Relationship Id="rId10" Type="http://schemas.openxmlformats.org/officeDocument/2006/relationships/image" Target="../media/image296.wmf"/><Relationship Id="rId1" Type="http://schemas.openxmlformats.org/officeDocument/2006/relationships/oleObject" Target="../embeddings/oleObject471.bin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8.vml"/><Relationship Id="rId8" Type="http://schemas.openxmlformats.org/officeDocument/2006/relationships/slideLayout" Target="../slideLayouts/slideLayout24.xml"/><Relationship Id="rId7" Type="http://schemas.openxmlformats.org/officeDocument/2006/relationships/image" Target="../media/image311.png"/><Relationship Id="rId6" Type="http://schemas.openxmlformats.org/officeDocument/2006/relationships/image" Target="../media/image310.wmf"/><Relationship Id="rId5" Type="http://schemas.openxmlformats.org/officeDocument/2006/relationships/oleObject" Target="../embeddings/oleObject487.bin"/><Relationship Id="rId4" Type="http://schemas.openxmlformats.org/officeDocument/2006/relationships/image" Target="../media/image309.wmf"/><Relationship Id="rId3" Type="http://schemas.openxmlformats.org/officeDocument/2006/relationships/oleObject" Target="../embeddings/oleObject486.bin"/><Relationship Id="rId2" Type="http://schemas.openxmlformats.org/officeDocument/2006/relationships/image" Target="../media/image308.png"/><Relationship Id="rId1" Type="http://schemas.openxmlformats.org/officeDocument/2006/relationships/image" Target="../media/image292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9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313.emf"/><Relationship Id="rId2" Type="http://schemas.openxmlformats.org/officeDocument/2006/relationships/oleObject" Target="../embeddings/Document15.doc"/><Relationship Id="rId1" Type="http://schemas.openxmlformats.org/officeDocument/2006/relationships/image" Target="../media/image312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0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314.wmf"/><Relationship Id="rId1" Type="http://schemas.openxmlformats.org/officeDocument/2006/relationships/oleObject" Target="../embeddings/oleObject488.bin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1.vml"/><Relationship Id="rId8" Type="http://schemas.openxmlformats.org/officeDocument/2006/relationships/slideLayout" Target="../slideLayouts/slideLayout24.xml"/><Relationship Id="rId7" Type="http://schemas.openxmlformats.org/officeDocument/2006/relationships/image" Target="../media/image320.wmf"/><Relationship Id="rId6" Type="http://schemas.openxmlformats.org/officeDocument/2006/relationships/oleObject" Target="../embeddings/oleObject489.bin"/><Relationship Id="rId5" Type="http://schemas.openxmlformats.org/officeDocument/2006/relationships/image" Target="../media/image319.png"/><Relationship Id="rId4" Type="http://schemas.openxmlformats.org/officeDocument/2006/relationships/image" Target="../media/image318.png"/><Relationship Id="rId3" Type="http://schemas.openxmlformats.org/officeDocument/2006/relationships/image" Target="../media/image317.png"/><Relationship Id="rId2" Type="http://schemas.openxmlformats.org/officeDocument/2006/relationships/image" Target="../media/image316.png"/><Relationship Id="rId1" Type="http://schemas.openxmlformats.org/officeDocument/2006/relationships/image" Target="../media/image315.png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image" Target="../media/image325.wmf"/><Relationship Id="rId7" Type="http://schemas.openxmlformats.org/officeDocument/2006/relationships/oleObject" Target="../embeddings/oleObject492.bin"/><Relationship Id="rId6" Type="http://schemas.openxmlformats.org/officeDocument/2006/relationships/image" Target="../media/image324.wmf"/><Relationship Id="rId5" Type="http://schemas.openxmlformats.org/officeDocument/2006/relationships/oleObject" Target="../embeddings/oleObject491.bin"/><Relationship Id="rId4" Type="http://schemas.openxmlformats.org/officeDocument/2006/relationships/image" Target="../media/image323.wmf"/><Relationship Id="rId3" Type="http://schemas.openxmlformats.org/officeDocument/2006/relationships/oleObject" Target="../embeddings/oleObject490.bin"/><Relationship Id="rId2" Type="http://schemas.openxmlformats.org/officeDocument/2006/relationships/image" Target="../media/image322.png"/><Relationship Id="rId10" Type="http://schemas.openxmlformats.org/officeDocument/2006/relationships/vmlDrawing" Target="../drawings/vmlDrawing62.vml"/><Relationship Id="rId1" Type="http://schemas.openxmlformats.org/officeDocument/2006/relationships/image" Target="../media/image32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2.jpeg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image" Target="../media/image329.wmf"/><Relationship Id="rId7" Type="http://schemas.openxmlformats.org/officeDocument/2006/relationships/oleObject" Target="../embeddings/oleObject496.bin"/><Relationship Id="rId6" Type="http://schemas.openxmlformats.org/officeDocument/2006/relationships/image" Target="../media/image328.wmf"/><Relationship Id="rId5" Type="http://schemas.openxmlformats.org/officeDocument/2006/relationships/oleObject" Target="../embeddings/oleObject495.bin"/><Relationship Id="rId4" Type="http://schemas.openxmlformats.org/officeDocument/2006/relationships/image" Target="../media/image327.wmf"/><Relationship Id="rId3" Type="http://schemas.openxmlformats.org/officeDocument/2006/relationships/oleObject" Target="../embeddings/oleObject494.bin"/><Relationship Id="rId2" Type="http://schemas.openxmlformats.org/officeDocument/2006/relationships/image" Target="../media/image326.wmf"/><Relationship Id="rId10" Type="http://schemas.openxmlformats.org/officeDocument/2006/relationships/vmlDrawing" Target="../drawings/vmlDrawing63.vml"/><Relationship Id="rId1" Type="http://schemas.openxmlformats.org/officeDocument/2006/relationships/oleObject" Target="../embeddings/oleObject493.bin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19.doc"/><Relationship Id="rId8" Type="http://schemas.openxmlformats.org/officeDocument/2006/relationships/image" Target="../media/image333.emf"/><Relationship Id="rId7" Type="http://schemas.openxmlformats.org/officeDocument/2006/relationships/oleObject" Target="../embeddings/Document18.doc"/><Relationship Id="rId6" Type="http://schemas.openxmlformats.org/officeDocument/2006/relationships/image" Target="../media/image332.emf"/><Relationship Id="rId5" Type="http://schemas.openxmlformats.org/officeDocument/2006/relationships/oleObject" Target="../embeddings/Document17.doc"/><Relationship Id="rId4" Type="http://schemas.openxmlformats.org/officeDocument/2006/relationships/image" Target="../media/image331.emf"/><Relationship Id="rId3" Type="http://schemas.openxmlformats.org/officeDocument/2006/relationships/oleObject" Target="../embeddings/Document16.doc"/><Relationship Id="rId2" Type="http://schemas.openxmlformats.org/officeDocument/2006/relationships/image" Target="../media/image330.emf"/><Relationship Id="rId14" Type="http://schemas.openxmlformats.org/officeDocument/2006/relationships/vmlDrawing" Target="../drawings/vmlDrawing64.vml"/><Relationship Id="rId13" Type="http://schemas.openxmlformats.org/officeDocument/2006/relationships/slideLayout" Target="../slideLayouts/slideLayout36.xml"/><Relationship Id="rId12" Type="http://schemas.openxmlformats.org/officeDocument/2006/relationships/image" Target="../media/image335.wmf"/><Relationship Id="rId11" Type="http://schemas.openxmlformats.org/officeDocument/2006/relationships/oleObject" Target="../embeddings/oleObject498.bin"/><Relationship Id="rId10" Type="http://schemas.openxmlformats.org/officeDocument/2006/relationships/image" Target="../media/image334.emf"/><Relationship Id="rId1" Type="http://schemas.openxmlformats.org/officeDocument/2006/relationships/oleObject" Target="../embeddings/oleObject497.bin"/></Relationships>
</file>

<file path=ppt/slides/_rels/slide8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5.vml"/><Relationship Id="rId5" Type="http://schemas.openxmlformats.org/officeDocument/2006/relationships/slideLayout" Target="../slideLayouts/slideLayout26.xml"/><Relationship Id="rId4" Type="http://schemas.openxmlformats.org/officeDocument/2006/relationships/image" Target="../media/image337.emf"/><Relationship Id="rId3" Type="http://schemas.openxmlformats.org/officeDocument/2006/relationships/oleObject" Target="../embeddings/Document21.doc"/><Relationship Id="rId2" Type="http://schemas.openxmlformats.org/officeDocument/2006/relationships/image" Target="../media/image336.emf"/><Relationship Id="rId1" Type="http://schemas.openxmlformats.org/officeDocument/2006/relationships/oleObject" Target="../embeddings/Document20.doc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338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338.png"/></Relationships>
</file>

<file path=ppt/slides/_rels/slide9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6.vml"/><Relationship Id="rId4" Type="http://schemas.openxmlformats.org/officeDocument/2006/relationships/slideLayout" Target="../slideLayouts/slideLayout35.xml"/><Relationship Id="rId3" Type="http://schemas.openxmlformats.org/officeDocument/2006/relationships/image" Target="../media/image339.emf"/><Relationship Id="rId2" Type="http://schemas.openxmlformats.org/officeDocument/2006/relationships/oleObject" Target="../embeddings/oleObject499.bin"/><Relationship Id="rId1" Type="http://schemas.openxmlformats.org/officeDocument/2006/relationships/image" Target="../media/image338.pn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7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340.wmf"/><Relationship Id="rId1" Type="http://schemas.openxmlformats.org/officeDocument/2006/relationships/oleObject" Target="../embeddings/oleObject500.bin"/></Relationships>
</file>

<file path=ppt/slides/_rels/slide9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8.vml"/><Relationship Id="rId4" Type="http://schemas.openxmlformats.org/officeDocument/2006/relationships/slideLayout" Target="../slideLayouts/slideLayout35.xml"/><Relationship Id="rId3" Type="http://schemas.openxmlformats.org/officeDocument/2006/relationships/image" Target="../media/image341.emf"/><Relationship Id="rId2" Type="http://schemas.openxmlformats.org/officeDocument/2006/relationships/oleObject" Target="../embeddings/oleObject501.bin"/><Relationship Id="rId1" Type="http://schemas.openxmlformats.org/officeDocument/2006/relationships/image" Target="../media/image338.png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9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342.wmf"/><Relationship Id="rId1" Type="http://schemas.openxmlformats.org/officeDocument/2006/relationships/oleObject" Target="../embeddings/oleObject502.bin"/></Relationships>
</file>

<file path=ppt/slides/_rels/slide9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0.vml"/><Relationship Id="rId5" Type="http://schemas.openxmlformats.org/officeDocument/2006/relationships/slideLayout" Target="../slideLayouts/slideLayout35.xml"/><Relationship Id="rId4" Type="http://schemas.openxmlformats.org/officeDocument/2006/relationships/image" Target="../media/image344.wmf"/><Relationship Id="rId3" Type="http://schemas.openxmlformats.org/officeDocument/2006/relationships/oleObject" Target="../embeddings/oleObject504.bin"/><Relationship Id="rId2" Type="http://schemas.openxmlformats.org/officeDocument/2006/relationships/image" Target="../media/image343.wmf"/><Relationship Id="rId1" Type="http://schemas.openxmlformats.org/officeDocument/2006/relationships/oleObject" Target="../embeddings/oleObject503.bin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1.vml"/><Relationship Id="rId4" Type="http://schemas.openxmlformats.org/officeDocument/2006/relationships/slideLayout" Target="../slideLayouts/slideLayout35.xml"/><Relationship Id="rId3" Type="http://schemas.openxmlformats.org/officeDocument/2006/relationships/image" Target="../media/image345.emf"/><Relationship Id="rId2" Type="http://schemas.openxmlformats.org/officeDocument/2006/relationships/oleObject" Target="../embeddings/Document22.doc"/><Relationship Id="rId1" Type="http://schemas.openxmlformats.org/officeDocument/2006/relationships/image" Target="../media/image338.png"/></Relationships>
</file>

<file path=ppt/slides/_rels/slide9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2.vml"/><Relationship Id="rId5" Type="http://schemas.openxmlformats.org/officeDocument/2006/relationships/slideLayout" Target="../slideLayouts/slideLayout35.xml"/><Relationship Id="rId4" Type="http://schemas.openxmlformats.org/officeDocument/2006/relationships/image" Target="../media/image347.wmf"/><Relationship Id="rId3" Type="http://schemas.openxmlformats.org/officeDocument/2006/relationships/oleObject" Target="../embeddings/oleObject505.bin"/><Relationship Id="rId2" Type="http://schemas.openxmlformats.org/officeDocument/2006/relationships/image" Target="../media/image346.emf"/><Relationship Id="rId1" Type="http://schemas.openxmlformats.org/officeDocument/2006/relationships/oleObject" Target="../embeddings/Document23.doc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335" y="1083945"/>
            <a:ext cx="7604125" cy="4055110"/>
          </a:xfrm>
        </p:spPr>
        <p:txBody>
          <a:bodyPr/>
          <a:p>
            <a:pPr marL="0" indent="0" algn="ctr">
              <a:buNone/>
            </a:pPr>
            <a:endParaRPr lang="zh-CN" altLang="en-US" sz="45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algn="ctr">
              <a:buNone/>
            </a:pPr>
            <a:r>
              <a:rPr lang="zh-CN" altLang="en-US" sz="45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数模常规算法之</a:t>
            </a:r>
            <a:endParaRPr lang="zh-CN" altLang="en-US" sz="45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algn="ctr">
              <a:buNone/>
            </a:pPr>
            <a:r>
              <a:rPr lang="zh-CN" altLang="en-US" sz="45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图论算法</a:t>
            </a:r>
            <a:endParaRPr lang="zh-CN" altLang="en-US" sz="45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algn="ctr">
              <a:buNone/>
            </a:pPr>
            <a:endParaRPr lang="zh-CN" altLang="en-US" b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algn="ctr">
              <a:buNone/>
            </a:pPr>
            <a:r>
              <a:rPr lang="zh-CN" altLang="en-US" b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科研交流</a:t>
            </a:r>
            <a:r>
              <a:rPr lang="en-US" altLang="zh-CN" b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b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老教练</a:t>
            </a:r>
            <a:endParaRPr lang="zh-CN" altLang="en-US" b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文本框 230404"/>
          <p:cNvSpPr txBox="1"/>
          <p:nvPr/>
        </p:nvSpPr>
        <p:spPr>
          <a:xfrm>
            <a:off x="2356168" y="914083"/>
            <a:ext cx="4430712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2" charset="-122"/>
              </a:rPr>
              <a:t>1. 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2" charset="-122"/>
              </a:rPr>
              <a:t>问题引入与分析</a:t>
            </a:r>
            <a:endParaRPr lang="zh-CN" altLang="en-US" sz="320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7170" name="文本框 230405">
            <a:hlinkClick r:id="rId1" action="ppaction://hlinkpres?slideindex=1&amp;slidetitle="/>
          </p:cNvPr>
          <p:cNvSpPr txBox="1"/>
          <p:nvPr/>
        </p:nvSpPr>
        <p:spPr>
          <a:xfrm>
            <a:off x="2289810" y="1652270"/>
            <a:ext cx="5838825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2" charset="-122"/>
              </a:rPr>
              <a:t> 2. 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2" charset="-122"/>
              </a:rPr>
              <a:t>图论的基本概念</a:t>
            </a:r>
            <a:endParaRPr lang="zh-CN" altLang="en-US" sz="3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171" name="图片 230406" descr="GIF-360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05" y="1058545"/>
            <a:ext cx="454025" cy="454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图片 230407" descr="GIF-360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80" y="1777683"/>
            <a:ext cx="454025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3" name="文本框 230408"/>
          <p:cNvSpPr txBox="1"/>
          <p:nvPr/>
        </p:nvSpPr>
        <p:spPr>
          <a:xfrm>
            <a:off x="2422843" y="2498408"/>
            <a:ext cx="4945062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2" charset="-122"/>
              </a:rPr>
              <a:t>3. 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2" charset="-122"/>
              </a:rPr>
              <a:t>最短路问题及算法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174" name="图片 230409" descr="GIF-360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80" y="2569845"/>
            <a:ext cx="454025" cy="454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6" name="图片 230411" descr="GIF-360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80" y="3290570"/>
            <a:ext cx="454025" cy="454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7" name="图片 230412" descr="GIF-360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80" y="4009708"/>
            <a:ext cx="454025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8" name="文本框 230413"/>
          <p:cNvSpPr txBox="1"/>
          <p:nvPr/>
        </p:nvSpPr>
        <p:spPr>
          <a:xfrm>
            <a:off x="2291080" y="3290570"/>
            <a:ext cx="4430713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2" charset="-122"/>
              </a:rPr>
              <a:t> 4. 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2" charset="-122"/>
              </a:rPr>
              <a:t>最小生成树及算法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9" name="文本框 230414"/>
          <p:cNvSpPr txBox="1"/>
          <p:nvPr/>
        </p:nvSpPr>
        <p:spPr>
          <a:xfrm>
            <a:off x="2327593" y="4009708"/>
            <a:ext cx="4354512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2" charset="-122"/>
              </a:rPr>
              <a:t> 5. 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2" charset="-122"/>
              </a:rPr>
              <a:t>旅行售货员问题</a:t>
            </a:r>
            <a:endParaRPr lang="zh-CN" altLang="en-US" sz="320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pic>
        <p:nvPicPr>
          <p:cNvPr id="7180" name="图片 230415" descr="GIF-360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305" y="4801870"/>
            <a:ext cx="454025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81" name="文本框 230416"/>
          <p:cNvSpPr txBox="1"/>
          <p:nvPr/>
        </p:nvSpPr>
        <p:spPr>
          <a:xfrm>
            <a:off x="2289493" y="4730433"/>
            <a:ext cx="4430712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2" charset="-122"/>
              </a:rPr>
              <a:t> 6. 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2" charset="-122"/>
              </a:rPr>
              <a:t>模型建立与求解</a:t>
            </a:r>
            <a:endParaRPr lang="zh-CN" altLang="en-US" sz="320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116326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en-US" altLang="zh-CN" dirty="0"/>
              <a:t>1. </a:t>
            </a:r>
            <a:r>
              <a:rPr lang="zh-CN" altLang="en-US" dirty="0"/>
              <a:t>问题引入与分析</a:t>
            </a:r>
            <a:endParaRPr lang="zh-CN" altLang="en-US" dirty="0"/>
          </a:p>
        </p:txBody>
      </p:sp>
      <p:sp>
        <p:nvSpPr>
          <p:cNvPr id="1163268" name="文本框 1163267"/>
          <p:cNvSpPr txBox="1"/>
          <p:nvPr/>
        </p:nvSpPr>
        <p:spPr>
          <a:xfrm>
            <a:off x="611188" y="1752600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8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1) 98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年全国大学生数学建模竞赛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题“最佳灾</a:t>
            </a:r>
            <a:endParaRPr lang="zh-CN" altLang="en-US">
              <a:solidFill>
                <a:srgbClr val="008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63270" name="文本框 1163269"/>
          <p:cNvSpPr txBox="1"/>
          <p:nvPr/>
        </p:nvSpPr>
        <p:spPr>
          <a:xfrm>
            <a:off x="762000" y="2971800"/>
            <a:ext cx="81311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今年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(1998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夏天某县遭受水灾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为考察灾情、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3271" name="文本框 1163270"/>
          <p:cNvSpPr txBox="1"/>
          <p:nvPr/>
        </p:nvSpPr>
        <p:spPr>
          <a:xfrm>
            <a:off x="762000" y="3657600"/>
            <a:ext cx="79406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组织自救，县领导决定，带领有关部门负责人到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3272" name="文本框 1163271"/>
          <p:cNvSpPr txBox="1"/>
          <p:nvPr/>
        </p:nvSpPr>
        <p:spPr>
          <a:xfrm>
            <a:off x="838200" y="4235450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全县各乡（镇）、村巡视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巡视路线指从县政府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3273" name="文本框 1163272"/>
          <p:cNvSpPr txBox="1"/>
          <p:nvPr/>
        </p:nvSpPr>
        <p:spPr>
          <a:xfrm>
            <a:off x="762000" y="4800600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所在地出发，走遍各乡（镇）、村，又回到县政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3274" name="文本框 1163273"/>
          <p:cNvSpPr txBox="1"/>
          <p:nvPr/>
        </p:nvSpPr>
        <p:spPr>
          <a:xfrm>
            <a:off x="827088" y="5373688"/>
            <a:ext cx="7202487" cy="6048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lnSpc>
                <a:spcPct val="120000"/>
              </a:lnSpc>
              <a:buClr>
                <a:schemeClr val="bg1"/>
              </a:buClr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府所在地的路线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3277" name="文本框 1163276"/>
          <p:cNvSpPr txBox="1"/>
          <p:nvPr/>
        </p:nvSpPr>
        <p:spPr>
          <a:xfrm>
            <a:off x="612775" y="2349500"/>
            <a:ext cx="792003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情巡视路线”中的前两个问题是这样的：</a:t>
            </a:r>
            <a:endParaRPr lang="zh-CN" altLang="en-US" dirty="0">
              <a:solidFill>
                <a:srgbClr val="008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8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3268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327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3270" grpId="0"/>
      <p:bldP spid="1163271" grpId="0"/>
      <p:bldP spid="1163272" grpId="0"/>
      <p:bldP spid="1163273" grpId="0"/>
      <p:bldP spid="11632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0612" name="文本框 1220611"/>
          <p:cNvSpPr txBox="1"/>
          <p:nvPr/>
        </p:nvSpPr>
        <p:spPr>
          <a:xfrm>
            <a:off x="762000" y="822325"/>
            <a:ext cx="79248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）若分三组（路）巡视，试设计总路程最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0613" name="文本框 1220612"/>
          <p:cNvSpPr txBox="1"/>
          <p:nvPr/>
        </p:nvSpPr>
        <p:spPr>
          <a:xfrm>
            <a:off x="906463" y="1541463"/>
            <a:ext cx="76263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短且各组尽可能均衡的巡视路线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0614" name="文本框 1220613"/>
          <p:cNvSpPr txBox="1"/>
          <p:nvPr/>
        </p:nvSpPr>
        <p:spPr>
          <a:xfrm>
            <a:off x="762000" y="2262188"/>
            <a:ext cx="81311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）假定巡视人员在各乡（镇）停留时间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=2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0615" name="文本框 1220614"/>
          <p:cNvSpPr txBox="1"/>
          <p:nvPr/>
        </p:nvSpPr>
        <p:spPr>
          <a:xfrm>
            <a:off x="762000" y="2981325"/>
            <a:ext cx="820261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小时，在各村停留时间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小时，汽车行驶速度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0617" name="文本框 1220616"/>
          <p:cNvSpPr txBox="1"/>
          <p:nvPr/>
        </p:nvSpPr>
        <p:spPr>
          <a:xfrm>
            <a:off x="827088" y="3789363"/>
            <a:ext cx="79248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=35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公里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要在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小时内完成巡视，至少应分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0618" name="文本框 1220617"/>
          <p:cNvSpPr txBox="1"/>
          <p:nvPr/>
        </p:nvSpPr>
        <p:spPr>
          <a:xfrm>
            <a:off x="755650" y="4565650"/>
            <a:ext cx="79248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几组；给出这种分组下最佳的巡视路线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0612" grpId="0"/>
      <p:bldP spid="1220613" grpId="0"/>
      <p:bldP spid="1220614" grpId="0"/>
      <p:bldP spid="1220615" grpId="0"/>
      <p:bldP spid="1220617" grpId="0"/>
      <p:bldP spid="12206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文本占位符 121958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31913" y="476250"/>
            <a:ext cx="6553200" cy="5360988"/>
          </a:xfrm>
          <a:noFill/>
          <a:ln>
            <a:noFill/>
          </a:ln>
        </p:spPr>
      </p:pic>
      <p:sp>
        <p:nvSpPr>
          <p:cNvPr id="1219589" name="文本框 1219588"/>
          <p:cNvSpPr txBox="1"/>
          <p:nvPr/>
        </p:nvSpPr>
        <p:spPr>
          <a:xfrm>
            <a:off x="1619250" y="5734050"/>
            <a:ext cx="55435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公路边的数字为该路段的公里数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958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文本框 1221635"/>
          <p:cNvSpPr txBox="1"/>
          <p:nvPr/>
        </p:nvSpPr>
        <p:spPr>
          <a:xfrm>
            <a:off x="914400" y="620713"/>
            <a:ext cx="76898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8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2) 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问题分析：</a:t>
            </a:r>
            <a:endParaRPr lang="zh-CN" altLang="en-US" dirty="0">
              <a:solidFill>
                <a:srgbClr val="008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221638" name="文本框 1221637"/>
          <p:cNvSpPr txBox="1"/>
          <p:nvPr/>
        </p:nvSpPr>
        <p:spPr>
          <a:xfrm>
            <a:off x="1187450" y="1341438"/>
            <a:ext cx="77057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本题给出了某县的公路网络图，要求的是在不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1639" name="文本框 1221638"/>
          <p:cNvSpPr txBox="1"/>
          <p:nvPr/>
        </p:nvSpPr>
        <p:spPr>
          <a:xfrm>
            <a:off x="611188" y="1916113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同的条件下，灾情巡视的最佳分组方案和路线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1640" name="文本框 1221639"/>
          <p:cNvSpPr txBox="1"/>
          <p:nvPr/>
        </p:nvSpPr>
        <p:spPr>
          <a:xfrm>
            <a:off x="611188" y="2492375"/>
            <a:ext cx="8137525" cy="5222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将每个乡（镇）或村看作一个图的顶点，各乡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1641" name="文本框 1221640"/>
          <p:cNvSpPr txBox="1"/>
          <p:nvPr/>
        </p:nvSpPr>
        <p:spPr>
          <a:xfrm>
            <a:off x="539750" y="2997200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镇、村之间的公路看作此图对应顶点间的边，各条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1643" name="文本框 1221642"/>
          <p:cNvSpPr txBox="1"/>
          <p:nvPr/>
        </p:nvSpPr>
        <p:spPr>
          <a:xfrm>
            <a:off x="539750" y="5718175"/>
            <a:ext cx="820896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再回到点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，使得总权（路程或时间）最小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1644" name="文本框 1221643"/>
          <p:cNvSpPr txBox="1"/>
          <p:nvPr/>
        </p:nvSpPr>
        <p:spPr>
          <a:xfrm>
            <a:off x="539750" y="3573463"/>
            <a:ext cx="80645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公路的长度（或行驶时间）看作对应边上的权，所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1645" name="文本框 1221644"/>
          <p:cNvSpPr txBox="1"/>
          <p:nvPr/>
        </p:nvSpPr>
        <p:spPr>
          <a:xfrm>
            <a:off x="539750" y="4133850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给公路网就转化为加权网络图，问题就转化图论中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1646" name="文本框 1221645"/>
          <p:cNvSpPr txBox="1"/>
          <p:nvPr/>
        </p:nvSpPr>
        <p:spPr>
          <a:xfrm>
            <a:off x="539750" y="4638675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一类称之为旅行售货员问题，即在给定的加权网络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1647" name="文本框 1221646"/>
          <p:cNvSpPr txBox="1"/>
          <p:nvPr/>
        </p:nvSpPr>
        <p:spPr>
          <a:xfrm>
            <a:off x="539750" y="5183188"/>
            <a:ext cx="80645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图中寻找从给定点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出发，行遍所有顶点至少一次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4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1644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164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6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1646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1638" grpId="0"/>
      <p:bldP spid="1221639" grpId="0"/>
      <p:bldP spid="1221640" grpId="0"/>
      <p:bldP spid="1221641" grpId="0"/>
      <p:bldP spid="1221643" grpId="0"/>
      <p:bldP spid="12216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2660" name="文本框 1222659"/>
          <p:cNvSpPr txBox="1"/>
          <p:nvPr/>
        </p:nvSpPr>
        <p:spPr>
          <a:xfrm>
            <a:off x="466725" y="2549525"/>
            <a:ext cx="83534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　   如第一问是三个旅行售货员问题，第二问是四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61" name="文本框 1222660"/>
          <p:cNvSpPr txBox="1"/>
          <p:nvPr/>
        </p:nvSpPr>
        <p:spPr>
          <a:xfrm>
            <a:off x="539750" y="692150"/>
            <a:ext cx="496728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本题是旅行售货员问题的延伸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62" name="文本框 1222661"/>
          <p:cNvSpPr txBox="1"/>
          <p:nvPr/>
        </p:nvSpPr>
        <p:spPr>
          <a:xfrm>
            <a:off x="5148263" y="692150"/>
            <a:ext cx="37449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－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多旅行售货员问题</a:t>
            </a:r>
            <a:r>
              <a:rPr lang="en-US" altLang="zh-CN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63" name="文本框 1222662"/>
          <p:cNvSpPr txBox="1"/>
          <p:nvPr/>
        </p:nvSpPr>
        <p:spPr>
          <a:xfrm>
            <a:off x="539750" y="1196975"/>
            <a:ext cx="82804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本题所求的分组巡视的最佳路线，也就是</a:t>
            </a:r>
            <a:r>
              <a:rPr lang="en-US" altLang="zh-CN" b="0" i="1"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条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64" name="文本框 1222663"/>
          <p:cNvSpPr txBox="1"/>
          <p:nvPr/>
        </p:nvSpPr>
        <p:spPr>
          <a:xfrm>
            <a:off x="395288" y="3429000"/>
            <a:ext cx="82804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　　众所周知，旅行售货员问题属于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NP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完全问题，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65" name="文本框 1222664"/>
          <p:cNvSpPr txBox="1"/>
          <p:nvPr/>
        </p:nvSpPr>
        <p:spPr>
          <a:xfrm>
            <a:off x="395288" y="4349750"/>
            <a:ext cx="82804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　　显然本问题更应属于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NP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完全问题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有鉴于此，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66" name="文本框 1222665"/>
          <p:cNvSpPr txBox="1"/>
          <p:nvPr/>
        </p:nvSpPr>
        <p:spPr>
          <a:xfrm>
            <a:off x="466725" y="1700213"/>
            <a:ext cx="84264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经过同一点并覆盖所有其他顶点又使边权之和达到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67" name="文本框 1222666"/>
          <p:cNvSpPr txBox="1"/>
          <p:nvPr/>
        </p:nvSpPr>
        <p:spPr>
          <a:xfrm>
            <a:off x="395288" y="2189163"/>
            <a:ext cx="84248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最小的闭链（闭迹）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69" name="文本框 1222668"/>
          <p:cNvSpPr txBox="1"/>
          <p:nvPr/>
        </p:nvSpPr>
        <p:spPr>
          <a:xfrm>
            <a:off x="395288" y="2997200"/>
            <a:ext cx="81375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个旅行售货员问题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70" name="文本框 1222669"/>
          <p:cNvSpPr txBox="1"/>
          <p:nvPr/>
        </p:nvSpPr>
        <p:spPr>
          <a:xfrm>
            <a:off x="395288" y="3902075"/>
            <a:ext cx="84264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即求解没有多项式时间算法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71" name="文本框 1222670"/>
          <p:cNvSpPr txBox="1"/>
          <p:nvPr/>
        </p:nvSpPr>
        <p:spPr>
          <a:xfrm>
            <a:off x="466725" y="4822825"/>
            <a:ext cx="82105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一定要针对问题的实际特点寻找简便方法，想找到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72" name="文本框 1222671"/>
          <p:cNvSpPr txBox="1"/>
          <p:nvPr/>
        </p:nvSpPr>
        <p:spPr>
          <a:xfrm>
            <a:off x="395288" y="5399088"/>
            <a:ext cx="84978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解决此类问题的一般方法是不现实的，对于规模较大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2673" name="文本框 1222672"/>
          <p:cNvSpPr txBox="1"/>
          <p:nvPr/>
        </p:nvSpPr>
        <p:spPr>
          <a:xfrm>
            <a:off x="395288" y="6005513"/>
            <a:ext cx="84978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的问题可使用近似算法来求得近似最优解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2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63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2663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66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2666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6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266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69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2669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70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2670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22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7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2267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22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2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2660" grpId="0"/>
      <p:bldP spid="1222661" grpId="0"/>
      <p:bldP spid="1222662" grpId="0"/>
      <p:bldP spid="1222664" grpId="0"/>
      <p:bldP spid="1222665" grpId="0"/>
      <p:bldP spid="1222672" grpId="0"/>
      <p:bldP spid="12226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18988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en-US" altLang="zh-CN" dirty="0"/>
              <a:t>2.</a:t>
            </a:r>
            <a:r>
              <a:rPr lang="zh-CN" altLang="en-US" dirty="0"/>
              <a:t>图论的基本概念</a:t>
            </a:r>
            <a:endParaRPr lang="zh-CN" altLang="en-US"/>
          </a:p>
        </p:txBody>
      </p:sp>
      <p:sp>
        <p:nvSpPr>
          <p:cNvPr id="1189891" name="文本框 1189890">
            <a:hlinkClick r:id="rId1" action="ppaction://hlinkpres?slideindex=1&amp;slidetitle="/>
          </p:cNvPr>
          <p:cNvSpPr txBox="1"/>
          <p:nvPr/>
        </p:nvSpPr>
        <p:spPr>
          <a:xfrm>
            <a:off x="1403350" y="1773238"/>
            <a:ext cx="41052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1)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图的概念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89892" name="文本框 1189891"/>
          <p:cNvSpPr txBox="1"/>
          <p:nvPr/>
        </p:nvSpPr>
        <p:spPr>
          <a:xfrm>
            <a:off x="1403350" y="2565400"/>
            <a:ext cx="331311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2)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赋权图与子图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89893" name="文本框 1189892"/>
          <p:cNvSpPr txBox="1"/>
          <p:nvPr/>
        </p:nvSpPr>
        <p:spPr>
          <a:xfrm>
            <a:off x="1403350" y="3284538"/>
            <a:ext cx="39608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3)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图的矩阵表示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89894" name="文本框 1189893"/>
          <p:cNvSpPr txBox="1"/>
          <p:nvPr/>
        </p:nvSpPr>
        <p:spPr>
          <a:xfrm>
            <a:off x="1403350" y="4076700"/>
            <a:ext cx="27368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4)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图的顶点度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89895" name="文本框 1189894"/>
          <p:cNvSpPr txBox="1"/>
          <p:nvPr/>
        </p:nvSpPr>
        <p:spPr>
          <a:xfrm>
            <a:off x="1403350" y="4868863"/>
            <a:ext cx="28082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5)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路和连通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8989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8989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9891" grpId="0"/>
      <p:bldP spid="1189892" grpId="0"/>
      <p:bldP spid="11898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3682" name="标题 1223681"/>
          <p:cNvSpPr>
            <a:spLocks noGrp="1"/>
          </p:cNvSpPr>
          <p:nvPr>
            <p:ph type="title"/>
          </p:nvPr>
        </p:nvSpPr>
        <p:spPr>
          <a:xfrm>
            <a:off x="914400" y="692150"/>
            <a:ext cx="7696200" cy="649288"/>
          </a:xfrm>
        </p:spPr>
        <p:txBody>
          <a:bodyPr anchor="ctr"/>
          <a:p>
            <a:r>
              <a:rPr lang="en-US" altLang="zh-CN" sz="3200" dirty="0">
                <a:solidFill>
                  <a:srgbClr val="008000"/>
                </a:solidFill>
              </a:rPr>
              <a:t>1) </a:t>
            </a:r>
            <a:r>
              <a:rPr lang="zh-CN" altLang="en-US" sz="3200" dirty="0">
                <a:solidFill>
                  <a:srgbClr val="008000"/>
                </a:solidFill>
              </a:rPr>
              <a:t>图的概念</a:t>
            </a:r>
            <a:endParaRPr lang="zh-CN" altLang="en-US" sz="3200" dirty="0">
              <a:solidFill>
                <a:srgbClr val="008000"/>
              </a:solidFill>
            </a:endParaRPr>
          </a:p>
        </p:txBody>
      </p:sp>
      <p:sp>
        <p:nvSpPr>
          <p:cNvPr id="14338" name="矩形 122368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矩形 1223787"/>
          <p:cNvSpPr/>
          <p:nvPr/>
        </p:nvSpPr>
        <p:spPr>
          <a:xfrm>
            <a:off x="3900488" y="3994150"/>
            <a:ext cx="233362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r>
              <a: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3792" name="文本框 1223791"/>
          <p:cNvSpPr txBox="1"/>
          <p:nvPr/>
        </p:nvSpPr>
        <p:spPr>
          <a:xfrm>
            <a:off x="755650" y="1557338"/>
            <a:ext cx="79930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定义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一个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是指一个二元组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(V(G),E(G))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，其中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:                      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矩形 122379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3802" name="文本框 1223801"/>
          <p:cNvSpPr txBox="1"/>
          <p:nvPr/>
        </p:nvSpPr>
        <p:spPr>
          <a:xfrm>
            <a:off x="466725" y="2565400"/>
            <a:ext cx="439261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其中元素称为图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顶点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23852" name="组合 1223851"/>
          <p:cNvGrpSpPr/>
          <p:nvPr/>
        </p:nvGrpSpPr>
        <p:grpSpPr>
          <a:xfrm>
            <a:off x="611188" y="3414713"/>
            <a:ext cx="8137525" cy="519112"/>
            <a:chOff x="385" y="2151"/>
            <a:chExt cx="5126" cy="327"/>
          </a:xfrm>
        </p:grpSpPr>
        <p:sp>
          <p:nvSpPr>
            <p:cNvPr id="14344" name="文本框 1223804"/>
            <p:cNvSpPr txBox="1"/>
            <p:nvPr/>
          </p:nvSpPr>
          <p:spPr>
            <a:xfrm>
              <a:off x="1066" y="2151"/>
              <a:ext cx="44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组成的集合，即称为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边集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其中元素称为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边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4345" name="对象 1223809"/>
            <p:cNvGraphicFramePr/>
            <p:nvPr/>
          </p:nvGraphicFramePr>
          <p:xfrm>
            <a:off x="385" y="2160"/>
            <a:ext cx="620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977265" imgH="482600" progId="Equation.3">
                    <p:embed/>
                  </p:oleObj>
                </mc:Choice>
                <mc:Fallback>
                  <p:oleObj name="" r:id="rId1" imgW="977265" imgH="4826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5" y="2160"/>
                          <a:ext cx="620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3813" name="文本框 1223812"/>
          <p:cNvSpPr txBox="1"/>
          <p:nvPr/>
        </p:nvSpPr>
        <p:spPr>
          <a:xfrm>
            <a:off x="466725" y="4205288"/>
            <a:ext cx="74183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定义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阶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是指图的顶点数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|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V(G)|,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用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3815" name="文本框 1223814"/>
          <p:cNvSpPr txBox="1"/>
          <p:nvPr/>
        </p:nvSpPr>
        <p:spPr>
          <a:xfrm>
            <a:off x="7343775" y="4205288"/>
            <a:ext cx="18002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来表示；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23822" name="内容占位符 1223821"/>
          <p:cNvGraphicFramePr>
            <a:graphicFrameLocks noGrp="1"/>
          </p:cNvGraphicFramePr>
          <p:nvPr>
            <p:ph/>
          </p:nvPr>
        </p:nvGraphicFramePr>
        <p:xfrm>
          <a:off x="7235825" y="4365625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90500" imgH="228600" progId="Equation.3">
                  <p:embed/>
                </p:oleObj>
              </mc:Choice>
              <mc:Fallback>
                <p:oleObj name="" r:id="rId3" imgW="190500" imgH="2286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35825" y="4365625"/>
                        <a:ext cx="1905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3851" name="组合 1223850"/>
          <p:cNvGrpSpPr/>
          <p:nvPr/>
        </p:nvGrpSpPr>
        <p:grpSpPr>
          <a:xfrm>
            <a:off x="466725" y="4724400"/>
            <a:ext cx="5113338" cy="519113"/>
            <a:chOff x="294" y="2976"/>
            <a:chExt cx="3221" cy="327"/>
          </a:xfrm>
        </p:grpSpPr>
        <p:sp>
          <p:nvSpPr>
            <p:cNvPr id="14350" name="文本框 1223824"/>
            <p:cNvSpPr txBox="1"/>
            <p:nvPr/>
          </p:nvSpPr>
          <p:spPr>
            <a:xfrm>
              <a:off x="294" y="2976"/>
              <a:ext cx="23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图的边的数目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|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E(G)|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用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1" name="文本框 1223825"/>
            <p:cNvSpPr txBox="1"/>
            <p:nvPr/>
          </p:nvSpPr>
          <p:spPr>
            <a:xfrm>
              <a:off x="2608" y="2976"/>
              <a:ext cx="9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来表示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 </a:t>
              </a:r>
              <a:endParaRPr lang="en-US" altLang="zh-CN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4352" name="对象 1223828"/>
            <p:cNvGraphicFramePr/>
            <p:nvPr/>
          </p:nvGraphicFramePr>
          <p:xfrm>
            <a:off x="2509" y="3067"/>
            <a:ext cx="144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5" imgW="228600" imgH="241300" progId="Equation.3">
                    <p:embed/>
                  </p:oleObj>
                </mc:Choice>
                <mc:Fallback>
                  <p:oleObj name="" r:id="rId5" imgW="228600" imgH="2413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09" y="3067"/>
                          <a:ext cx="144" cy="1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53" name="矩形 1223840"/>
          <p:cNvSpPr/>
          <p:nvPr/>
        </p:nvSpPr>
        <p:spPr>
          <a:xfrm>
            <a:off x="0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23850" name="组合 1223849"/>
          <p:cNvGrpSpPr/>
          <p:nvPr/>
        </p:nvGrpSpPr>
        <p:grpSpPr>
          <a:xfrm>
            <a:off x="468313" y="5734050"/>
            <a:ext cx="4211637" cy="557213"/>
            <a:chOff x="295" y="3612"/>
            <a:chExt cx="2653" cy="351"/>
          </a:xfrm>
        </p:grpSpPr>
        <p:sp>
          <p:nvSpPr>
            <p:cNvPr id="14355" name="文本框 1223837"/>
            <p:cNvSpPr txBox="1"/>
            <p:nvPr/>
          </p:nvSpPr>
          <p:spPr>
            <a:xfrm>
              <a:off x="295" y="3612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也用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6" name="文本框 1223838"/>
            <p:cNvSpPr txBox="1"/>
            <p:nvPr/>
          </p:nvSpPr>
          <p:spPr>
            <a:xfrm>
              <a:off x="1247" y="3612"/>
              <a:ext cx="113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来表示边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4357" name="对象 1223839"/>
            <p:cNvGraphicFramePr/>
            <p:nvPr/>
          </p:nvGraphicFramePr>
          <p:xfrm>
            <a:off x="884" y="3657"/>
            <a:ext cx="35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7" imgW="558800" imgH="482600" progId="Equation.3">
                    <p:embed/>
                  </p:oleObj>
                </mc:Choice>
                <mc:Fallback>
                  <p:oleObj name="" r:id="rId7" imgW="558800" imgH="4826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84" y="3657"/>
                          <a:ext cx="354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8" name="对象 1223841"/>
            <p:cNvGraphicFramePr/>
            <p:nvPr/>
          </p:nvGraphicFramePr>
          <p:xfrm>
            <a:off x="2290" y="3657"/>
            <a:ext cx="65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9" imgW="1040765" imgH="482600" progId="Equation.3">
                    <p:embed/>
                  </p:oleObj>
                </mc:Choice>
                <mc:Fallback>
                  <p:oleObj name="" r:id="rId9" imgW="1040765" imgH="4826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90" y="3657"/>
                          <a:ext cx="658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3855" name="组合 1223854"/>
          <p:cNvGrpSpPr/>
          <p:nvPr/>
        </p:nvGrpSpPr>
        <p:grpSpPr>
          <a:xfrm>
            <a:off x="971550" y="2046288"/>
            <a:ext cx="8208963" cy="533400"/>
            <a:chOff x="612" y="1289"/>
            <a:chExt cx="5171" cy="336"/>
          </a:xfrm>
        </p:grpSpPr>
        <p:grpSp>
          <p:nvGrpSpPr>
            <p:cNvPr id="14360" name="组合 1223848"/>
            <p:cNvGrpSpPr/>
            <p:nvPr/>
          </p:nvGrpSpPr>
          <p:grpSpPr>
            <a:xfrm>
              <a:off x="913" y="1298"/>
              <a:ext cx="4870" cy="327"/>
              <a:chOff x="913" y="1298"/>
              <a:chExt cx="4870" cy="327"/>
            </a:xfrm>
          </p:grpSpPr>
          <p:graphicFrame>
            <p:nvGraphicFramePr>
              <p:cNvPr id="14361" name="对象 1223797"/>
              <p:cNvGraphicFramePr/>
              <p:nvPr/>
            </p:nvGraphicFramePr>
            <p:xfrm>
              <a:off x="913" y="1344"/>
              <a:ext cx="187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1" name="" r:id="rId11" imgW="2983230" imgH="431800" progId="Equation.3">
                      <p:embed/>
                    </p:oleObj>
                  </mc:Choice>
                  <mc:Fallback>
                    <p:oleObj name="" r:id="rId11" imgW="2983230" imgH="431800" progId="Equation.3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913" y="1344"/>
                            <a:ext cx="187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62" name="文本框 1223799"/>
              <p:cNvSpPr txBox="1"/>
              <p:nvPr/>
            </p:nvSpPr>
            <p:spPr>
              <a:xfrm>
                <a:off x="2698" y="1298"/>
                <a:ext cx="308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是非空有限集，称为</a:t>
                </a:r>
                <a:r>
                  <a:rPr lang="zh-CN" altLang="en-US" dirty="0">
                    <a:solidFill>
                      <a:srgbClr val="0000CC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顶</a:t>
                </a:r>
                <a:r>
                  <a:rPr lang="zh-CN" altLang="en-US" dirty="0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点集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，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363" name="文本框 1223844"/>
            <p:cNvSpPr txBox="1"/>
            <p:nvPr/>
          </p:nvSpPr>
          <p:spPr>
            <a:xfrm>
              <a:off x="612" y="1289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1)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23846" name="文本框 1223845"/>
          <p:cNvSpPr txBox="1"/>
          <p:nvPr/>
        </p:nvSpPr>
        <p:spPr>
          <a:xfrm>
            <a:off x="971550" y="2997200"/>
            <a:ext cx="785018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latin typeface="Arial" panose="020B0604020202020204" pitchFamily="34" charset="0"/>
                <a:ea typeface="宋体" panose="02010600030101010101" pitchFamily="2" charset="-122"/>
              </a:rPr>
              <a:t>2)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E(G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是顶点集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V(G)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中的无序或有序的元素偶对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23856" name="组合 1223855"/>
          <p:cNvGrpSpPr/>
          <p:nvPr/>
        </p:nvGrpSpPr>
        <p:grpSpPr>
          <a:xfrm>
            <a:off x="1042988" y="5357813"/>
            <a:ext cx="7045325" cy="573087"/>
            <a:chOff x="657" y="3375"/>
            <a:chExt cx="4438" cy="361"/>
          </a:xfrm>
        </p:grpSpPr>
        <p:graphicFrame>
          <p:nvGraphicFramePr>
            <p:cNvPr id="14366" name="对象 1223835"/>
            <p:cNvGraphicFramePr/>
            <p:nvPr/>
          </p:nvGraphicFramePr>
          <p:xfrm>
            <a:off x="4105" y="3475"/>
            <a:ext cx="99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3" imgW="1574165" imgH="393700" progId="Equation.3">
                    <p:embed/>
                  </p:oleObj>
                </mc:Choice>
                <mc:Fallback>
                  <p:oleObj name="" r:id="rId13" imgW="1574165" imgH="3937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105" y="3475"/>
                          <a:ext cx="990" cy="2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67" name="组合 1223853"/>
            <p:cNvGrpSpPr/>
            <p:nvPr/>
          </p:nvGrpSpPr>
          <p:grpSpPr>
            <a:xfrm>
              <a:off x="657" y="3375"/>
              <a:ext cx="3584" cy="361"/>
              <a:chOff x="657" y="3375"/>
              <a:chExt cx="3584" cy="361"/>
            </a:xfrm>
          </p:grpSpPr>
          <p:grpSp>
            <p:nvGrpSpPr>
              <p:cNvPr id="14368" name="组合 1223852"/>
              <p:cNvGrpSpPr/>
              <p:nvPr/>
            </p:nvGrpSpPr>
            <p:grpSpPr>
              <a:xfrm>
                <a:off x="1020" y="3409"/>
                <a:ext cx="3221" cy="327"/>
                <a:chOff x="1020" y="3409"/>
                <a:chExt cx="3221" cy="327"/>
              </a:xfrm>
            </p:grpSpPr>
            <p:graphicFrame>
              <p:nvGraphicFramePr>
                <p:cNvPr id="14369" name="对象 1223830"/>
                <p:cNvGraphicFramePr/>
                <p:nvPr/>
              </p:nvGraphicFramePr>
              <p:xfrm>
                <a:off x="1020" y="3456"/>
                <a:ext cx="1590" cy="24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4" name="" r:id="rId15" imgW="2526030" imgH="393700" progId="Equation.3">
                        <p:embed/>
                      </p:oleObj>
                    </mc:Choice>
                    <mc:Fallback>
                      <p:oleObj name="" r:id="rId15" imgW="2526030" imgH="393700" progId="Equation.3">
                        <p:embed/>
                        <p:pic>
                          <p:nvPicPr>
                            <p:cNvPr id="0" name="图片 3083"/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20" y="3456"/>
                              <a:ext cx="1590" cy="24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370" name="文本框 1223833"/>
                <p:cNvSpPr txBox="1"/>
                <p:nvPr/>
              </p:nvSpPr>
              <p:spPr>
                <a:xfrm>
                  <a:off x="2608" y="3409"/>
                  <a:ext cx="1633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表示图，</a:t>
                  </a:r>
                  <a:r>
                    <a: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简记 </a:t>
                  </a: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371" name="文本框 1223846"/>
              <p:cNvSpPr txBox="1"/>
              <p:nvPr/>
            </p:nvSpPr>
            <p:spPr>
              <a:xfrm>
                <a:off x="657" y="3375"/>
                <a:ext cx="31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用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46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3846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2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2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2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2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3682" grpId="0"/>
      <p:bldP spid="1223792" grpId="0"/>
      <p:bldP spid="1223802" grpId="0"/>
      <p:bldP spid="1223813" grpId="0"/>
      <p:bldP spid="12238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2899" name="内容占位符 1232898"/>
          <p:cNvSpPr>
            <a:spLocks noGrp="1"/>
          </p:cNvSpPr>
          <p:nvPr>
            <p:ph idx="1"/>
          </p:nvPr>
        </p:nvSpPr>
        <p:spPr>
          <a:xfrm>
            <a:off x="457200" y="4652963"/>
            <a:ext cx="8229600" cy="431800"/>
          </a:xfrm>
          <a:noFill/>
          <a:ln>
            <a:noFill/>
          </a:ln>
        </p:spPr>
        <p:txBody>
          <a:bodyPr anchor="t"/>
          <a:p>
            <a:pPr>
              <a:lnSpc>
                <a:spcPct val="80000"/>
              </a:lnSpc>
              <a:buNone/>
            </a:pPr>
            <a:r>
              <a:rPr lang="en-US" altLang="zh-CN" dirty="0"/>
              <a:t>    </a:t>
            </a:r>
            <a:r>
              <a:rPr lang="zh-CN" altLang="en-US" b="0" dirty="0">
                <a:solidFill>
                  <a:srgbClr val="008000"/>
                </a:solidFill>
                <a:ea typeface="黑体" panose="02010609060101010101" pitchFamily="2" charset="-122"/>
              </a:rPr>
              <a:t>定义</a:t>
            </a:r>
            <a:r>
              <a:rPr lang="zh-CN" altLang="en-US" dirty="0"/>
              <a:t>  若一个图的顶点集和边集都是有限集，则称</a:t>
            </a:r>
            <a:endParaRPr lang="zh-CN" altLang="en-US" dirty="0"/>
          </a:p>
        </p:txBody>
      </p:sp>
      <p:sp>
        <p:nvSpPr>
          <p:cNvPr id="1232900" name="文本框 1232899"/>
          <p:cNvSpPr txBox="1"/>
          <p:nvPr/>
        </p:nvSpPr>
        <p:spPr>
          <a:xfrm>
            <a:off x="395288" y="5372100"/>
            <a:ext cx="8424862" cy="433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80000"/>
              </a:lnSpc>
              <a:spcBef>
                <a:spcPct val="20000"/>
              </a:spcBef>
              <a:buClr>
                <a:schemeClr val="bg1"/>
              </a:buClr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其为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有限图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只有一个顶点的图称为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平凡图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，其他的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2901" name="文本框 1232900"/>
          <p:cNvSpPr txBox="1"/>
          <p:nvPr/>
        </p:nvSpPr>
        <p:spPr>
          <a:xfrm>
            <a:off x="395288" y="5949950"/>
            <a:ext cx="8424862" cy="433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80000"/>
              </a:lnSpc>
              <a:spcBef>
                <a:spcPct val="20000"/>
              </a:spcBef>
              <a:buClr>
                <a:schemeClr val="bg1"/>
              </a:buClr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所有图都称为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非平凡图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文本框 1232901"/>
          <p:cNvSpPr txBox="1"/>
          <p:nvPr/>
        </p:nvSpPr>
        <p:spPr>
          <a:xfrm>
            <a:off x="684213" y="836613"/>
            <a:ext cx="40322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32958" name="图片 12329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50" y="461963"/>
            <a:ext cx="3505200" cy="35433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32959" name="对象 1232958"/>
          <p:cNvGraphicFramePr>
            <a:graphicFrameLocks noGrp="1"/>
          </p:cNvGraphicFramePr>
          <p:nvPr/>
        </p:nvGraphicFramePr>
        <p:xfrm>
          <a:off x="914400" y="627063"/>
          <a:ext cx="4230688" cy="3890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2" imgW="4410710" imgH="4057015" progId="Word.Document.8">
                  <p:embed/>
                </p:oleObj>
              </mc:Choice>
              <mc:Fallback>
                <p:oleObj name="" r:id="rId2" imgW="4410710" imgH="4057015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27063"/>
                        <a:ext cx="4230688" cy="3890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9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289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0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2900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01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2901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289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1330" name="文本占位符 1251329"/>
          <p:cNvSpPr>
            <a:spLocks noGrp="1"/>
          </p:cNvSpPr>
          <p:nvPr>
            <p:ph type="body" sz="half" idx="1"/>
          </p:nvPr>
        </p:nvSpPr>
        <p:spPr>
          <a:xfrm>
            <a:off x="415925" y="508000"/>
            <a:ext cx="5770563" cy="503238"/>
          </a:xfrm>
          <a:prstGeom prst="rect">
            <a:avLst/>
          </a:prstGeom>
          <a:noFill/>
          <a:ln>
            <a:noFill/>
          </a:ln>
        </p:spPr>
        <p:txBody>
          <a:bodyPr anchor="t"/>
          <a:p>
            <a:pPr>
              <a:lnSpc>
                <a:spcPct val="80000"/>
              </a:lnSpc>
              <a:buNone/>
            </a:pPr>
            <a:r>
              <a:rPr lang="en-US" altLang="zh-CN" sz="1800" dirty="0"/>
              <a:t>   </a:t>
            </a:r>
            <a:r>
              <a:rPr lang="en-US" altLang="zh-CN" sz="1800" b="0" dirty="0">
                <a:latin typeface="黑体" panose="02010609060101010101" pitchFamily="2" charset="-122"/>
                <a:ea typeface="黑体" panose="02010609060101010101" pitchFamily="2" charset="-122"/>
              </a:rPr>
              <a:t>   </a:t>
            </a:r>
            <a:r>
              <a:rPr lang="zh-CN" altLang="en-US" b="0" dirty="0">
                <a:solidFill>
                  <a:srgbClr val="008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定义</a:t>
            </a:r>
            <a:r>
              <a:rPr lang="zh-CN" altLang="en-US" dirty="0">
                <a:latin typeface="宋体" panose="02010600030101010101" pitchFamily="2" charset="-122"/>
              </a:rPr>
              <a:t>若</a:t>
            </a:r>
            <a:r>
              <a:rPr lang="zh-CN" altLang="en-US" dirty="0"/>
              <a:t>图</a:t>
            </a:r>
            <a:r>
              <a:rPr lang="en-US" altLang="zh-CN" i="1"/>
              <a:t>G</a:t>
            </a:r>
            <a:r>
              <a:rPr lang="zh-CN" altLang="en-US" dirty="0"/>
              <a:t>中的边均为有序偶对</a:t>
            </a:r>
            <a:endParaRPr lang="zh-CN" altLang="en-US" dirty="0"/>
          </a:p>
        </p:txBody>
      </p:sp>
      <p:sp>
        <p:nvSpPr>
          <p:cNvPr id="1251331" name="文本框 1251330"/>
          <p:cNvSpPr txBox="1"/>
          <p:nvPr/>
        </p:nvSpPr>
        <p:spPr>
          <a:xfrm>
            <a:off x="6804025" y="461963"/>
            <a:ext cx="19685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矩形 1251331"/>
          <p:cNvSpPr/>
          <p:nvPr/>
        </p:nvSpPr>
        <p:spPr>
          <a:xfrm>
            <a:off x="0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1333" name="对象 1251332"/>
          <p:cNvGraphicFramePr/>
          <p:nvPr/>
        </p:nvGraphicFramePr>
        <p:xfrm>
          <a:off x="5940425" y="492125"/>
          <a:ext cx="9810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977265" imgH="482600" progId="Equation.3">
                  <p:embed/>
                </p:oleObj>
              </mc:Choice>
              <mc:Fallback>
                <p:oleObj name="" r:id="rId1" imgW="977265" imgH="482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40425" y="492125"/>
                        <a:ext cx="981075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1334" name="文本框 1251333"/>
          <p:cNvSpPr txBox="1"/>
          <p:nvPr/>
        </p:nvSpPr>
        <p:spPr>
          <a:xfrm>
            <a:off x="611188" y="2376488"/>
            <a:ext cx="82089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边           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无向边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连接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 和   ，顶点   和    称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矩形 1251336"/>
          <p:cNvSpPr/>
          <p:nvPr/>
        </p:nvSpPr>
        <p:spPr>
          <a:xfrm>
            <a:off x="0" y="23495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1" name="矩形 1251340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51367" name="组合 1251366"/>
          <p:cNvGrpSpPr/>
          <p:nvPr/>
        </p:nvGrpSpPr>
        <p:grpSpPr>
          <a:xfrm>
            <a:off x="611188" y="836613"/>
            <a:ext cx="8270875" cy="581025"/>
            <a:chOff x="385" y="527"/>
            <a:chExt cx="5210" cy="366"/>
          </a:xfrm>
        </p:grpSpPr>
        <p:sp>
          <p:nvSpPr>
            <p:cNvPr id="16393" name="文本框 1251334"/>
            <p:cNvSpPr txBox="1"/>
            <p:nvPr/>
          </p:nvSpPr>
          <p:spPr>
            <a:xfrm>
              <a:off x="385" y="566"/>
              <a:ext cx="13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图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.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称边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4" name="文本框 1251335"/>
            <p:cNvSpPr txBox="1"/>
            <p:nvPr/>
          </p:nvSpPr>
          <p:spPr>
            <a:xfrm>
              <a:off x="2154" y="543"/>
              <a:ext cx="20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为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有向边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或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弧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称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6395" name="对象 1251337"/>
            <p:cNvGraphicFramePr/>
            <p:nvPr/>
          </p:nvGraphicFramePr>
          <p:xfrm>
            <a:off x="1279" y="579"/>
            <a:ext cx="93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3" imgW="1485900" imgH="482600" progId="Equation.3">
                    <p:embed/>
                  </p:oleObj>
                </mc:Choice>
                <mc:Fallback>
                  <p:oleObj name="" r:id="rId3" imgW="1485900" imgH="4826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79" y="579"/>
                          <a:ext cx="936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6" name="文本框 1251338"/>
            <p:cNvSpPr txBox="1"/>
            <p:nvPr/>
          </p:nvSpPr>
          <p:spPr>
            <a:xfrm>
              <a:off x="4778" y="527"/>
              <a:ext cx="8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是从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6397" name="对象 1251339"/>
            <p:cNvGraphicFramePr/>
            <p:nvPr/>
          </p:nvGraphicFramePr>
          <p:xfrm>
            <a:off x="3923" y="566"/>
            <a:ext cx="93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5" imgW="1485900" imgH="482600" progId="Equation.3">
                    <p:embed/>
                  </p:oleObj>
                </mc:Choice>
                <mc:Fallback>
                  <p:oleObj name="" r:id="rId5" imgW="1485900" imgH="4826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23" y="566"/>
                          <a:ext cx="936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8" name="对象 1251341"/>
            <p:cNvGraphicFramePr/>
            <p:nvPr/>
          </p:nvGraphicFramePr>
          <p:xfrm>
            <a:off x="5252" y="598"/>
            <a:ext cx="1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6" imgW="266065" imgH="431165" progId="Equation.3">
                    <p:embed/>
                  </p:oleObj>
                </mc:Choice>
                <mc:Fallback>
                  <p:oleObj name="" r:id="rId6" imgW="266065" imgH="43116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252" y="598"/>
                          <a:ext cx="16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51343" name="文本框 1251342"/>
          <p:cNvSpPr txBox="1"/>
          <p:nvPr/>
        </p:nvSpPr>
        <p:spPr>
          <a:xfrm>
            <a:off x="611188" y="1341438"/>
            <a:ext cx="10080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连接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00" name="矩形 1251343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1345" name="对象 1251344"/>
          <p:cNvGraphicFramePr/>
          <p:nvPr/>
        </p:nvGraphicFramePr>
        <p:xfrm>
          <a:off x="1511300" y="1412875"/>
          <a:ext cx="3238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8" imgW="330200" imgH="482600" progId="Equation.3">
                  <p:embed/>
                </p:oleObj>
              </mc:Choice>
              <mc:Fallback>
                <p:oleObj name="" r:id="rId8" imgW="330200" imgH="4826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11300" y="1412875"/>
                        <a:ext cx="32385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1346" name="文本框 1251345"/>
          <p:cNvSpPr txBox="1"/>
          <p:nvPr/>
        </p:nvSpPr>
        <p:spPr>
          <a:xfrm>
            <a:off x="1763713" y="1341438"/>
            <a:ext cx="63373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，称   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，称   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头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03" name="矩形 1251346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1348" name="对象 1251347"/>
          <p:cNvGraphicFramePr/>
          <p:nvPr/>
        </p:nvGraphicFramePr>
        <p:xfrm>
          <a:off x="2627313" y="1384300"/>
          <a:ext cx="26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0" imgW="266065" imgH="431165" progId="Equation.3">
                  <p:embed/>
                </p:oleObj>
              </mc:Choice>
              <mc:Fallback>
                <p:oleObj name="" r:id="rId10" imgW="266065" imgH="43116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27313" y="1384300"/>
                        <a:ext cx="266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矩形 1251348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1350" name="对象 1251349"/>
          <p:cNvGraphicFramePr/>
          <p:nvPr/>
        </p:nvGraphicFramePr>
        <p:xfrm>
          <a:off x="4818063" y="1379538"/>
          <a:ext cx="330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2" imgW="330200" imgH="482600" progId="Equation.3">
                  <p:embed/>
                </p:oleObj>
              </mc:Choice>
              <mc:Fallback>
                <p:oleObj name="" r:id="rId12" imgW="330200" imgH="4826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18063" y="1379538"/>
                        <a:ext cx="3302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1351" name="文本框 1251350"/>
          <p:cNvSpPr txBox="1"/>
          <p:nvPr/>
        </p:nvSpPr>
        <p:spPr>
          <a:xfrm>
            <a:off x="466725" y="1844675"/>
            <a:ext cx="84264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中的边均为无序偶对      ，称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无向图</a:t>
            </a:r>
            <a:r>
              <a:rPr lang="en-US" altLang="zh-CN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08" name="矩形 1251351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1353" name="对象 1251352"/>
          <p:cNvGraphicFramePr/>
          <p:nvPr/>
        </p:nvGraphicFramePr>
        <p:xfrm>
          <a:off x="5294313" y="1885950"/>
          <a:ext cx="552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4" imgW="558800" imgH="482600" progId="Equation.3">
                  <p:embed/>
                </p:oleObj>
              </mc:Choice>
              <mc:Fallback>
                <p:oleObj name="" r:id="rId14" imgW="558800" imgH="4826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94313" y="1885950"/>
                        <a:ext cx="55245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1354" name="文本框 1251353"/>
          <p:cNvSpPr txBox="1"/>
          <p:nvPr/>
        </p:nvSpPr>
        <p:spPr>
          <a:xfrm>
            <a:off x="611188" y="2940050"/>
            <a:ext cx="20161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11" name="矩形 1251354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1356" name="对象 1251355"/>
          <p:cNvGraphicFramePr/>
          <p:nvPr/>
        </p:nvGraphicFramePr>
        <p:xfrm>
          <a:off x="1063625" y="2401888"/>
          <a:ext cx="1060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6" imgW="1066165" imgH="482600" progId="Equation.3">
                  <p:embed/>
                </p:oleObj>
              </mc:Choice>
              <mc:Fallback>
                <p:oleObj name="" r:id="rId16" imgW="1066165" imgH="4826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63625" y="2401888"/>
                        <a:ext cx="106045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3" name="矩形 1251356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1358" name="对象 1251357"/>
          <p:cNvGraphicFramePr/>
          <p:nvPr/>
        </p:nvGraphicFramePr>
        <p:xfrm>
          <a:off x="5170488" y="2397125"/>
          <a:ext cx="2651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8" imgW="266065" imgH="431165" progId="Equation.3">
                  <p:embed/>
                </p:oleObj>
              </mc:Choice>
              <mc:Fallback>
                <p:oleObj name="" r:id="rId18" imgW="266065" imgH="431165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70488" y="2397125"/>
                        <a:ext cx="265112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5" name="矩形 1251358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1360" name="对象 1251359"/>
          <p:cNvGraphicFramePr/>
          <p:nvPr/>
        </p:nvGraphicFramePr>
        <p:xfrm>
          <a:off x="5846763" y="2401888"/>
          <a:ext cx="3286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20" imgW="330200" imgH="482600" progId="Equation.3">
                  <p:embed/>
                </p:oleObj>
              </mc:Choice>
              <mc:Fallback>
                <p:oleObj name="" r:id="rId20" imgW="330200" imgH="4826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846763" y="2401888"/>
                        <a:ext cx="328612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1361" name="对象 1251360"/>
          <p:cNvGraphicFramePr/>
          <p:nvPr/>
        </p:nvGraphicFramePr>
        <p:xfrm>
          <a:off x="7194550" y="2374900"/>
          <a:ext cx="265113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22" imgW="266065" imgH="431165" progId="Equation.3">
                  <p:embed/>
                </p:oleObj>
              </mc:Choice>
              <mc:Fallback>
                <p:oleObj name="" r:id="rId22" imgW="266065" imgH="431165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194550" y="2374900"/>
                        <a:ext cx="265113" cy="42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1362" name="矩形 1251361"/>
          <p:cNvSpPr/>
          <p:nvPr/>
        </p:nvSpPr>
        <p:spPr>
          <a:xfrm>
            <a:off x="0" y="24733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1363" name="对象 1251362"/>
          <p:cNvGraphicFramePr/>
          <p:nvPr/>
        </p:nvGraphicFramePr>
        <p:xfrm>
          <a:off x="7829550" y="2401888"/>
          <a:ext cx="3286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24" imgW="330200" imgH="482600" progId="Equation.3">
                  <p:embed/>
                </p:oleObj>
              </mc:Choice>
              <mc:Fallback>
                <p:oleObj name="" r:id="rId24" imgW="330200" imgH="4826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829550" y="2401888"/>
                        <a:ext cx="328613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1364" name="文本框 1251363"/>
          <p:cNvSpPr txBox="1"/>
          <p:nvPr/>
        </p:nvSpPr>
        <p:spPr>
          <a:xfrm>
            <a:off x="2411413" y="2924175"/>
            <a:ext cx="77755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既有无向边又有有向边的图称为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混合图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51365" name="图片 125136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95963" y="3571875"/>
            <a:ext cx="2965450" cy="27368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51366" name="内容占位符 1251365"/>
          <p:cNvGraphicFramePr>
            <a:graphicFrameLocks noGrp="1"/>
          </p:cNvGraphicFramePr>
          <p:nvPr>
            <p:ph sz="half"/>
          </p:nvPr>
        </p:nvGraphicFramePr>
        <p:xfrm>
          <a:off x="681038" y="3800475"/>
          <a:ext cx="4589462" cy="265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27" imgW="6981190" imgH="4037330" progId="Word.Document.8">
                  <p:embed/>
                </p:oleObj>
              </mc:Choice>
              <mc:Fallback>
                <p:oleObj name="" r:id="rId27" imgW="6981190" imgH="4037330" progId="Word.Document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81038" y="3800475"/>
                        <a:ext cx="4589462" cy="2652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3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133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5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5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5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5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5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5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5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5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5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5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5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51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5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5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5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5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5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5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5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5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1330" grpId="0" build="p"/>
      <p:bldP spid="1251331" grpId="0"/>
      <p:bldP spid="1251334" grpId="0"/>
      <p:bldP spid="1251343" grpId="0"/>
      <p:bldP spid="1251346" grpId="0"/>
      <p:bldP spid="1251351" grpId="0"/>
      <p:bldP spid="1251354" grpId="0"/>
      <p:bldP spid="125136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5188" name="内容占位符 1245187"/>
          <p:cNvSpPr>
            <a:spLocks noGrp="1"/>
          </p:cNvSpPr>
          <p:nvPr>
            <p:ph idx="1"/>
          </p:nvPr>
        </p:nvSpPr>
        <p:spPr>
          <a:xfrm>
            <a:off x="457200" y="404813"/>
            <a:ext cx="2314575" cy="647700"/>
          </a:xfrm>
          <a:noFill/>
          <a:ln>
            <a:noFill/>
          </a:ln>
        </p:spPr>
        <p:txBody>
          <a:bodyPr anchor="t"/>
          <a:p>
            <a:pPr>
              <a:buNone/>
            </a:pPr>
            <a:r>
              <a:rPr lang="en-US" altLang="zh-CN" dirty="0"/>
              <a:t>    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2" charset="-122"/>
              </a:rPr>
              <a:t>常用术语</a:t>
            </a:r>
            <a:endParaRPr lang="zh-CN" altLang="en-US" dirty="0">
              <a:solidFill>
                <a:srgbClr val="008000"/>
              </a:solidFill>
              <a:ea typeface="黑体" panose="02010609060101010101" pitchFamily="2" charset="-122"/>
            </a:endParaRPr>
          </a:p>
        </p:txBody>
      </p:sp>
      <p:sp>
        <p:nvSpPr>
          <p:cNvPr id="1245191" name="文本框 1245190"/>
          <p:cNvSpPr txBox="1"/>
          <p:nvPr/>
        </p:nvSpPr>
        <p:spPr>
          <a:xfrm>
            <a:off x="611188" y="1052513"/>
            <a:ext cx="53292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1)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边和它的两端点称为互相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关联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5193" name="文本框 1245192"/>
          <p:cNvSpPr txBox="1"/>
          <p:nvPr/>
        </p:nvSpPr>
        <p:spPr>
          <a:xfrm>
            <a:off x="611188" y="1830388"/>
            <a:ext cx="51847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与同一条边关联的两个端点称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5194" name="文本框 1245193"/>
          <p:cNvSpPr txBox="1"/>
          <p:nvPr/>
        </p:nvSpPr>
        <p:spPr>
          <a:xfrm>
            <a:off x="900113" y="2333625"/>
            <a:ext cx="51117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相邻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的顶点，与同一个顶点    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45195" name="图片 12451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0" y="1109663"/>
            <a:ext cx="2808288" cy="2895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45196" name="文本框 1245195"/>
          <p:cNvSpPr txBox="1"/>
          <p:nvPr/>
        </p:nvSpPr>
        <p:spPr>
          <a:xfrm>
            <a:off x="858838" y="2838450"/>
            <a:ext cx="49688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点关联的两条边称为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相邻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 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5197" name="文本框 1245196"/>
          <p:cNvSpPr txBox="1"/>
          <p:nvPr/>
        </p:nvSpPr>
        <p:spPr>
          <a:xfrm>
            <a:off x="611188" y="3486150"/>
            <a:ext cx="52562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3)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端点重合为一点的边称为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环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5198" name="文本框 1245197"/>
          <p:cNvSpPr txBox="1"/>
          <p:nvPr/>
        </p:nvSpPr>
        <p:spPr>
          <a:xfrm>
            <a:off x="539750" y="3989388"/>
            <a:ext cx="53276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端点不相同的边称为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连杆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5199" name="文本框 1245198"/>
          <p:cNvSpPr txBox="1"/>
          <p:nvPr/>
        </p:nvSpPr>
        <p:spPr>
          <a:xfrm>
            <a:off x="609600" y="4638675"/>
            <a:ext cx="82105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4)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若一对顶点之间有两条以上的边联结，则这些边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5200" name="文本框 1245199"/>
          <p:cNvSpPr txBox="1"/>
          <p:nvPr/>
        </p:nvSpPr>
        <p:spPr>
          <a:xfrm>
            <a:off x="684213" y="5141913"/>
            <a:ext cx="44640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重边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5201" name="文本框 1245200"/>
          <p:cNvSpPr txBox="1"/>
          <p:nvPr/>
        </p:nvSpPr>
        <p:spPr>
          <a:xfrm>
            <a:off x="611188" y="5688013"/>
            <a:ext cx="79216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既没有环也没有重边的图，称为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．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18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518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5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197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5197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4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4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4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20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4520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5188" grpId="0" build="p"/>
      <p:bldP spid="1245191" grpId="0"/>
      <p:bldP spid="1245193" grpId="0"/>
      <p:bldP spid="1245194" grpId="0"/>
      <p:bldP spid="1245196" grpId="0"/>
      <p:bldP spid="1245198" grpId="0"/>
      <p:bldP spid="1245199" grpId="0"/>
      <p:bldP spid="124520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矩形 1246212"/>
          <p:cNvSpPr/>
          <p:nvPr/>
        </p:nvSpPr>
        <p:spPr>
          <a:xfrm>
            <a:off x="457200" y="404813"/>
            <a:ext cx="2314575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常用术语</a:t>
            </a:r>
            <a:endParaRPr lang="zh-CN" altLang="en-US" dirty="0">
              <a:solidFill>
                <a:srgbClr val="008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46214" name="文本框 1246213"/>
          <p:cNvSpPr txBox="1"/>
          <p:nvPr/>
        </p:nvSpPr>
        <p:spPr>
          <a:xfrm>
            <a:off x="539750" y="908050"/>
            <a:ext cx="82804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6)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任意两顶点都相邻的简单图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称为完全图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记为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i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.    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6215" name="文本框 1246214"/>
          <p:cNvSpPr txBox="1"/>
          <p:nvPr/>
        </p:nvSpPr>
        <p:spPr>
          <a:xfrm>
            <a:off x="539750" y="1493838"/>
            <a:ext cx="8280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7)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                    ，</a:t>
            </a:r>
            <a:r>
              <a:rPr lang="zh-CN" altLang="en-US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</a:t>
            </a:r>
            <a:r>
              <a: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且</a:t>
            </a: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中任意两顶点不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46220" name="对象 1246219"/>
          <p:cNvGraphicFramePr/>
          <p:nvPr/>
        </p:nvGraphicFramePr>
        <p:xfrm>
          <a:off x="1403350" y="1598613"/>
          <a:ext cx="20193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017395" imgH="405765" progId="Equation.3">
                  <p:embed/>
                </p:oleObj>
              </mc:Choice>
              <mc:Fallback>
                <p:oleObj name="" r:id="rId1" imgW="2017395" imgH="40576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03350" y="1598613"/>
                        <a:ext cx="2019300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6219" name="对象 1246218"/>
          <p:cNvGraphicFramePr/>
          <p:nvPr/>
        </p:nvGraphicFramePr>
        <p:xfrm>
          <a:off x="3563938" y="1566863"/>
          <a:ext cx="14668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459865" imgH="393700" progId="Equation.3">
                  <p:embed/>
                </p:oleObj>
              </mc:Choice>
              <mc:Fallback>
                <p:oleObj name="" r:id="rId3" imgW="1459865" imgH="3937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3938" y="1566863"/>
                        <a:ext cx="146685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矩形 1246220"/>
          <p:cNvSpPr/>
          <p:nvPr/>
        </p:nvSpPr>
        <p:spPr>
          <a:xfrm>
            <a:off x="0" y="2940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矩形 1246221"/>
          <p:cNvSpPr/>
          <p:nvPr/>
        </p:nvSpPr>
        <p:spPr>
          <a:xfrm>
            <a:off x="0" y="3140075"/>
            <a:ext cx="3365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r>
              <a:rPr lang="zh-CN" altLang="en-US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0" name="矩形 1246222"/>
          <p:cNvSpPr/>
          <p:nvPr/>
        </p:nvSpPr>
        <p:spPr>
          <a:xfrm>
            <a:off x="0" y="3614738"/>
            <a:ext cx="233363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r>
              <a: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6225" name="文本框 1246224"/>
          <p:cNvSpPr txBox="1"/>
          <p:nvPr/>
        </p:nvSpPr>
        <p:spPr>
          <a:xfrm>
            <a:off x="611188" y="1916113"/>
            <a:ext cx="82089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相邻，</a:t>
            </a: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中任意两顶点不相邻，则称为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二部图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6226" name="文本框 1246225"/>
          <p:cNvSpPr txBox="1"/>
          <p:nvPr/>
        </p:nvSpPr>
        <p:spPr>
          <a:xfrm>
            <a:off x="539750" y="2297113"/>
            <a:ext cx="86042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偶图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；若</a:t>
            </a: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中每一顶点皆与</a:t>
            </a: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中一切顶点相邻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6227" name="文本框 1246226"/>
          <p:cNvSpPr txBox="1"/>
          <p:nvPr/>
        </p:nvSpPr>
        <p:spPr>
          <a:xfrm>
            <a:off x="827088" y="2693988"/>
            <a:ext cx="77644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完全二部图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完全偶图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记为  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0" i="1" err="1">
                <a:latin typeface="Times New Roman" panose="02020603050405020304" pitchFamily="18" charset="0"/>
                <a:ea typeface="宋体" panose="02010600030101010101" pitchFamily="2" charset="-122"/>
              </a:rPr>
              <a:t>m=|X|,n</a:t>
            </a: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=|Y|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4" name="矩形 1246228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46228" name="对象 1246227"/>
          <p:cNvGraphicFramePr/>
          <p:nvPr/>
        </p:nvGraphicFramePr>
        <p:xfrm>
          <a:off x="5292725" y="2740025"/>
          <a:ext cx="70485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" imgW="711200" imgH="469900" progId="Equation.3">
                  <p:embed/>
                </p:oleObj>
              </mc:Choice>
              <mc:Fallback>
                <p:oleObj name="" r:id="rId5" imgW="711200" imgH="4699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92725" y="2740025"/>
                        <a:ext cx="704850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6230" name="文本框 1246229"/>
          <p:cNvSpPr txBox="1"/>
          <p:nvPr/>
        </p:nvSpPr>
        <p:spPr>
          <a:xfrm>
            <a:off x="611188" y="3243263"/>
            <a:ext cx="63373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8)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       叫做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星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46231" name="对象 1246230"/>
          <p:cNvGraphicFramePr/>
          <p:nvPr/>
        </p:nvGraphicFramePr>
        <p:xfrm>
          <a:off x="1474788" y="3295650"/>
          <a:ext cx="5905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7" imgW="596900" imgH="469900" progId="Equation.3">
                  <p:embed/>
                </p:oleObj>
              </mc:Choice>
              <mc:Fallback>
                <p:oleObj name="" r:id="rId7" imgW="596900" imgH="4699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4788" y="3295650"/>
                        <a:ext cx="59055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矩形 1246246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9" name="矩形 1246263"/>
          <p:cNvSpPr/>
          <p:nvPr/>
        </p:nvSpPr>
        <p:spPr>
          <a:xfrm>
            <a:off x="0" y="32813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50" name="矩形 1246265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51" name="矩形 1246267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52" name="矩形 1246269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53" name="矩形 1246271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54" name="矩形 1246273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55" name="矩形 1246275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56" name="矩形 1246277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57" name="矩形 1246279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46316" name="组合 1246315"/>
          <p:cNvGrpSpPr/>
          <p:nvPr/>
        </p:nvGrpSpPr>
        <p:grpSpPr>
          <a:xfrm>
            <a:off x="2195513" y="3789363"/>
            <a:ext cx="2160587" cy="2679700"/>
            <a:chOff x="1383" y="2387"/>
            <a:chExt cx="1361" cy="1688"/>
          </a:xfrm>
        </p:grpSpPr>
        <p:grpSp>
          <p:nvGrpSpPr>
            <p:cNvPr id="18459" name="组合 1246283"/>
            <p:cNvGrpSpPr/>
            <p:nvPr/>
          </p:nvGrpSpPr>
          <p:grpSpPr>
            <a:xfrm>
              <a:off x="1383" y="2387"/>
              <a:ext cx="1344" cy="1402"/>
              <a:chOff x="1383" y="2387"/>
              <a:chExt cx="1344" cy="1402"/>
            </a:xfrm>
          </p:grpSpPr>
          <p:grpSp>
            <p:nvGrpSpPr>
              <p:cNvPr id="18460" name="组合 1246259"/>
              <p:cNvGrpSpPr/>
              <p:nvPr/>
            </p:nvGrpSpPr>
            <p:grpSpPr>
              <a:xfrm>
                <a:off x="1701" y="2659"/>
                <a:ext cx="952" cy="862"/>
                <a:chOff x="1701" y="2614"/>
                <a:chExt cx="952" cy="862"/>
              </a:xfrm>
            </p:grpSpPr>
            <p:sp>
              <p:nvSpPr>
                <p:cNvPr id="18461" name="直接连接符 1246252"/>
                <p:cNvSpPr/>
                <p:nvPr/>
              </p:nvSpPr>
              <p:spPr>
                <a:xfrm flipH="1">
                  <a:off x="1701" y="2614"/>
                  <a:ext cx="408" cy="86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18462" name="直接连接符 1246254"/>
                <p:cNvSpPr/>
                <p:nvPr/>
              </p:nvSpPr>
              <p:spPr>
                <a:xfrm>
                  <a:off x="2109" y="2614"/>
                  <a:ext cx="544" cy="86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18463" name="直接连接符 1246255"/>
                <p:cNvSpPr/>
                <p:nvPr/>
              </p:nvSpPr>
              <p:spPr>
                <a:xfrm>
                  <a:off x="1882" y="2614"/>
                  <a:ext cx="409" cy="86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18464" name="直接连接符 1246256"/>
                <p:cNvSpPr/>
                <p:nvPr/>
              </p:nvSpPr>
              <p:spPr>
                <a:xfrm flipH="1">
                  <a:off x="1973" y="2614"/>
                  <a:ext cx="408" cy="86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18465" name="直接连接符 1246257"/>
                <p:cNvSpPr/>
                <p:nvPr/>
              </p:nvSpPr>
              <p:spPr>
                <a:xfrm>
                  <a:off x="2381" y="2614"/>
                  <a:ext cx="272" cy="86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466" name="直接连接符 1246258"/>
                <p:cNvSpPr/>
                <p:nvPr/>
              </p:nvSpPr>
              <p:spPr>
                <a:xfrm>
                  <a:off x="1882" y="2614"/>
                  <a:ext cx="91" cy="86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aphicFrame>
            <p:nvGraphicFramePr>
              <p:cNvPr id="18467" name="对象 1246262"/>
              <p:cNvGraphicFramePr/>
              <p:nvPr/>
            </p:nvGraphicFramePr>
            <p:xfrm>
              <a:off x="1479" y="2432"/>
              <a:ext cx="296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8" name="" r:id="rId9" imgW="469265" imgH="304800" progId="Equation.3">
                      <p:embed/>
                    </p:oleObj>
                  </mc:Choice>
                  <mc:Fallback>
                    <p:oleObj name="" r:id="rId9" imgW="469265" imgH="304800" progId="Equation.3">
                      <p:embed/>
                      <p:pic>
                        <p:nvPicPr>
                          <p:cNvPr id="0" name="图片 3077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479" y="2432"/>
                            <a:ext cx="296" cy="19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68" name="对象 1246264"/>
              <p:cNvGraphicFramePr/>
              <p:nvPr/>
            </p:nvGraphicFramePr>
            <p:xfrm>
              <a:off x="1791" y="2387"/>
              <a:ext cx="186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" name="" r:id="rId11" imgW="292100" imgH="419100" progId="Equation.3">
                      <p:embed/>
                    </p:oleObj>
                  </mc:Choice>
                  <mc:Fallback>
                    <p:oleObj name="" r:id="rId11" imgW="292100" imgH="419100" progId="Equation.3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791" y="2387"/>
                            <a:ext cx="186" cy="2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69" name="对象 1246266"/>
              <p:cNvGraphicFramePr/>
              <p:nvPr/>
            </p:nvGraphicFramePr>
            <p:xfrm>
              <a:off x="2057" y="2387"/>
              <a:ext cx="218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0" name="" r:id="rId13" imgW="342900" imgH="419100" progId="Equation.3">
                      <p:embed/>
                    </p:oleObj>
                  </mc:Choice>
                  <mc:Fallback>
                    <p:oleObj name="" r:id="rId13" imgW="342900" imgH="419100" progId="Equation.3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057" y="2387"/>
                            <a:ext cx="218" cy="2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70" name="对象 1246268"/>
              <p:cNvGraphicFramePr/>
              <p:nvPr/>
            </p:nvGraphicFramePr>
            <p:xfrm>
              <a:off x="2357" y="2387"/>
              <a:ext cx="21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1" name="" r:id="rId15" imgW="330200" imgH="431800" progId="Equation.3">
                      <p:embed/>
                    </p:oleObj>
                  </mc:Choice>
                  <mc:Fallback>
                    <p:oleObj name="" r:id="rId15" imgW="330200" imgH="431800" progId="Equation.3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357" y="2387"/>
                            <a:ext cx="21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71" name="对象 1246270"/>
              <p:cNvGraphicFramePr/>
              <p:nvPr/>
            </p:nvGraphicFramePr>
            <p:xfrm>
              <a:off x="1383" y="3566"/>
              <a:ext cx="24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2" name="" r:id="rId17" imgW="380365" imgH="304800" progId="Equation.3">
                      <p:embed/>
                    </p:oleObj>
                  </mc:Choice>
                  <mc:Fallback>
                    <p:oleObj name="" r:id="rId17" imgW="380365" imgH="304800" progId="Equation.3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383" y="3566"/>
                            <a:ext cx="242" cy="1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72" name="对象 1246272"/>
              <p:cNvGraphicFramePr/>
              <p:nvPr/>
            </p:nvGraphicFramePr>
            <p:xfrm>
              <a:off x="1635" y="3499"/>
              <a:ext cx="202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" name="" r:id="rId19" imgW="317500" imgH="418465" progId="Equation.3">
                      <p:embed/>
                    </p:oleObj>
                  </mc:Choice>
                  <mc:Fallback>
                    <p:oleObj name="" r:id="rId19" imgW="317500" imgH="418465" progId="Equation.3">
                      <p:embed/>
                      <p:pic>
                        <p:nvPicPr>
                          <p:cNvPr id="0" name="图片 3082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1635" y="3499"/>
                            <a:ext cx="202" cy="2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73" name="对象 1246274"/>
              <p:cNvGraphicFramePr/>
              <p:nvPr/>
            </p:nvGraphicFramePr>
            <p:xfrm>
              <a:off x="1903" y="3521"/>
              <a:ext cx="234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0" name="" r:id="rId21" imgW="368300" imgH="419100" progId="Equation.3">
                      <p:embed/>
                    </p:oleObj>
                  </mc:Choice>
                  <mc:Fallback>
                    <p:oleObj name="" r:id="rId21" imgW="368300" imgH="419100" progId="Equation.3">
                      <p:embed/>
                      <p:pic>
                        <p:nvPicPr>
                          <p:cNvPr id="0" name="图片 3099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1903" y="3521"/>
                            <a:ext cx="234" cy="2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74" name="对象 1246276"/>
              <p:cNvGraphicFramePr/>
              <p:nvPr/>
            </p:nvGraphicFramePr>
            <p:xfrm>
              <a:off x="2184" y="3517"/>
              <a:ext cx="218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2" name="" r:id="rId23" imgW="342900" imgH="431800" progId="Equation.3">
                      <p:embed/>
                    </p:oleObj>
                  </mc:Choice>
                  <mc:Fallback>
                    <p:oleObj name="" r:id="rId23" imgW="342900" imgH="431800" progId="Equation.3">
                      <p:embed/>
                      <p:pic>
                        <p:nvPicPr>
                          <p:cNvPr id="0" name="图片 3101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2184" y="3517"/>
                            <a:ext cx="218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75" name="对象 1246278"/>
              <p:cNvGraphicFramePr/>
              <p:nvPr/>
            </p:nvGraphicFramePr>
            <p:xfrm>
              <a:off x="2493" y="3521"/>
              <a:ext cx="234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4" name="" r:id="rId25" imgW="368300" imgH="419100" progId="Equation.3">
                      <p:embed/>
                    </p:oleObj>
                  </mc:Choice>
                  <mc:Fallback>
                    <p:oleObj name="" r:id="rId25" imgW="368300" imgH="419100" progId="Equation.3">
                      <p:embed/>
                      <p:pic>
                        <p:nvPicPr>
                          <p:cNvPr id="0" name="图片 3103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2493" y="3521"/>
                            <a:ext cx="234" cy="2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476" name="文本框 1246280"/>
            <p:cNvSpPr txBox="1"/>
            <p:nvPr/>
          </p:nvSpPr>
          <p:spPr>
            <a:xfrm>
              <a:off x="1701" y="3748"/>
              <a:ext cx="104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二部图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46328" name="组合 1246327"/>
          <p:cNvGrpSpPr/>
          <p:nvPr/>
        </p:nvGrpSpPr>
        <p:grpSpPr>
          <a:xfrm>
            <a:off x="611188" y="4076700"/>
            <a:ext cx="1800225" cy="2447925"/>
            <a:chOff x="385" y="2568"/>
            <a:chExt cx="1134" cy="1542"/>
          </a:xfrm>
        </p:grpSpPr>
        <p:sp>
          <p:nvSpPr>
            <p:cNvPr id="18478" name="直接连接符 1246239"/>
            <p:cNvSpPr/>
            <p:nvPr/>
          </p:nvSpPr>
          <p:spPr>
            <a:xfrm>
              <a:off x="1247" y="2568"/>
              <a:ext cx="0" cy="10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8479" name="组合 1246326"/>
            <p:cNvGrpSpPr/>
            <p:nvPr/>
          </p:nvGrpSpPr>
          <p:grpSpPr>
            <a:xfrm>
              <a:off x="385" y="2568"/>
              <a:ext cx="1134" cy="1542"/>
              <a:chOff x="385" y="2568"/>
              <a:chExt cx="1134" cy="1542"/>
            </a:xfrm>
          </p:grpSpPr>
          <p:graphicFrame>
            <p:nvGraphicFramePr>
              <p:cNvPr id="18480" name="对象 1246245"/>
              <p:cNvGraphicFramePr/>
              <p:nvPr/>
            </p:nvGraphicFramePr>
            <p:xfrm>
              <a:off x="699" y="3838"/>
              <a:ext cx="27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1" name="" r:id="rId27" imgW="431800" imgH="431800" progId="Equation.3">
                      <p:embed/>
                    </p:oleObj>
                  </mc:Choice>
                  <mc:Fallback>
                    <p:oleObj name="" r:id="rId27" imgW="431800" imgH="431800" progId="Equation.3">
                      <p:embed/>
                      <p:pic>
                        <p:nvPicPr>
                          <p:cNvPr id="0" name="图片 3100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699" y="3838"/>
                            <a:ext cx="27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81" name="直接连接符 1246237"/>
              <p:cNvSpPr/>
              <p:nvPr/>
            </p:nvSpPr>
            <p:spPr>
              <a:xfrm>
                <a:off x="657" y="2568"/>
                <a:ext cx="0" cy="10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82" name="直接连接符 1246235"/>
              <p:cNvSpPr/>
              <p:nvPr/>
            </p:nvSpPr>
            <p:spPr>
              <a:xfrm flipV="1">
                <a:off x="657" y="2568"/>
                <a:ext cx="590" cy="10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83" name="直接连接符 1246242"/>
              <p:cNvSpPr/>
              <p:nvPr/>
            </p:nvSpPr>
            <p:spPr>
              <a:xfrm flipH="1">
                <a:off x="670" y="3099"/>
                <a:ext cx="816" cy="49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8484" name="组合 1246282"/>
              <p:cNvGrpSpPr/>
              <p:nvPr/>
            </p:nvGrpSpPr>
            <p:grpSpPr>
              <a:xfrm>
                <a:off x="385" y="2568"/>
                <a:ext cx="1134" cy="1050"/>
                <a:chOff x="385" y="2568"/>
                <a:chExt cx="1134" cy="1050"/>
              </a:xfrm>
            </p:grpSpPr>
            <p:sp>
              <p:nvSpPr>
                <p:cNvPr id="18485" name="直接连接符 1246238"/>
                <p:cNvSpPr/>
                <p:nvPr/>
              </p:nvSpPr>
              <p:spPr>
                <a:xfrm>
                  <a:off x="657" y="2568"/>
                  <a:ext cx="862" cy="54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18486" name="组合 1246281"/>
                <p:cNvGrpSpPr/>
                <p:nvPr/>
              </p:nvGrpSpPr>
              <p:grpSpPr>
                <a:xfrm>
                  <a:off x="385" y="2568"/>
                  <a:ext cx="1134" cy="1050"/>
                  <a:chOff x="385" y="2568"/>
                  <a:chExt cx="1134" cy="1050"/>
                </a:xfrm>
              </p:grpSpPr>
              <p:sp>
                <p:nvSpPr>
                  <p:cNvPr id="18487" name="六边形 1246233"/>
                  <p:cNvSpPr/>
                  <p:nvPr/>
                </p:nvSpPr>
                <p:spPr>
                  <a:xfrm>
                    <a:off x="385" y="2568"/>
                    <a:ext cx="1134" cy="1043"/>
                  </a:xfrm>
                  <a:prstGeom prst="hexagon">
                    <a:avLst>
                      <a:gd name="adj" fmla="val 27181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8488" name="直接连接符 1246234"/>
                  <p:cNvSpPr/>
                  <p:nvPr/>
                </p:nvSpPr>
                <p:spPr>
                  <a:xfrm>
                    <a:off x="657" y="2568"/>
                    <a:ext cx="590" cy="1044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8489" name="直接连接符 1246236"/>
                  <p:cNvSpPr/>
                  <p:nvPr/>
                </p:nvSpPr>
                <p:spPr>
                  <a:xfrm>
                    <a:off x="385" y="3093"/>
                    <a:ext cx="113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8490" name="直接连接符 1246241"/>
                  <p:cNvSpPr/>
                  <p:nvPr/>
                </p:nvSpPr>
                <p:spPr>
                  <a:xfrm flipV="1">
                    <a:off x="385" y="2568"/>
                    <a:ext cx="862" cy="519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8491" name="直接连接符 1246244"/>
                  <p:cNvSpPr/>
                  <p:nvPr/>
                </p:nvSpPr>
                <p:spPr>
                  <a:xfrm>
                    <a:off x="385" y="3073"/>
                    <a:ext cx="862" cy="545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</p:grpSp>
      </p:grpSp>
      <p:grpSp>
        <p:nvGrpSpPr>
          <p:cNvPr id="1246325" name="组合 1246324"/>
          <p:cNvGrpSpPr/>
          <p:nvPr/>
        </p:nvGrpSpPr>
        <p:grpSpPr>
          <a:xfrm>
            <a:off x="4454525" y="3795713"/>
            <a:ext cx="2133600" cy="2225675"/>
            <a:chOff x="2806" y="2391"/>
            <a:chExt cx="1344" cy="1402"/>
          </a:xfrm>
        </p:grpSpPr>
        <p:sp>
          <p:nvSpPr>
            <p:cNvPr id="18493" name="直接连接符 1246303"/>
            <p:cNvSpPr/>
            <p:nvPr/>
          </p:nvSpPr>
          <p:spPr>
            <a:xfrm>
              <a:off x="3288" y="2659"/>
              <a:ext cx="771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8494" name="组合 1246309"/>
            <p:cNvGrpSpPr/>
            <p:nvPr/>
          </p:nvGrpSpPr>
          <p:grpSpPr>
            <a:xfrm>
              <a:off x="2806" y="2391"/>
              <a:ext cx="1344" cy="1402"/>
              <a:chOff x="2789" y="2391"/>
              <a:chExt cx="1344" cy="1402"/>
            </a:xfrm>
          </p:grpSpPr>
          <p:grpSp>
            <p:nvGrpSpPr>
              <p:cNvPr id="18495" name="组合 1246308"/>
              <p:cNvGrpSpPr/>
              <p:nvPr/>
            </p:nvGrpSpPr>
            <p:grpSpPr>
              <a:xfrm>
                <a:off x="2789" y="2391"/>
                <a:ext cx="1344" cy="1402"/>
                <a:chOff x="2789" y="2391"/>
                <a:chExt cx="1344" cy="1402"/>
              </a:xfrm>
            </p:grpSpPr>
            <p:grpSp>
              <p:nvGrpSpPr>
                <p:cNvPr id="18496" name="组合 1246284"/>
                <p:cNvGrpSpPr/>
                <p:nvPr/>
              </p:nvGrpSpPr>
              <p:grpSpPr>
                <a:xfrm>
                  <a:off x="2789" y="2391"/>
                  <a:ext cx="1344" cy="1402"/>
                  <a:chOff x="1383" y="2387"/>
                  <a:chExt cx="1344" cy="1402"/>
                </a:xfrm>
              </p:grpSpPr>
              <p:grpSp>
                <p:nvGrpSpPr>
                  <p:cNvPr id="18497" name="组合 1246285"/>
                  <p:cNvGrpSpPr/>
                  <p:nvPr/>
                </p:nvGrpSpPr>
                <p:grpSpPr>
                  <a:xfrm>
                    <a:off x="1701" y="2659"/>
                    <a:ext cx="952" cy="862"/>
                    <a:chOff x="1701" y="2614"/>
                    <a:chExt cx="952" cy="862"/>
                  </a:xfrm>
                </p:grpSpPr>
                <p:sp>
                  <p:nvSpPr>
                    <p:cNvPr id="18498" name="直接连接符 1246286"/>
                    <p:cNvSpPr/>
                    <p:nvPr/>
                  </p:nvSpPr>
                  <p:spPr>
                    <a:xfrm flipH="1">
                      <a:off x="1701" y="2614"/>
                      <a:ext cx="408" cy="86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oval" w="med" len="med"/>
                      <a:tailEnd type="oval" w="med" len="med"/>
                    </a:ln>
                  </p:spPr>
                </p:sp>
                <p:sp>
                  <p:nvSpPr>
                    <p:cNvPr id="18499" name="直接连接符 1246287"/>
                    <p:cNvSpPr/>
                    <p:nvPr/>
                  </p:nvSpPr>
                  <p:spPr>
                    <a:xfrm>
                      <a:off x="2109" y="2614"/>
                      <a:ext cx="544" cy="86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med" len="med"/>
                    </a:ln>
                  </p:spPr>
                </p:sp>
                <p:sp>
                  <p:nvSpPr>
                    <p:cNvPr id="18500" name="直接连接符 1246288"/>
                    <p:cNvSpPr/>
                    <p:nvPr/>
                  </p:nvSpPr>
                  <p:spPr>
                    <a:xfrm>
                      <a:off x="1882" y="2614"/>
                      <a:ext cx="409" cy="86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oval" w="med" len="med"/>
                      <a:tailEnd type="oval" w="med" len="med"/>
                    </a:ln>
                  </p:spPr>
                </p:sp>
                <p:sp>
                  <p:nvSpPr>
                    <p:cNvPr id="18501" name="直接连接符 1246289"/>
                    <p:cNvSpPr/>
                    <p:nvPr/>
                  </p:nvSpPr>
                  <p:spPr>
                    <a:xfrm flipH="1">
                      <a:off x="1973" y="2614"/>
                      <a:ext cx="408" cy="86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oval" w="med" len="med"/>
                      <a:tailEnd type="oval" w="med" len="med"/>
                    </a:ln>
                  </p:spPr>
                </p:sp>
                <p:sp>
                  <p:nvSpPr>
                    <p:cNvPr id="18502" name="直接连接符 1246290"/>
                    <p:cNvSpPr/>
                    <p:nvPr/>
                  </p:nvSpPr>
                  <p:spPr>
                    <a:xfrm>
                      <a:off x="2381" y="2614"/>
                      <a:ext cx="272" cy="862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8503" name="直接连接符 1246291"/>
                    <p:cNvSpPr/>
                    <p:nvPr/>
                  </p:nvSpPr>
                  <p:spPr>
                    <a:xfrm>
                      <a:off x="1882" y="2614"/>
                      <a:ext cx="91" cy="86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aphicFrame>
                <p:nvGraphicFramePr>
                  <p:cNvPr id="18504" name="对象 1246292"/>
                  <p:cNvGraphicFramePr/>
                  <p:nvPr/>
                </p:nvGraphicFramePr>
                <p:xfrm>
                  <a:off x="1479" y="2432"/>
                  <a:ext cx="296" cy="19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03" name="" r:id="rId29" imgW="469265" imgH="304800" progId="Equation.3">
                          <p:embed/>
                        </p:oleObj>
                      </mc:Choice>
                      <mc:Fallback>
                        <p:oleObj name="" r:id="rId29" imgW="469265" imgH="304800" progId="Equation.3">
                          <p:embed/>
                          <p:pic>
                            <p:nvPicPr>
                              <p:cNvPr id="0" name="图片 3102"/>
                              <p:cNvPicPr/>
                              <p:nvPr/>
                            </p:nvPicPr>
                            <p:blipFill>
                              <a:blip r:embed="rId1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479" y="2432"/>
                                <a:ext cx="296" cy="19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505" name="对象 1246293"/>
                  <p:cNvGraphicFramePr/>
                  <p:nvPr/>
                </p:nvGraphicFramePr>
                <p:xfrm>
                  <a:off x="1791" y="2387"/>
                  <a:ext cx="186" cy="26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05" name="" r:id="rId30" imgW="292100" imgH="419100" progId="Equation.3">
                          <p:embed/>
                        </p:oleObj>
                      </mc:Choice>
                      <mc:Fallback>
                        <p:oleObj name="" r:id="rId30" imgW="292100" imgH="419100" progId="Equation.3">
                          <p:embed/>
                          <p:pic>
                            <p:nvPicPr>
                              <p:cNvPr id="0" name="图片 3104"/>
                              <p:cNvPicPr/>
                              <p:nvPr/>
                            </p:nvPicPr>
                            <p:blipFill>
                              <a:blip r:embed="rId31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791" y="2387"/>
                                <a:ext cx="186" cy="26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506" name="对象 1246294"/>
                  <p:cNvGraphicFramePr/>
                  <p:nvPr/>
                </p:nvGraphicFramePr>
                <p:xfrm>
                  <a:off x="2057" y="2387"/>
                  <a:ext cx="218" cy="26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097" name="" r:id="rId32" imgW="342900" imgH="419100" progId="Equation.3">
                          <p:embed/>
                        </p:oleObj>
                      </mc:Choice>
                      <mc:Fallback>
                        <p:oleObj name="" r:id="rId32" imgW="342900" imgH="419100" progId="Equation.3">
                          <p:embed/>
                          <p:pic>
                            <p:nvPicPr>
                              <p:cNvPr id="0" name="图片 3096"/>
                              <p:cNvPicPr/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057" y="2387"/>
                                <a:ext cx="218" cy="26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507" name="对象 1246295"/>
                  <p:cNvGraphicFramePr/>
                  <p:nvPr/>
                </p:nvGraphicFramePr>
                <p:xfrm>
                  <a:off x="2357" y="2387"/>
                  <a:ext cx="211" cy="2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098" name="" r:id="rId33" imgW="330200" imgH="431800" progId="Equation.3">
                          <p:embed/>
                        </p:oleObj>
                      </mc:Choice>
                      <mc:Fallback>
                        <p:oleObj name="" r:id="rId33" imgW="330200" imgH="431800" progId="Equation.3">
                          <p:embed/>
                          <p:pic>
                            <p:nvPicPr>
                              <p:cNvPr id="0" name="图片 3097"/>
                              <p:cNvPicPr/>
                              <p:nvPr/>
                            </p:nvPicPr>
                            <p:blipFill>
                              <a:blip r:embed="rId1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357" y="2387"/>
                                <a:ext cx="211" cy="27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508" name="对象 1246296"/>
                  <p:cNvGraphicFramePr/>
                  <p:nvPr/>
                </p:nvGraphicFramePr>
                <p:xfrm>
                  <a:off x="1383" y="3566"/>
                  <a:ext cx="242" cy="1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099" name="" r:id="rId34" imgW="380365" imgH="304800" progId="Equation.3">
                          <p:embed/>
                        </p:oleObj>
                      </mc:Choice>
                      <mc:Fallback>
                        <p:oleObj name="" r:id="rId34" imgW="380365" imgH="304800" progId="Equation.3">
                          <p:embed/>
                          <p:pic>
                            <p:nvPicPr>
                              <p:cNvPr id="0" name="图片 3098"/>
                              <p:cNvPicPr/>
                              <p:nvPr/>
                            </p:nvPicPr>
                            <p:blipFill>
                              <a:blip r:embed="rId1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383" y="3566"/>
                                <a:ext cx="242" cy="19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509" name="对象 1246297"/>
                  <p:cNvGraphicFramePr/>
                  <p:nvPr/>
                </p:nvGraphicFramePr>
                <p:xfrm>
                  <a:off x="1635" y="3499"/>
                  <a:ext cx="202" cy="26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096" name="" r:id="rId35" imgW="317500" imgH="418465" progId="Equation.3">
                          <p:embed/>
                        </p:oleObj>
                      </mc:Choice>
                      <mc:Fallback>
                        <p:oleObj name="" r:id="rId35" imgW="317500" imgH="418465" progId="Equation.3">
                          <p:embed/>
                          <p:pic>
                            <p:nvPicPr>
                              <p:cNvPr id="0" name="图片 3095"/>
                              <p:cNvPicPr/>
                              <p:nvPr/>
                            </p:nvPicPr>
                            <p:blipFill>
                              <a:blip r:embed="rId2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635" y="3499"/>
                                <a:ext cx="202" cy="26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510" name="对象 1246298"/>
                  <p:cNvGraphicFramePr/>
                  <p:nvPr/>
                </p:nvGraphicFramePr>
                <p:xfrm>
                  <a:off x="1903" y="3521"/>
                  <a:ext cx="234" cy="26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093" name="" r:id="rId36" imgW="368300" imgH="419100" progId="Equation.3">
                          <p:embed/>
                        </p:oleObj>
                      </mc:Choice>
                      <mc:Fallback>
                        <p:oleObj name="" r:id="rId36" imgW="368300" imgH="419100" progId="Equation.3">
                          <p:embed/>
                          <p:pic>
                            <p:nvPicPr>
                              <p:cNvPr id="0" name="图片 3092"/>
                              <p:cNvPicPr/>
                              <p:nvPr/>
                            </p:nvPicPr>
                            <p:blipFill>
                              <a:blip r:embed="rId2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903" y="3521"/>
                                <a:ext cx="234" cy="26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511" name="对象 1246299"/>
                  <p:cNvGraphicFramePr/>
                  <p:nvPr/>
                </p:nvGraphicFramePr>
                <p:xfrm>
                  <a:off x="2184" y="3517"/>
                  <a:ext cx="218" cy="2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089" name="" r:id="rId37" imgW="342900" imgH="431800" progId="Equation.3">
                          <p:embed/>
                        </p:oleObj>
                      </mc:Choice>
                      <mc:Fallback>
                        <p:oleObj name="" r:id="rId37" imgW="342900" imgH="431800" progId="Equation.3">
                          <p:embed/>
                          <p:pic>
                            <p:nvPicPr>
                              <p:cNvPr id="0" name="图片 3088"/>
                              <p:cNvPicPr/>
                              <p:nvPr/>
                            </p:nvPicPr>
                            <p:blipFill>
                              <a:blip r:embed="rId2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184" y="3517"/>
                                <a:ext cx="218" cy="27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512" name="对象 1246300"/>
                  <p:cNvGraphicFramePr/>
                  <p:nvPr/>
                </p:nvGraphicFramePr>
                <p:xfrm>
                  <a:off x="2493" y="3521"/>
                  <a:ext cx="234" cy="26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088" name="" r:id="rId38" imgW="368300" imgH="419100" progId="Equation.3">
                          <p:embed/>
                        </p:oleObj>
                      </mc:Choice>
                      <mc:Fallback>
                        <p:oleObj name="" r:id="rId38" imgW="368300" imgH="419100" progId="Equation.3">
                          <p:embed/>
                          <p:pic>
                            <p:nvPicPr>
                              <p:cNvPr id="0" name="图片 3087"/>
                              <p:cNvPicPr/>
                              <p:nvPr/>
                            </p:nvPicPr>
                            <p:blipFill>
                              <a:blip r:embed="rId2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493" y="3521"/>
                                <a:ext cx="234" cy="26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18513" name="直接连接符 1246302"/>
                <p:cNvSpPr/>
                <p:nvPr/>
              </p:nvSpPr>
              <p:spPr>
                <a:xfrm flipH="1">
                  <a:off x="3106" y="2659"/>
                  <a:ext cx="182" cy="86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514" name="直接连接符 1246304"/>
                <p:cNvSpPr/>
                <p:nvPr/>
              </p:nvSpPr>
              <p:spPr>
                <a:xfrm flipH="1">
                  <a:off x="3379" y="2704"/>
                  <a:ext cx="136" cy="81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515" name="直接连接符 1246305"/>
                <p:cNvSpPr/>
                <p:nvPr/>
              </p:nvSpPr>
              <p:spPr>
                <a:xfrm flipH="1">
                  <a:off x="3107" y="2659"/>
                  <a:ext cx="680" cy="86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516" name="直接连接符 1246306"/>
                <p:cNvSpPr/>
                <p:nvPr/>
              </p:nvSpPr>
              <p:spPr>
                <a:xfrm flipH="1">
                  <a:off x="3696" y="2671"/>
                  <a:ext cx="91" cy="81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8517" name="直接连接符 1246307"/>
              <p:cNvSpPr/>
              <p:nvPr/>
            </p:nvSpPr>
            <p:spPr>
              <a:xfrm>
                <a:off x="3515" y="2659"/>
                <a:ext cx="181" cy="8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46324" name="组合 1246323"/>
          <p:cNvGrpSpPr/>
          <p:nvPr/>
        </p:nvGrpSpPr>
        <p:grpSpPr>
          <a:xfrm>
            <a:off x="7019925" y="3933825"/>
            <a:ext cx="1512888" cy="1368425"/>
            <a:chOff x="4422" y="2478"/>
            <a:chExt cx="953" cy="862"/>
          </a:xfrm>
        </p:grpSpPr>
        <p:grpSp>
          <p:nvGrpSpPr>
            <p:cNvPr id="18519" name="组合 1246322"/>
            <p:cNvGrpSpPr/>
            <p:nvPr/>
          </p:nvGrpSpPr>
          <p:grpSpPr>
            <a:xfrm>
              <a:off x="4422" y="2478"/>
              <a:ext cx="953" cy="862"/>
              <a:chOff x="4422" y="2659"/>
              <a:chExt cx="953" cy="862"/>
            </a:xfrm>
          </p:grpSpPr>
          <p:sp>
            <p:nvSpPr>
              <p:cNvPr id="18520" name="直接连接符 1246311"/>
              <p:cNvSpPr/>
              <p:nvPr/>
            </p:nvSpPr>
            <p:spPr>
              <a:xfrm flipV="1">
                <a:off x="4876" y="2659"/>
                <a:ext cx="499" cy="8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8521" name="直接连接符 1246312"/>
              <p:cNvSpPr/>
              <p:nvPr/>
            </p:nvSpPr>
            <p:spPr>
              <a:xfrm>
                <a:off x="4422" y="2659"/>
                <a:ext cx="454" cy="8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  <p:sp>
            <p:nvSpPr>
              <p:cNvPr id="18522" name="直接连接符 1246313"/>
              <p:cNvSpPr/>
              <p:nvPr/>
            </p:nvSpPr>
            <p:spPr>
              <a:xfrm>
                <a:off x="4740" y="2659"/>
                <a:ext cx="136" cy="8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</p:grpSp>
        <p:sp>
          <p:nvSpPr>
            <p:cNvPr id="18523" name="直接连接符 1246314"/>
            <p:cNvSpPr/>
            <p:nvPr/>
          </p:nvSpPr>
          <p:spPr>
            <a:xfrm flipH="1">
              <a:off x="4873" y="2478"/>
              <a:ext cx="136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</p:grpSp>
      <p:graphicFrame>
        <p:nvGraphicFramePr>
          <p:cNvPr id="1246318" name="内容占位符 1246317"/>
          <p:cNvGraphicFramePr>
            <a:graphicFrameLocks noGrp="1"/>
          </p:cNvGraphicFramePr>
          <p:nvPr>
            <p:ph sz="half"/>
          </p:nvPr>
        </p:nvGraphicFramePr>
        <p:xfrm>
          <a:off x="7399338" y="5516563"/>
          <a:ext cx="596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9" imgW="596900" imgH="469900" progId="Equation.3">
                  <p:embed/>
                </p:oleObj>
              </mc:Choice>
              <mc:Fallback>
                <p:oleObj name="" r:id="rId39" imgW="596900" imgH="4699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399338" y="5516563"/>
                        <a:ext cx="5969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6320" name="内容占位符 1246319"/>
          <p:cNvGraphicFramePr>
            <a:graphicFrameLocks noGrp="1"/>
          </p:cNvGraphicFramePr>
          <p:nvPr>
            <p:ph sz="half"/>
          </p:nvPr>
        </p:nvGraphicFramePr>
        <p:xfrm>
          <a:off x="5364163" y="6021388"/>
          <a:ext cx="635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41" imgW="635000" imgH="469900" progId="Equation.3">
                  <p:embed/>
                </p:oleObj>
              </mc:Choice>
              <mc:Fallback>
                <p:oleObj name="" r:id="rId41" imgW="635000" imgH="4699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364163" y="6021388"/>
                        <a:ext cx="6350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4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4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4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4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4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4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4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4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4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4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4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4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4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6214" grpId="0"/>
      <p:bldP spid="1246215" grpId="0"/>
      <p:bldP spid="1246225" grpId="0"/>
      <p:bldP spid="1246226" grpId="0"/>
      <p:bldP spid="1246227" grpId="0"/>
      <p:bldP spid="12462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252353"/>
          <p:cNvSpPr>
            <a:spLocks noGrp="1"/>
          </p:cNvSpPr>
          <p:nvPr>
            <p:ph type="title"/>
          </p:nvPr>
        </p:nvSpPr>
        <p:spPr>
          <a:xfrm>
            <a:off x="611188" y="476250"/>
            <a:ext cx="3944937" cy="504825"/>
          </a:xfrm>
        </p:spPr>
        <p:txBody>
          <a:bodyPr anchor="ctr"/>
          <a:p>
            <a:r>
              <a:rPr lang="en-US" altLang="zh-CN" sz="2800" dirty="0">
                <a:latin typeface="黑体" panose="02010609060101010101" pitchFamily="2" charset="-122"/>
              </a:rPr>
              <a:t>2) </a:t>
            </a:r>
            <a:r>
              <a:rPr lang="zh-CN" altLang="en-US" sz="2800" dirty="0">
                <a:latin typeface="黑体" panose="02010609060101010101" pitchFamily="2" charset="-122"/>
              </a:rPr>
              <a:t>赋权图与子图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1252355" name="文本占位符 1252354"/>
          <p:cNvSpPr>
            <a:spLocks noGrp="1"/>
          </p:cNvSpPr>
          <p:nvPr>
            <p:ph type="body" sz="half" idx="1"/>
          </p:nvPr>
        </p:nvSpPr>
        <p:spPr>
          <a:xfrm>
            <a:off x="457200" y="1085850"/>
            <a:ext cx="8435975" cy="631825"/>
          </a:xfrm>
          <a:prstGeom prst="rect">
            <a:avLst/>
          </a:prstGeom>
          <a:noFill/>
          <a:ln>
            <a:noFill/>
          </a:ln>
        </p:spPr>
        <p:txBody>
          <a:bodyPr anchor="t"/>
          <a:p>
            <a:pPr>
              <a:buNone/>
            </a:pPr>
            <a:r>
              <a:rPr lang="en-US" altLang="zh-CN" dirty="0">
                <a:solidFill>
                  <a:srgbClr val="008000"/>
                </a:solidFill>
                <a:ea typeface="黑体" panose="02010609060101010101" pitchFamily="2" charset="-122"/>
              </a:rPr>
              <a:t>       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2" charset="-122"/>
              </a:rPr>
              <a:t>定义</a:t>
            </a:r>
            <a:r>
              <a:rPr lang="zh-CN" altLang="en-US" dirty="0"/>
              <a:t> 若图                               的每一条边</a:t>
            </a:r>
            <a:r>
              <a:rPr lang="en-US" altLang="zh-CN" i="1"/>
              <a:t>e</a:t>
            </a:r>
            <a:r>
              <a:rPr lang="en-US" altLang="zh-CN" dirty="0"/>
              <a:t> </a:t>
            </a:r>
            <a:r>
              <a:rPr lang="zh-CN" altLang="en-US" dirty="0"/>
              <a:t>都赋以</a:t>
            </a:r>
            <a:endParaRPr lang="zh-CN" altLang="en-US" dirty="0"/>
          </a:p>
        </p:txBody>
      </p:sp>
      <p:sp>
        <p:nvSpPr>
          <p:cNvPr id="19459" name="矩形 1252358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358" name="对象 1252357"/>
          <p:cNvGraphicFramePr/>
          <p:nvPr/>
        </p:nvGraphicFramePr>
        <p:xfrm>
          <a:off x="2805113" y="1203325"/>
          <a:ext cx="25336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2526030" imgH="393700" progId="Equation.3">
                  <p:embed/>
                </p:oleObj>
              </mc:Choice>
              <mc:Fallback>
                <p:oleObj name="" r:id="rId1" imgW="2526030" imgH="3937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05113" y="1203325"/>
                        <a:ext cx="253365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2360" name="文本框 1252359"/>
          <p:cNvSpPr txBox="1"/>
          <p:nvPr/>
        </p:nvSpPr>
        <p:spPr>
          <a:xfrm>
            <a:off x="592138" y="1557338"/>
            <a:ext cx="80851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  <a:buClr>
                <a:schemeClr val="bg1"/>
              </a:buClr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一个实数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w(e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，称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w(e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权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连同边上的权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2361" name="文本框 1252360"/>
          <p:cNvSpPr txBox="1"/>
          <p:nvPr/>
        </p:nvSpPr>
        <p:spPr>
          <a:xfrm>
            <a:off x="539750" y="1989138"/>
            <a:ext cx="29527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  <a:buClr>
                <a:schemeClr val="bg1"/>
              </a:buClr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赋权图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2362" name="文本框 1252361"/>
          <p:cNvSpPr txBox="1"/>
          <p:nvPr/>
        </p:nvSpPr>
        <p:spPr>
          <a:xfrm>
            <a:off x="755650" y="2541588"/>
            <a:ext cx="77771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定义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设                和                  是两个图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4" name="矩形 1252363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363" name="对象 1252362"/>
          <p:cNvGraphicFramePr/>
          <p:nvPr/>
        </p:nvGraphicFramePr>
        <p:xfrm>
          <a:off x="2403475" y="2644775"/>
          <a:ext cx="1498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1497965" imgH="393700" progId="Equation.3">
                  <p:embed/>
                </p:oleObj>
              </mc:Choice>
              <mc:Fallback>
                <p:oleObj name="" r:id="rId3" imgW="1497965" imgH="3937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03475" y="2644775"/>
                        <a:ext cx="149860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矩形 1252365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365" name="对象 1252364"/>
          <p:cNvGraphicFramePr/>
          <p:nvPr/>
        </p:nvGraphicFramePr>
        <p:xfrm>
          <a:off x="4284663" y="2608263"/>
          <a:ext cx="1727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725930" imgH="405765" progId="Equation.3">
                  <p:embed/>
                </p:oleObj>
              </mc:Choice>
              <mc:Fallback>
                <p:oleObj name="" r:id="rId5" imgW="1725930" imgH="40576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4663" y="2608263"/>
                        <a:ext cx="1727200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2367" name="文本框 1252366"/>
          <p:cNvSpPr txBox="1"/>
          <p:nvPr/>
        </p:nvSpPr>
        <p:spPr>
          <a:xfrm>
            <a:off x="539750" y="2924175"/>
            <a:ext cx="81375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1)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                     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    是    的一个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子图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记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368" name="对象 1252367"/>
          <p:cNvGraphicFramePr/>
          <p:nvPr/>
        </p:nvGraphicFramePr>
        <p:xfrm>
          <a:off x="1476375" y="3016250"/>
          <a:ext cx="208756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7" imgW="2094865" imgH="381000" progId="Equation.3">
                  <p:embed/>
                </p:oleObj>
              </mc:Choice>
              <mc:Fallback>
                <p:oleObj name="" r:id="rId7" imgW="2094865" imgH="3810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6375" y="3016250"/>
                        <a:ext cx="2087563" cy="376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0" name="矩形 1252370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370" name="对象 1252369"/>
          <p:cNvGraphicFramePr/>
          <p:nvPr/>
        </p:nvGraphicFramePr>
        <p:xfrm>
          <a:off x="4138613" y="2997200"/>
          <a:ext cx="361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9" imgW="368300" imgH="330200" progId="Equation.3">
                  <p:embed/>
                </p:oleObj>
              </mc:Choice>
              <mc:Fallback>
                <p:oleObj name="" r:id="rId9" imgW="368300" imgH="3302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38613" y="2997200"/>
                        <a:ext cx="361950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矩形 1252372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372" name="对象 1252371"/>
          <p:cNvGraphicFramePr/>
          <p:nvPr/>
        </p:nvGraphicFramePr>
        <p:xfrm>
          <a:off x="4894263" y="3033713"/>
          <a:ext cx="2873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1" imgW="292100" imgH="317500" progId="Equation.3">
                  <p:embed/>
                </p:oleObj>
              </mc:Choice>
              <mc:Fallback>
                <p:oleObj name="" r:id="rId11" imgW="292100" imgH="3175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94263" y="3033713"/>
                        <a:ext cx="287337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374" name="对象 1252373"/>
          <p:cNvGraphicFramePr/>
          <p:nvPr/>
        </p:nvGraphicFramePr>
        <p:xfrm>
          <a:off x="7524750" y="3008313"/>
          <a:ext cx="1092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3" imgW="1091565" imgH="368300" progId="Equation.3">
                  <p:embed/>
                </p:oleObj>
              </mc:Choice>
              <mc:Fallback>
                <p:oleObj name="" r:id="rId13" imgW="1091565" imgH="3683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24750" y="3008313"/>
                        <a:ext cx="10922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2376" name="文本框 1252375"/>
          <p:cNvSpPr txBox="1"/>
          <p:nvPr/>
        </p:nvSpPr>
        <p:spPr>
          <a:xfrm>
            <a:off x="554038" y="3357563"/>
            <a:ext cx="82089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2)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         ，        ，则称    是   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生成子图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378" name="对象 1252377"/>
          <p:cNvGraphicFramePr/>
          <p:nvPr/>
        </p:nvGraphicFramePr>
        <p:xfrm>
          <a:off x="1522413" y="3457575"/>
          <a:ext cx="9398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5" imgW="939165" imgH="330200" progId="Equation.3">
                  <p:embed/>
                </p:oleObj>
              </mc:Choice>
              <mc:Fallback>
                <p:oleObj name="" r:id="rId15" imgW="939165" imgH="3302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22413" y="3457575"/>
                        <a:ext cx="939800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377" name="对象 1252376"/>
          <p:cNvGraphicFramePr/>
          <p:nvPr/>
        </p:nvGraphicFramePr>
        <p:xfrm>
          <a:off x="2470150" y="3448050"/>
          <a:ext cx="10223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7" imgW="1016000" imgH="368300" progId="Equation.3">
                  <p:embed/>
                </p:oleObj>
              </mc:Choice>
              <mc:Fallback>
                <p:oleObj name="" r:id="rId17" imgW="1016000" imgH="3683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70150" y="3448050"/>
                        <a:ext cx="102235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8" name="矩形 1252380"/>
          <p:cNvSpPr/>
          <p:nvPr/>
        </p:nvSpPr>
        <p:spPr>
          <a:xfrm>
            <a:off x="0" y="3600450"/>
            <a:ext cx="233363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r>
              <a: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382" name="对象 1252381"/>
          <p:cNvGraphicFramePr/>
          <p:nvPr/>
        </p:nvGraphicFramePr>
        <p:xfrm>
          <a:off x="4635500" y="3457575"/>
          <a:ext cx="361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9" imgW="368300" imgH="330200" progId="Equation.3">
                  <p:embed/>
                </p:oleObj>
              </mc:Choice>
              <mc:Fallback>
                <p:oleObj name="" r:id="rId19" imgW="368300" imgH="3302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35500" y="3457575"/>
                        <a:ext cx="361950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384" name="对象 1252383"/>
          <p:cNvGraphicFramePr/>
          <p:nvPr/>
        </p:nvGraphicFramePr>
        <p:xfrm>
          <a:off x="5345113" y="3449638"/>
          <a:ext cx="287337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21" imgW="292100" imgH="317500" progId="Equation.3">
                  <p:embed/>
                </p:oleObj>
              </mc:Choice>
              <mc:Fallback>
                <p:oleObj name="" r:id="rId21" imgW="292100" imgH="3175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45113" y="3449638"/>
                        <a:ext cx="287337" cy="322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2386" name="文本框 1252385"/>
          <p:cNvSpPr txBox="1"/>
          <p:nvPr/>
        </p:nvSpPr>
        <p:spPr>
          <a:xfrm>
            <a:off x="539750" y="3770313"/>
            <a:ext cx="82089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3)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          ，且         ，以     为顶点集，以两端点 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387" name="对象 1252386"/>
          <p:cNvGraphicFramePr/>
          <p:nvPr/>
        </p:nvGraphicFramePr>
        <p:xfrm>
          <a:off x="1566863" y="3854450"/>
          <a:ext cx="9842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23" imgW="989965" imgH="368300" progId="Equation.3">
                  <p:embed/>
                </p:oleObj>
              </mc:Choice>
              <mc:Fallback>
                <p:oleObj name="" r:id="rId23" imgW="989965" imgH="3683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66863" y="3854450"/>
                        <a:ext cx="98425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391" name="对象 1252390"/>
          <p:cNvGraphicFramePr/>
          <p:nvPr/>
        </p:nvGraphicFramePr>
        <p:xfrm>
          <a:off x="3244850" y="3859213"/>
          <a:ext cx="8953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25" imgW="901065" imgH="393700" progId="Equation.3">
                  <p:embed/>
                </p:oleObj>
              </mc:Choice>
              <mc:Fallback>
                <p:oleObj name="" r:id="rId25" imgW="901065" imgH="3937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244850" y="3859213"/>
                        <a:ext cx="89535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393" name="对象 1252392"/>
          <p:cNvGraphicFramePr/>
          <p:nvPr/>
        </p:nvGraphicFramePr>
        <p:xfrm>
          <a:off x="4913313" y="3860800"/>
          <a:ext cx="3429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27" imgW="342900" imgH="330200" progId="Equation.3">
                  <p:embed/>
                </p:oleObj>
              </mc:Choice>
              <mc:Fallback>
                <p:oleObj name="" r:id="rId27" imgW="342900" imgH="3302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913313" y="3860800"/>
                        <a:ext cx="342900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2395" name="文本框 1252394"/>
          <p:cNvSpPr txBox="1"/>
          <p:nvPr/>
        </p:nvSpPr>
        <p:spPr>
          <a:xfrm>
            <a:off x="539750" y="4221163"/>
            <a:ext cx="8280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均在    中的边的全体为边集的图    的子图，称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396" name="对象 1252395"/>
          <p:cNvGraphicFramePr/>
          <p:nvPr/>
        </p:nvGraphicFramePr>
        <p:xfrm>
          <a:off x="1879600" y="4303713"/>
          <a:ext cx="3429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29" imgW="342900" imgH="330200" progId="Equation.3">
                  <p:embed/>
                </p:oleObj>
              </mc:Choice>
              <mc:Fallback>
                <p:oleObj name="" r:id="rId29" imgW="342900" imgH="3302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879600" y="4303713"/>
                        <a:ext cx="342900" cy="334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398" name="对象 1252397"/>
          <p:cNvGraphicFramePr/>
          <p:nvPr/>
        </p:nvGraphicFramePr>
        <p:xfrm>
          <a:off x="6205538" y="4311650"/>
          <a:ext cx="2873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31" imgW="292100" imgH="317500" progId="Equation.3">
                  <p:embed/>
                </p:oleObj>
              </mc:Choice>
              <mc:Fallback>
                <p:oleObj name="" r:id="rId31" imgW="292100" imgH="3175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205538" y="4311650"/>
                        <a:ext cx="287337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2400" name="文本框 1252399"/>
          <p:cNvSpPr txBox="1"/>
          <p:nvPr/>
        </p:nvSpPr>
        <p:spPr>
          <a:xfrm>
            <a:off x="395288" y="4652963"/>
            <a:ext cx="83534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   的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由    导出的子图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，记为          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403" name="对象 1252402"/>
          <p:cNvGraphicFramePr/>
          <p:nvPr/>
        </p:nvGraphicFramePr>
        <p:xfrm>
          <a:off x="1447800" y="4760913"/>
          <a:ext cx="28575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3" imgW="292100" imgH="317500" progId="Equation.3">
                  <p:embed/>
                </p:oleObj>
              </mc:Choice>
              <mc:Fallback>
                <p:oleObj name="" r:id="rId33" imgW="292100" imgH="3175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447800" y="4760913"/>
                        <a:ext cx="285750" cy="322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405" name="对象 1252404"/>
          <p:cNvGraphicFramePr/>
          <p:nvPr/>
        </p:nvGraphicFramePr>
        <p:xfrm>
          <a:off x="2566988" y="4752975"/>
          <a:ext cx="3429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35" imgW="342900" imgH="330200" progId="Equation.3">
                  <p:embed/>
                </p:oleObj>
              </mc:Choice>
              <mc:Fallback>
                <p:oleObj name="" r:id="rId35" imgW="342900" imgH="3302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566988" y="4752975"/>
                        <a:ext cx="342900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407" name="对象 1252406"/>
          <p:cNvGraphicFramePr/>
          <p:nvPr/>
        </p:nvGraphicFramePr>
        <p:xfrm>
          <a:off x="5821363" y="4732338"/>
          <a:ext cx="8191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7" imgW="824865" imgH="393700" progId="Equation.3">
                  <p:embed/>
                </p:oleObj>
              </mc:Choice>
              <mc:Fallback>
                <p:oleObj name="" r:id="rId37" imgW="824865" imgH="3937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821363" y="4732338"/>
                        <a:ext cx="81915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2409" name="文本框 1252408"/>
          <p:cNvSpPr txBox="1"/>
          <p:nvPr/>
        </p:nvSpPr>
        <p:spPr>
          <a:xfrm>
            <a:off x="611188" y="5033963"/>
            <a:ext cx="82819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4)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          ，且            ，以    为边集，以     的端点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52412" name="对象 1252411"/>
          <p:cNvGraphicFramePr/>
          <p:nvPr/>
        </p:nvGraphicFramePr>
        <p:xfrm>
          <a:off x="1403350" y="5114925"/>
          <a:ext cx="10223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39" imgW="1016000" imgH="368300" progId="Equation.3">
                  <p:embed/>
                </p:oleObj>
              </mc:Choice>
              <mc:Fallback>
                <p:oleObj name="" r:id="rId39" imgW="1016000" imgH="3683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403350" y="5114925"/>
                        <a:ext cx="102235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414" name="对象 1252413"/>
          <p:cNvGraphicFramePr/>
          <p:nvPr/>
        </p:nvGraphicFramePr>
        <p:xfrm>
          <a:off x="3059113" y="5111750"/>
          <a:ext cx="8953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41" imgW="901065" imgH="393700" progId="Equation.3">
                  <p:embed/>
                </p:oleObj>
              </mc:Choice>
              <mc:Fallback>
                <p:oleObj name="" r:id="rId41" imgW="901065" imgH="3937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059113" y="5111750"/>
                        <a:ext cx="89535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416" name="对象 1252415"/>
          <p:cNvGraphicFramePr/>
          <p:nvPr/>
        </p:nvGraphicFramePr>
        <p:xfrm>
          <a:off x="4859338" y="5114925"/>
          <a:ext cx="3556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43" imgW="355600" imgH="317500" progId="Equation.3">
                  <p:embed/>
                </p:oleObj>
              </mc:Choice>
              <mc:Fallback>
                <p:oleObj name="" r:id="rId43" imgW="355600" imgH="3175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859338" y="5114925"/>
                        <a:ext cx="355600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418" name="对象 1252417"/>
          <p:cNvGraphicFramePr/>
          <p:nvPr/>
        </p:nvGraphicFramePr>
        <p:xfrm>
          <a:off x="7019925" y="5111750"/>
          <a:ext cx="3556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45" imgW="355600" imgH="317500" progId="Equation.3">
                  <p:embed/>
                </p:oleObj>
              </mc:Choice>
              <mc:Fallback>
                <p:oleObj name="" r:id="rId45" imgW="355600" imgH="3175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019925" y="5111750"/>
                        <a:ext cx="355600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2420" name="文本框 1252419"/>
          <p:cNvSpPr txBox="1"/>
          <p:nvPr/>
        </p:nvSpPr>
        <p:spPr>
          <a:xfrm>
            <a:off x="539750" y="5451475"/>
            <a:ext cx="83534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集为顶点集的图    的子图，称为    的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由    导出的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421" name="对象 1252420"/>
          <p:cNvGraphicFramePr/>
          <p:nvPr/>
        </p:nvGraphicFramePr>
        <p:xfrm>
          <a:off x="3673475" y="5570538"/>
          <a:ext cx="2873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47" imgW="292100" imgH="317500" progId="Equation.3">
                  <p:embed/>
                </p:oleObj>
              </mc:Choice>
              <mc:Fallback>
                <p:oleObj name="" r:id="rId47" imgW="292100" imgH="3175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3673475" y="5570538"/>
                        <a:ext cx="287338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423" name="对象 1252422"/>
          <p:cNvGraphicFramePr/>
          <p:nvPr/>
        </p:nvGraphicFramePr>
        <p:xfrm>
          <a:off x="6189663" y="5540375"/>
          <a:ext cx="287337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49" imgW="292100" imgH="317500" progId="Equation.3">
                  <p:embed/>
                </p:oleObj>
              </mc:Choice>
              <mc:Fallback>
                <p:oleObj name="" r:id="rId49" imgW="292100" imgH="3175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6189663" y="5540375"/>
                        <a:ext cx="287337" cy="322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2425" name="对象 1252424"/>
          <p:cNvGraphicFramePr/>
          <p:nvPr/>
        </p:nvGraphicFramePr>
        <p:xfrm>
          <a:off x="7270750" y="5551488"/>
          <a:ext cx="3556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51" imgW="355600" imgH="317500" progId="Equation.3">
                  <p:embed/>
                </p:oleObj>
              </mc:Choice>
              <mc:Fallback>
                <p:oleObj name="" r:id="rId51" imgW="355600" imgH="3175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7270750" y="5551488"/>
                        <a:ext cx="355600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2427" name="文本框 1252426"/>
          <p:cNvSpPr txBox="1"/>
          <p:nvPr/>
        </p:nvSpPr>
        <p:spPr>
          <a:xfrm>
            <a:off x="684213" y="5937250"/>
            <a:ext cx="59039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边导出的子图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，记为          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   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2428" name="对象 1252427"/>
          <p:cNvGraphicFramePr/>
          <p:nvPr/>
        </p:nvGraphicFramePr>
        <p:xfrm>
          <a:off x="4410075" y="6053138"/>
          <a:ext cx="8191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53" imgW="824865" imgH="393700" progId="Equation.3">
                  <p:embed/>
                </p:oleObj>
              </mc:Choice>
              <mc:Fallback>
                <p:oleObj name="" r:id="rId53" imgW="824865" imgH="3937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4410075" y="6053138"/>
                        <a:ext cx="81915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5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52355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5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5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5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5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5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5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5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5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5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5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5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5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5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5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5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5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5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5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25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5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5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5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25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5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25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25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25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25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25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25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25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25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25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25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25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25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2355" grpId="0" build="p"/>
      <p:bldP spid="1252360" grpId="0"/>
      <p:bldP spid="1252361" grpId="0"/>
      <p:bldP spid="1252362" grpId="0"/>
      <p:bldP spid="1252367" grpId="0"/>
      <p:bldP spid="1252376" grpId="0"/>
      <p:bldP spid="1252386" grpId="0"/>
      <p:bldP spid="1252395" grpId="0"/>
      <p:bldP spid="1252400" grpId="0"/>
      <p:bldP spid="1252409" grpId="0"/>
      <p:bldP spid="1252420" grpId="0"/>
      <p:bldP spid="12524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55428" name="图片 12554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476250"/>
            <a:ext cx="2817812" cy="2881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5429" name="图片 12554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375" y="1052513"/>
            <a:ext cx="2160588" cy="2305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5430" name="图片 12554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663" y="1052513"/>
            <a:ext cx="2736850" cy="2305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4" name="矩形 1255431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5431" name="对象 1255430"/>
          <p:cNvGraphicFramePr/>
          <p:nvPr/>
        </p:nvGraphicFramePr>
        <p:xfrm>
          <a:off x="3733800" y="476250"/>
          <a:ext cx="191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4" imgW="1917065" imgH="431800" progId="Equation.3">
                  <p:embed/>
                </p:oleObj>
              </mc:Choice>
              <mc:Fallback>
                <p:oleObj name="" r:id="rId4" imgW="1917065" imgH="4318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33800" y="476250"/>
                        <a:ext cx="1917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矩形 1255433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5433" name="对象 1255432"/>
          <p:cNvGraphicFramePr/>
          <p:nvPr/>
        </p:nvGraphicFramePr>
        <p:xfrm>
          <a:off x="6042025" y="512763"/>
          <a:ext cx="236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6" imgW="2360930" imgH="431800" progId="Equation.3">
                  <p:embed/>
                </p:oleObj>
              </mc:Choice>
              <mc:Fallback>
                <p:oleObj name="" r:id="rId6" imgW="2360930" imgH="4318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42025" y="512763"/>
                        <a:ext cx="2362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55460" name="组合 1255459"/>
          <p:cNvGrpSpPr/>
          <p:nvPr/>
        </p:nvGrpSpPr>
        <p:grpSpPr>
          <a:xfrm>
            <a:off x="539750" y="3770313"/>
            <a:ext cx="8208963" cy="519112"/>
            <a:chOff x="340" y="2375"/>
            <a:chExt cx="5171" cy="327"/>
          </a:xfrm>
        </p:grpSpPr>
        <p:sp>
          <p:nvSpPr>
            <p:cNvPr id="20489" name="文本框 1255434"/>
            <p:cNvSpPr txBox="1"/>
            <p:nvPr/>
          </p:nvSpPr>
          <p:spPr>
            <a:xfrm>
              <a:off x="340" y="2375"/>
              <a:ext cx="5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3)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若          ，且         ，以     为顶点集，以两端点   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490" name="对象 1255435"/>
            <p:cNvGraphicFramePr/>
            <p:nvPr/>
          </p:nvGraphicFramePr>
          <p:xfrm>
            <a:off x="987" y="2428"/>
            <a:ext cx="62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8" imgW="989965" imgH="368300" progId="Equation.3">
                    <p:embed/>
                  </p:oleObj>
                </mc:Choice>
                <mc:Fallback>
                  <p:oleObj name="" r:id="rId8" imgW="989965" imgH="3683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987" y="2428"/>
                          <a:ext cx="620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1" name="对象 1255436"/>
            <p:cNvGraphicFramePr/>
            <p:nvPr/>
          </p:nvGraphicFramePr>
          <p:xfrm>
            <a:off x="2044" y="2431"/>
            <a:ext cx="56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10" imgW="901065" imgH="393700" progId="Equation.3">
                    <p:embed/>
                  </p:oleObj>
                </mc:Choice>
                <mc:Fallback>
                  <p:oleObj name="" r:id="rId10" imgW="901065" imgH="39370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044" y="2431"/>
                          <a:ext cx="564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2" name="对象 1255437"/>
            <p:cNvGraphicFramePr/>
            <p:nvPr/>
          </p:nvGraphicFramePr>
          <p:xfrm>
            <a:off x="3095" y="2432"/>
            <a:ext cx="216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12" imgW="342900" imgH="330200" progId="Equation.3">
                    <p:embed/>
                  </p:oleObj>
                </mc:Choice>
                <mc:Fallback>
                  <p:oleObj name="" r:id="rId12" imgW="342900" imgH="3302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095" y="2432"/>
                          <a:ext cx="216" cy="2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5461" name="组合 1255460"/>
          <p:cNvGrpSpPr/>
          <p:nvPr/>
        </p:nvGrpSpPr>
        <p:grpSpPr>
          <a:xfrm>
            <a:off x="539750" y="4221163"/>
            <a:ext cx="8280400" cy="519112"/>
            <a:chOff x="340" y="2659"/>
            <a:chExt cx="5216" cy="327"/>
          </a:xfrm>
        </p:grpSpPr>
        <p:sp>
          <p:nvSpPr>
            <p:cNvPr id="20494" name="文本框 1255438"/>
            <p:cNvSpPr txBox="1"/>
            <p:nvPr/>
          </p:nvSpPr>
          <p:spPr>
            <a:xfrm>
              <a:off x="340" y="2659"/>
              <a:ext cx="52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均在    中的边的全体为边集的图    的子图，称 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495" name="对象 1255439"/>
            <p:cNvGraphicFramePr/>
            <p:nvPr/>
          </p:nvGraphicFramePr>
          <p:xfrm>
            <a:off x="1184" y="2711"/>
            <a:ext cx="216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14" imgW="342900" imgH="330200" progId="Equation.3">
                    <p:embed/>
                  </p:oleObj>
                </mc:Choice>
                <mc:Fallback>
                  <p:oleObj name="" r:id="rId14" imgW="342900" imgH="3302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184" y="2711"/>
                          <a:ext cx="216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6" name="对象 1255440"/>
            <p:cNvGraphicFramePr/>
            <p:nvPr/>
          </p:nvGraphicFramePr>
          <p:xfrm>
            <a:off x="3909" y="2716"/>
            <a:ext cx="181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16" imgW="292100" imgH="317500" progId="Equation.3">
                    <p:embed/>
                  </p:oleObj>
                </mc:Choice>
                <mc:Fallback>
                  <p:oleObj name="" r:id="rId16" imgW="292100" imgH="3175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909" y="2716"/>
                          <a:ext cx="181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5462" name="组合 1255461"/>
          <p:cNvGrpSpPr/>
          <p:nvPr/>
        </p:nvGrpSpPr>
        <p:grpSpPr>
          <a:xfrm>
            <a:off x="611188" y="5033963"/>
            <a:ext cx="8281987" cy="519112"/>
            <a:chOff x="385" y="3171"/>
            <a:chExt cx="5217" cy="327"/>
          </a:xfrm>
        </p:grpSpPr>
        <p:sp>
          <p:nvSpPr>
            <p:cNvPr id="20498" name="文本框 1255444"/>
            <p:cNvSpPr txBox="1"/>
            <p:nvPr/>
          </p:nvSpPr>
          <p:spPr>
            <a:xfrm>
              <a:off x="385" y="3171"/>
              <a:ext cx="52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4)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          ，且            ，以    为边集，以     的端点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499" name="对象 1255445"/>
            <p:cNvGraphicFramePr/>
            <p:nvPr/>
          </p:nvGraphicFramePr>
          <p:xfrm>
            <a:off x="884" y="3222"/>
            <a:ext cx="64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18" imgW="1016000" imgH="368300" progId="Equation.3">
                    <p:embed/>
                  </p:oleObj>
                </mc:Choice>
                <mc:Fallback>
                  <p:oleObj name="" r:id="rId18" imgW="1016000" imgH="3683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884" y="3222"/>
                          <a:ext cx="644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0" name="对象 1255446"/>
            <p:cNvGraphicFramePr/>
            <p:nvPr/>
          </p:nvGraphicFramePr>
          <p:xfrm>
            <a:off x="1927" y="3220"/>
            <a:ext cx="56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20" imgW="901065" imgH="393700" progId="Equation.3">
                    <p:embed/>
                  </p:oleObj>
                </mc:Choice>
                <mc:Fallback>
                  <p:oleObj name="" r:id="rId20" imgW="901065" imgH="3937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927" y="3220"/>
                          <a:ext cx="564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1" name="对象 1255447"/>
            <p:cNvGraphicFramePr/>
            <p:nvPr/>
          </p:nvGraphicFramePr>
          <p:xfrm>
            <a:off x="3061" y="3222"/>
            <a:ext cx="224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22" imgW="355600" imgH="317500" progId="Equation.3">
                    <p:embed/>
                  </p:oleObj>
                </mc:Choice>
                <mc:Fallback>
                  <p:oleObj name="" r:id="rId22" imgW="355600" imgH="3175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061" y="3222"/>
                          <a:ext cx="224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2" name="对象 1255448"/>
            <p:cNvGraphicFramePr/>
            <p:nvPr/>
          </p:nvGraphicFramePr>
          <p:xfrm>
            <a:off x="4422" y="3220"/>
            <a:ext cx="224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24" imgW="355600" imgH="317500" progId="Equation.3">
                    <p:embed/>
                  </p:oleObj>
                </mc:Choice>
                <mc:Fallback>
                  <p:oleObj name="" r:id="rId24" imgW="355600" imgH="3175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422" y="3220"/>
                          <a:ext cx="224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5463" name="组合 1255462"/>
          <p:cNvGrpSpPr/>
          <p:nvPr/>
        </p:nvGrpSpPr>
        <p:grpSpPr>
          <a:xfrm>
            <a:off x="539750" y="5451475"/>
            <a:ext cx="8353425" cy="519113"/>
            <a:chOff x="340" y="3434"/>
            <a:chExt cx="5262" cy="327"/>
          </a:xfrm>
        </p:grpSpPr>
        <p:sp>
          <p:nvSpPr>
            <p:cNvPr id="20504" name="文本框 1255449"/>
            <p:cNvSpPr txBox="1"/>
            <p:nvPr/>
          </p:nvSpPr>
          <p:spPr>
            <a:xfrm>
              <a:off x="340" y="3434"/>
              <a:ext cx="52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集为顶点集的图    的子图，称为    的</a:t>
              </a:r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由    导出的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505" name="对象 1255450"/>
            <p:cNvGraphicFramePr/>
            <p:nvPr/>
          </p:nvGraphicFramePr>
          <p:xfrm>
            <a:off x="2314" y="3509"/>
            <a:ext cx="181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26" imgW="292100" imgH="317500" progId="Equation.3">
                    <p:embed/>
                  </p:oleObj>
                </mc:Choice>
                <mc:Fallback>
                  <p:oleObj name="" r:id="rId26" imgW="292100" imgH="3175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2314" y="3509"/>
                          <a:ext cx="181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对象 1255451"/>
            <p:cNvGraphicFramePr/>
            <p:nvPr/>
          </p:nvGraphicFramePr>
          <p:xfrm>
            <a:off x="3899" y="3490"/>
            <a:ext cx="181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28" imgW="292100" imgH="317500" progId="Equation.3">
                    <p:embed/>
                  </p:oleObj>
                </mc:Choice>
                <mc:Fallback>
                  <p:oleObj name="" r:id="rId28" imgW="292100" imgH="3175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3899" y="3490"/>
                          <a:ext cx="181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7" name="对象 1255452"/>
            <p:cNvGraphicFramePr/>
            <p:nvPr/>
          </p:nvGraphicFramePr>
          <p:xfrm>
            <a:off x="4580" y="3497"/>
            <a:ext cx="224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30" imgW="355600" imgH="317500" progId="Equation.3">
                    <p:embed/>
                  </p:oleObj>
                </mc:Choice>
                <mc:Fallback>
                  <p:oleObj name="" r:id="rId30" imgW="355600" imgH="3175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4580" y="3497"/>
                          <a:ext cx="224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5464" name="组合 1255463"/>
          <p:cNvGrpSpPr/>
          <p:nvPr/>
        </p:nvGrpSpPr>
        <p:grpSpPr>
          <a:xfrm>
            <a:off x="684213" y="5937250"/>
            <a:ext cx="5903912" cy="519113"/>
            <a:chOff x="431" y="3740"/>
            <a:chExt cx="3719" cy="327"/>
          </a:xfrm>
        </p:grpSpPr>
        <p:sp>
          <p:nvSpPr>
            <p:cNvPr id="20509" name="文本框 1255453"/>
            <p:cNvSpPr txBox="1"/>
            <p:nvPr/>
          </p:nvSpPr>
          <p:spPr>
            <a:xfrm>
              <a:off x="431" y="3740"/>
              <a:ext cx="371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en-US" altLang="zh-CN" dirty="0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   </a:t>
              </a:r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边导出的子图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，记为        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    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510" name="对象 1255454"/>
            <p:cNvGraphicFramePr/>
            <p:nvPr/>
          </p:nvGraphicFramePr>
          <p:xfrm>
            <a:off x="2778" y="3813"/>
            <a:ext cx="516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32" imgW="824865" imgH="393700" progId="Equation.3">
                    <p:embed/>
                  </p:oleObj>
                </mc:Choice>
                <mc:Fallback>
                  <p:oleObj name="" r:id="rId32" imgW="824865" imgH="3937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2778" y="3813"/>
                          <a:ext cx="516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5459" name="组合 1255458"/>
          <p:cNvGrpSpPr/>
          <p:nvPr/>
        </p:nvGrpSpPr>
        <p:grpSpPr>
          <a:xfrm>
            <a:off x="395288" y="4652963"/>
            <a:ext cx="8353425" cy="519112"/>
            <a:chOff x="249" y="2931"/>
            <a:chExt cx="5262" cy="327"/>
          </a:xfrm>
        </p:grpSpPr>
        <p:graphicFrame>
          <p:nvGraphicFramePr>
            <p:cNvPr id="20512" name="对象 1255441"/>
            <p:cNvGraphicFramePr/>
            <p:nvPr/>
          </p:nvGraphicFramePr>
          <p:xfrm>
            <a:off x="912" y="3001"/>
            <a:ext cx="180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34" imgW="292100" imgH="317500" progId="Equation.3">
                    <p:embed/>
                  </p:oleObj>
                </mc:Choice>
                <mc:Fallback>
                  <p:oleObj name="" r:id="rId34" imgW="292100" imgH="3175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912" y="3001"/>
                          <a:ext cx="180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3" name="对象 1255442"/>
            <p:cNvGraphicFramePr/>
            <p:nvPr/>
          </p:nvGraphicFramePr>
          <p:xfrm>
            <a:off x="1569" y="2996"/>
            <a:ext cx="216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36" imgW="342900" imgH="330200" progId="Equation.3">
                    <p:embed/>
                  </p:oleObj>
                </mc:Choice>
                <mc:Fallback>
                  <p:oleObj name="" r:id="rId36" imgW="342900" imgH="3302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1569" y="2996"/>
                          <a:ext cx="216" cy="2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4" name="对象 1255443"/>
            <p:cNvGraphicFramePr/>
            <p:nvPr/>
          </p:nvGraphicFramePr>
          <p:xfrm>
            <a:off x="3667" y="2983"/>
            <a:ext cx="516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7" name="" r:id="rId38" imgW="824865" imgH="393700" progId="Equation.3">
                    <p:embed/>
                  </p:oleObj>
                </mc:Choice>
                <mc:Fallback>
                  <p:oleObj name="" r:id="rId38" imgW="824865" imgH="393700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3667" y="2983"/>
                          <a:ext cx="516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5" name="文本框 1255456"/>
            <p:cNvSpPr txBox="1"/>
            <p:nvPr/>
          </p:nvSpPr>
          <p:spPr>
            <a:xfrm>
              <a:off x="249" y="2931"/>
              <a:ext cx="52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为   的</a:t>
              </a:r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由    导出的子图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，记为        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5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5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5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标题 1256449"/>
          <p:cNvSpPr>
            <a:spLocks noGrp="1"/>
          </p:cNvSpPr>
          <p:nvPr>
            <p:ph type="title"/>
          </p:nvPr>
        </p:nvSpPr>
        <p:spPr>
          <a:xfrm>
            <a:off x="914400" y="425450"/>
            <a:ext cx="7696200" cy="649288"/>
          </a:xfrm>
        </p:spPr>
        <p:txBody>
          <a:bodyPr anchor="ctr"/>
          <a:p>
            <a:r>
              <a:rPr lang="en-US" altLang="zh-CN" sz="2800" dirty="0">
                <a:latin typeface="黑体" panose="02010609060101010101" pitchFamily="2" charset="-122"/>
              </a:rPr>
              <a:t>3) </a:t>
            </a:r>
            <a:r>
              <a:rPr lang="zh-CN" altLang="en-US" sz="2800" dirty="0">
                <a:latin typeface="黑体" panose="02010609060101010101" pitchFamily="2" charset="-122"/>
              </a:rPr>
              <a:t>图的矩阵表示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1256453" name="文本框 1256452"/>
          <p:cNvSpPr txBox="1"/>
          <p:nvPr/>
        </p:nvSpPr>
        <p:spPr>
          <a:xfrm>
            <a:off x="1187450" y="1123950"/>
            <a:ext cx="20891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邻接矩阵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56467" name="组合 1256466"/>
          <p:cNvGrpSpPr/>
          <p:nvPr/>
        </p:nvGrpSpPr>
        <p:grpSpPr>
          <a:xfrm>
            <a:off x="828675" y="1628775"/>
            <a:ext cx="8064500" cy="547688"/>
            <a:chOff x="522" y="1026"/>
            <a:chExt cx="5080" cy="345"/>
          </a:xfrm>
        </p:grpSpPr>
        <p:sp>
          <p:nvSpPr>
            <p:cNvPr id="21508" name="文本框 1256454"/>
            <p:cNvSpPr txBox="1"/>
            <p:nvPr/>
          </p:nvSpPr>
          <p:spPr>
            <a:xfrm>
              <a:off x="522" y="1026"/>
              <a:ext cx="50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对无向图   ，其邻接矩阵                  ，其中： 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509" name="对象 1256455"/>
            <p:cNvGraphicFramePr/>
            <p:nvPr/>
          </p:nvGraphicFramePr>
          <p:xfrm>
            <a:off x="1746" y="1081"/>
            <a:ext cx="184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1" imgW="292100" imgH="317500" progId="Equation.3">
                    <p:embed/>
                  </p:oleObj>
                </mc:Choice>
                <mc:Fallback>
                  <p:oleObj name="" r:id="rId1" imgW="292100" imgH="317500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46" y="1081"/>
                          <a:ext cx="184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0" name="对象 1256457"/>
            <p:cNvGraphicFramePr/>
            <p:nvPr/>
          </p:nvGraphicFramePr>
          <p:xfrm>
            <a:off x="3281" y="1071"/>
            <a:ext cx="1051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3" imgW="1675765" imgH="482600" progId="Equation.3">
                    <p:embed/>
                  </p:oleObj>
                </mc:Choice>
                <mc:Fallback>
                  <p:oleObj name="" r:id="rId3" imgW="1675765" imgH="48260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81" y="1071"/>
                          <a:ext cx="1051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1" name="矩形 1256460"/>
          <p:cNvSpPr/>
          <p:nvPr/>
        </p:nvSpPr>
        <p:spPr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6460" name="对象 1256459"/>
          <p:cNvGraphicFramePr/>
          <p:nvPr/>
        </p:nvGraphicFramePr>
        <p:xfrm>
          <a:off x="1042988" y="2133600"/>
          <a:ext cx="38417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5" imgW="3835400" imgH="1066800" progId="Equation.3">
                  <p:embed/>
                </p:oleObj>
              </mc:Choice>
              <mc:Fallback>
                <p:oleObj name="" r:id="rId5" imgW="3835400" imgH="10668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2988" y="2133600"/>
                        <a:ext cx="3841750" cy="1060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56462" name="图片 12564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3" y="3538538"/>
            <a:ext cx="2808287" cy="26987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56463" name="对象 1256462"/>
          <p:cNvGraphicFramePr/>
          <p:nvPr/>
        </p:nvGraphicFramePr>
        <p:xfrm>
          <a:off x="4024313" y="3097213"/>
          <a:ext cx="3860800" cy="321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8" imgW="3860800" imgH="3200400" progId="Equation.3">
                  <p:embed/>
                </p:oleObj>
              </mc:Choice>
              <mc:Fallback>
                <p:oleObj name="" r:id="rId8" imgW="3860800" imgH="32004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24313" y="3097213"/>
                        <a:ext cx="3860800" cy="3211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6466" name="文本框 1256465"/>
          <p:cNvSpPr txBox="1"/>
          <p:nvPr/>
        </p:nvSpPr>
        <p:spPr>
          <a:xfrm>
            <a:off x="3348038" y="1085850"/>
            <a:ext cx="44640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以下均假设图为简单图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).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6453" grpId="0"/>
      <p:bldP spid="12564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57482" name="组合 1257481"/>
          <p:cNvGrpSpPr/>
          <p:nvPr/>
        </p:nvGrpSpPr>
        <p:grpSpPr>
          <a:xfrm>
            <a:off x="611188" y="720725"/>
            <a:ext cx="8532812" cy="547688"/>
            <a:chOff x="385" y="346"/>
            <a:chExt cx="5375" cy="345"/>
          </a:xfrm>
        </p:grpSpPr>
        <p:sp>
          <p:nvSpPr>
            <p:cNvPr id="22530" name="文本框 1257476"/>
            <p:cNvSpPr txBox="1"/>
            <p:nvPr/>
          </p:nvSpPr>
          <p:spPr>
            <a:xfrm>
              <a:off x="385" y="346"/>
              <a:ext cx="53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对有向图                 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其邻接矩阵                  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其中： 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2531" name="对象 1257478"/>
            <p:cNvGraphicFramePr/>
            <p:nvPr/>
          </p:nvGraphicFramePr>
          <p:xfrm>
            <a:off x="3878" y="391"/>
            <a:ext cx="1051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1" imgW="1675765" imgH="482600" progId="Equation.3">
                    <p:embed/>
                  </p:oleObj>
                </mc:Choice>
                <mc:Fallback>
                  <p:oleObj name="" r:id="rId1" imgW="1675765" imgH="48260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78" y="391"/>
                          <a:ext cx="1051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2" name="对象 1257479"/>
            <p:cNvGraphicFramePr/>
            <p:nvPr/>
          </p:nvGraphicFramePr>
          <p:xfrm>
            <a:off x="1642" y="412"/>
            <a:ext cx="94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3" imgW="1497965" imgH="393700" progId="Equation.3">
                    <p:embed/>
                  </p:oleObj>
                </mc:Choice>
                <mc:Fallback>
                  <p:oleObj name="" r:id="rId3" imgW="1497965" imgH="393700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42" y="412"/>
                          <a:ext cx="944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3" name="矩形 1257483"/>
          <p:cNvSpPr/>
          <p:nvPr/>
        </p:nvSpPr>
        <p:spPr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7483" name="对象 1257482"/>
          <p:cNvGraphicFramePr/>
          <p:nvPr/>
        </p:nvGraphicFramePr>
        <p:xfrm>
          <a:off x="1012825" y="1433513"/>
          <a:ext cx="3487738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5" imgW="3479800" imgH="1066800" progId="Equation.3">
                  <p:embed/>
                </p:oleObj>
              </mc:Choice>
              <mc:Fallback>
                <p:oleObj name="" r:id="rId5" imgW="3479800" imgH="10668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2825" y="1433513"/>
                        <a:ext cx="3487738" cy="1058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57485" name="图片 12574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8888" y="2679700"/>
            <a:ext cx="2952750" cy="2981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6" name="矩形 1257486"/>
          <p:cNvSpPr/>
          <p:nvPr/>
        </p:nvSpPr>
        <p:spPr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7486" name="对象 1257485"/>
          <p:cNvGraphicFramePr/>
          <p:nvPr/>
        </p:nvGraphicFramePr>
        <p:xfrm>
          <a:off x="4932363" y="2776538"/>
          <a:ext cx="2997200" cy="259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8" imgW="2997200" imgH="2590800" progId="Equation.3">
                  <p:embed/>
                </p:oleObj>
              </mc:Choice>
              <mc:Fallback>
                <p:oleObj name="" r:id="rId8" imgW="2997200" imgH="25908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32363" y="2776538"/>
                        <a:ext cx="2997200" cy="2597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7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7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7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7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8504" name="文本框 1258503"/>
          <p:cNvSpPr txBox="1"/>
          <p:nvPr/>
        </p:nvSpPr>
        <p:spPr>
          <a:xfrm>
            <a:off x="827088" y="1123950"/>
            <a:ext cx="13684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其中：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4" name="矩形 1258505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58514" name="组合 1258513"/>
          <p:cNvGrpSpPr/>
          <p:nvPr/>
        </p:nvGrpSpPr>
        <p:grpSpPr>
          <a:xfrm>
            <a:off x="611188" y="720725"/>
            <a:ext cx="8281987" cy="547688"/>
            <a:chOff x="385" y="454"/>
            <a:chExt cx="5217" cy="345"/>
          </a:xfrm>
        </p:grpSpPr>
        <p:sp>
          <p:nvSpPr>
            <p:cNvPr id="23556" name="文本框 1258500"/>
            <p:cNvSpPr txBox="1"/>
            <p:nvPr/>
          </p:nvSpPr>
          <p:spPr>
            <a:xfrm>
              <a:off x="385" y="454"/>
              <a:ext cx="52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3)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对有向赋权图                 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,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其邻接矩阵               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3557" name="对象 1258501"/>
            <p:cNvGraphicFramePr/>
            <p:nvPr/>
          </p:nvGraphicFramePr>
          <p:xfrm>
            <a:off x="4424" y="499"/>
            <a:ext cx="1051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1" imgW="1675765" imgH="482600" progId="Equation.3">
                    <p:embed/>
                  </p:oleObj>
                </mc:Choice>
                <mc:Fallback>
                  <p:oleObj name="" r:id="rId1" imgW="1675765" imgH="4826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424" y="499"/>
                          <a:ext cx="1051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8" name="对象 1258504"/>
            <p:cNvGraphicFramePr/>
            <p:nvPr/>
          </p:nvGraphicFramePr>
          <p:xfrm>
            <a:off x="2072" y="527"/>
            <a:ext cx="94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3" imgW="1497965" imgH="393700" progId="Equation.3">
                    <p:embed/>
                  </p:oleObj>
                </mc:Choice>
                <mc:Fallback>
                  <p:oleObj name="" r:id="rId3" imgW="1497965" imgH="3937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72" y="527"/>
                          <a:ext cx="944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59" name="矩形 1258507"/>
          <p:cNvSpPr/>
          <p:nvPr/>
        </p:nvSpPr>
        <p:spPr>
          <a:xfrm>
            <a:off x="0" y="30622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8507" name="对象 1258506"/>
          <p:cNvGraphicFramePr/>
          <p:nvPr/>
        </p:nvGraphicFramePr>
        <p:xfrm>
          <a:off x="2063750" y="1401763"/>
          <a:ext cx="5630863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5" imgW="5638800" imgH="1625600" progId="Equation.3">
                  <p:embed/>
                </p:oleObj>
              </mc:Choice>
              <mc:Fallback>
                <p:oleObj name="" r:id="rId5" imgW="5638800" imgH="16256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63750" y="1401763"/>
                        <a:ext cx="5630863" cy="161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58509" name="图片 12585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650" y="2997200"/>
            <a:ext cx="3311525" cy="295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62" name="矩形 1258510"/>
          <p:cNvSpPr/>
          <p:nvPr/>
        </p:nvSpPr>
        <p:spPr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8510" name="对象 1258509"/>
          <p:cNvGraphicFramePr/>
          <p:nvPr/>
        </p:nvGraphicFramePr>
        <p:xfrm>
          <a:off x="4284663" y="3068638"/>
          <a:ext cx="3335337" cy="259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8" imgW="3327400" imgH="2590800" progId="Equation.3">
                  <p:embed/>
                </p:oleObj>
              </mc:Choice>
              <mc:Fallback>
                <p:oleObj name="" r:id="rId8" imgW="3327400" imgH="25908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84663" y="3068638"/>
                        <a:ext cx="3335337" cy="2597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8513" name="文本框 1258512"/>
          <p:cNvSpPr txBox="1"/>
          <p:nvPr/>
        </p:nvSpPr>
        <p:spPr>
          <a:xfrm>
            <a:off x="827088" y="5759450"/>
            <a:ext cx="69850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对于无向赋权图的邻接矩阵可类似定义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8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8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8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8504" grpId="0"/>
      <p:bldP spid="12585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标题 1259523"/>
          <p:cNvSpPr>
            <a:spLocks noGrp="1"/>
          </p:cNvSpPr>
          <p:nvPr>
            <p:ph type="title"/>
          </p:nvPr>
        </p:nvSpPr>
        <p:spPr>
          <a:xfrm>
            <a:off x="914400" y="549275"/>
            <a:ext cx="7696200" cy="431800"/>
          </a:xfrm>
        </p:spPr>
        <p:txBody>
          <a:bodyPr anchor="ctr"/>
          <a:p>
            <a:r>
              <a:rPr lang="zh-CN" altLang="en-US" sz="2800" dirty="0">
                <a:solidFill>
                  <a:schemeClr val="accent2"/>
                </a:solidFill>
              </a:rPr>
              <a:t>关联矩阵 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24578" name="矩形 1259526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矩形 1259528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59536" name="组合 1259535"/>
          <p:cNvGrpSpPr/>
          <p:nvPr/>
        </p:nvGrpSpPr>
        <p:grpSpPr>
          <a:xfrm>
            <a:off x="684213" y="1052513"/>
            <a:ext cx="8135937" cy="519112"/>
            <a:chOff x="431" y="663"/>
            <a:chExt cx="5125" cy="327"/>
          </a:xfrm>
        </p:grpSpPr>
        <p:sp>
          <p:nvSpPr>
            <p:cNvPr id="24581" name="文本框 1259524"/>
            <p:cNvSpPr txBox="1"/>
            <p:nvPr/>
          </p:nvSpPr>
          <p:spPr>
            <a:xfrm>
              <a:off x="431" y="663"/>
              <a:ext cx="51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对无向图                 ，其关联矩阵                 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4582" name="对象 1259525"/>
            <p:cNvGraphicFramePr/>
            <p:nvPr/>
          </p:nvGraphicFramePr>
          <p:xfrm>
            <a:off x="1675" y="715"/>
            <a:ext cx="94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1" imgW="1497965" imgH="393700" progId="Equation.3">
                    <p:embed/>
                  </p:oleObj>
                </mc:Choice>
                <mc:Fallback>
                  <p:oleObj name="" r:id="rId1" imgW="1497965" imgH="393700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75" y="715"/>
                          <a:ext cx="944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3" name="对象 1259527"/>
            <p:cNvGraphicFramePr/>
            <p:nvPr/>
          </p:nvGraphicFramePr>
          <p:xfrm>
            <a:off x="4054" y="676"/>
            <a:ext cx="117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3" imgW="1866265" imgH="482600" progId="Equation.3">
                    <p:embed/>
                  </p:oleObj>
                </mc:Choice>
                <mc:Fallback>
                  <p:oleObj name="" r:id="rId3" imgW="1866265" imgH="482600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54" y="676"/>
                          <a:ext cx="1172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59530" name="文本框 1259529"/>
          <p:cNvSpPr txBox="1"/>
          <p:nvPr/>
        </p:nvSpPr>
        <p:spPr>
          <a:xfrm>
            <a:off x="992188" y="1557338"/>
            <a:ext cx="20891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其中：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5" name="矩形 1259531"/>
          <p:cNvSpPr/>
          <p:nvPr/>
        </p:nvSpPr>
        <p:spPr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9531" name="对象 1259530"/>
          <p:cNvGraphicFramePr/>
          <p:nvPr/>
        </p:nvGraphicFramePr>
        <p:xfrm>
          <a:off x="2841625" y="1700213"/>
          <a:ext cx="39624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5" imgW="3962400" imgH="1066800" progId="Equation.3">
                  <p:embed/>
                </p:oleObj>
              </mc:Choice>
              <mc:Fallback>
                <p:oleObj name="" r:id="rId5" imgW="3962400" imgH="10668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41625" y="1700213"/>
                        <a:ext cx="3962400" cy="1060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矩形 1259534"/>
          <p:cNvSpPr/>
          <p:nvPr/>
        </p:nvSpPr>
        <p:spPr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59538" name="内容占位符 1259537"/>
          <p:cNvGraphicFramePr>
            <a:graphicFrameLocks noGrp="1"/>
          </p:cNvGraphicFramePr>
          <p:nvPr>
            <p:ph/>
          </p:nvPr>
        </p:nvGraphicFramePr>
        <p:xfrm>
          <a:off x="3924300" y="3141663"/>
          <a:ext cx="3386138" cy="260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7" imgW="4165600" imgH="3200400" progId="Equation.3">
                  <p:embed/>
                </p:oleObj>
              </mc:Choice>
              <mc:Fallback>
                <p:oleObj name="" r:id="rId7" imgW="4165600" imgH="32004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4300" y="3141663"/>
                        <a:ext cx="3386138" cy="2601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59540" name="图片 12595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3068638"/>
            <a:ext cx="2881313" cy="2805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60552" name="组合 1260551"/>
          <p:cNvGrpSpPr/>
          <p:nvPr/>
        </p:nvGrpSpPr>
        <p:grpSpPr>
          <a:xfrm>
            <a:off x="973138" y="692150"/>
            <a:ext cx="8135937" cy="538163"/>
            <a:chOff x="613" y="436"/>
            <a:chExt cx="5125" cy="339"/>
          </a:xfrm>
        </p:grpSpPr>
        <p:sp>
          <p:nvSpPr>
            <p:cNvPr id="25602" name="文本框 1260548"/>
            <p:cNvSpPr txBox="1"/>
            <p:nvPr/>
          </p:nvSpPr>
          <p:spPr>
            <a:xfrm>
              <a:off x="613" y="436"/>
              <a:ext cx="51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对有向图                 ，其关联矩阵                 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5603" name="对象 1260549"/>
            <p:cNvGraphicFramePr/>
            <p:nvPr/>
          </p:nvGraphicFramePr>
          <p:xfrm>
            <a:off x="1857" y="488"/>
            <a:ext cx="94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1" imgW="1497965" imgH="393700" progId="Equation.3">
                    <p:embed/>
                  </p:oleObj>
                </mc:Choice>
                <mc:Fallback>
                  <p:oleObj name="" r:id="rId1" imgW="1497965" imgH="39370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57" y="488"/>
                          <a:ext cx="944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4" name="对象 1260550"/>
            <p:cNvGraphicFramePr/>
            <p:nvPr/>
          </p:nvGraphicFramePr>
          <p:xfrm>
            <a:off x="4249" y="475"/>
            <a:ext cx="117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3" imgW="1866265" imgH="482600" progId="Equation.3">
                    <p:embed/>
                  </p:oleObj>
                </mc:Choice>
                <mc:Fallback>
                  <p:oleObj name="" r:id="rId3" imgW="1866265" imgH="482600" progId="Equation.3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49" y="475"/>
                          <a:ext cx="1172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5" name="矩形 1260553"/>
          <p:cNvSpPr/>
          <p:nvPr/>
        </p:nvSpPr>
        <p:spPr>
          <a:xfrm>
            <a:off x="0" y="30622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60553" name="对象 1260552"/>
          <p:cNvGraphicFramePr/>
          <p:nvPr/>
        </p:nvGraphicFramePr>
        <p:xfrm>
          <a:off x="3302000" y="1350963"/>
          <a:ext cx="4806950" cy="161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5" imgW="4800600" imgH="1625600" progId="Equation.3">
                  <p:embed/>
                </p:oleObj>
              </mc:Choice>
              <mc:Fallback>
                <p:oleObj name="" r:id="rId5" imgW="4800600" imgH="16256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02000" y="1350963"/>
                        <a:ext cx="4806950" cy="1617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0555" name="文本框 1260554"/>
          <p:cNvSpPr txBox="1"/>
          <p:nvPr/>
        </p:nvSpPr>
        <p:spPr>
          <a:xfrm>
            <a:off x="1331913" y="1268413"/>
            <a:ext cx="13684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其中：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60556" name="图片 126055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3" y="3325813"/>
            <a:ext cx="2736850" cy="266541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60557" name="对象 1260556"/>
          <p:cNvGraphicFramePr/>
          <p:nvPr/>
        </p:nvGraphicFramePr>
        <p:xfrm>
          <a:off x="3863975" y="3198813"/>
          <a:ext cx="4616450" cy="264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8" imgW="4610100" imgH="2641600" progId="Equation.3">
                  <p:embed/>
                </p:oleObj>
              </mc:Choice>
              <mc:Fallback>
                <p:oleObj name="" r:id="rId8" imgW="4610100" imgH="26416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63975" y="3198813"/>
                        <a:ext cx="4616450" cy="2647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55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055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0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60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1262593"/>
          <p:cNvSpPr>
            <a:spLocks noGrp="1"/>
          </p:cNvSpPr>
          <p:nvPr>
            <p:ph type="title"/>
          </p:nvPr>
        </p:nvSpPr>
        <p:spPr>
          <a:xfrm>
            <a:off x="611188" y="333375"/>
            <a:ext cx="7696200" cy="576263"/>
          </a:xfrm>
        </p:spPr>
        <p:txBody>
          <a:bodyPr anchor="ctr"/>
          <a:p>
            <a:r>
              <a:rPr lang="en-US" altLang="zh-CN" sz="2800" dirty="0"/>
              <a:t>4) </a:t>
            </a:r>
            <a:r>
              <a:rPr lang="zh-CN" altLang="en-US" sz="2800" dirty="0"/>
              <a:t>图的顶点度</a:t>
            </a:r>
            <a:endParaRPr lang="zh-CN" altLang="en-US" sz="2800" dirty="0"/>
          </a:p>
        </p:txBody>
      </p:sp>
      <p:sp>
        <p:nvSpPr>
          <p:cNvPr id="1262598" name="文本框 1262597"/>
          <p:cNvSpPr txBox="1"/>
          <p:nvPr/>
        </p:nvSpPr>
        <p:spPr>
          <a:xfrm>
            <a:off x="827088" y="1027113"/>
            <a:ext cx="831691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定义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在无向图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中，与顶点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关联的边的数目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环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2599" name="文本框 1262598"/>
          <p:cNvSpPr txBox="1"/>
          <p:nvPr/>
        </p:nvSpPr>
        <p:spPr>
          <a:xfrm>
            <a:off x="684213" y="1412875"/>
            <a:ext cx="82089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算两次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称为顶点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度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次数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，记为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d(v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 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i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(v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).</a:t>
            </a:r>
            <a:endParaRPr lang="en-US" altLang="zh-CN" i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2600" name="文本框 1262599"/>
          <p:cNvSpPr txBox="1"/>
          <p:nvPr/>
        </p:nvSpPr>
        <p:spPr>
          <a:xfrm>
            <a:off x="684213" y="1835150"/>
            <a:ext cx="81359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  <a:buClr>
                <a:schemeClr val="bg1"/>
              </a:buClr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称度为奇数的顶点为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奇点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，度为偶数的顶点为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偶点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2602" name="文本框 1262601"/>
          <p:cNvSpPr txBox="1"/>
          <p:nvPr/>
        </p:nvSpPr>
        <p:spPr>
          <a:xfrm>
            <a:off x="755650" y="2478088"/>
            <a:ext cx="80645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在有向图中，从顶点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引出的边的数目称为顶点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2603" name="文本框 1262602"/>
          <p:cNvSpPr txBox="1"/>
          <p:nvPr/>
        </p:nvSpPr>
        <p:spPr>
          <a:xfrm>
            <a:off x="395288" y="2838450"/>
            <a:ext cx="84978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出度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，记为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i="1" baseline="30000" err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(v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引入的边的数目称为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2604" name="文本框 1262603"/>
          <p:cNvSpPr txBox="1"/>
          <p:nvPr/>
        </p:nvSpPr>
        <p:spPr>
          <a:xfrm>
            <a:off x="395288" y="3197225"/>
            <a:ext cx="84978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入度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，记为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 -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(v)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d(v)= d</a:t>
            </a:r>
            <a:r>
              <a:rPr lang="en-US" altLang="zh-CN" i="1" baseline="30000" err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(v)+d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 -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(v)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2605" name="文本框 1262604"/>
          <p:cNvSpPr txBox="1"/>
          <p:nvPr/>
        </p:nvSpPr>
        <p:spPr>
          <a:xfrm>
            <a:off x="684213" y="3557588"/>
            <a:ext cx="81359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度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次数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62624" name="组合 1262623"/>
          <p:cNvGrpSpPr/>
          <p:nvPr/>
        </p:nvGrpSpPr>
        <p:grpSpPr>
          <a:xfrm>
            <a:off x="755650" y="4284663"/>
            <a:ext cx="4608513" cy="800100"/>
            <a:chOff x="476" y="2795"/>
            <a:chExt cx="2903" cy="504"/>
          </a:xfrm>
        </p:grpSpPr>
        <p:sp>
          <p:nvSpPr>
            <p:cNvPr id="26634" name="文本框 1262605"/>
            <p:cNvSpPr txBox="1"/>
            <p:nvPr/>
          </p:nvSpPr>
          <p:spPr>
            <a:xfrm>
              <a:off x="476" y="2821"/>
              <a:ext cx="29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2" charset="-122"/>
                </a:rPr>
                <a:t>定理</a:t>
              </a:r>
              <a:endPara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26635" name="对象 1262606"/>
            <p:cNvGraphicFramePr/>
            <p:nvPr/>
          </p:nvGraphicFramePr>
          <p:xfrm>
            <a:off x="1003" y="2795"/>
            <a:ext cx="1204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1" imgW="1904365" imgH="799465" progId="Equation.3">
                    <p:embed/>
                  </p:oleObj>
                </mc:Choice>
                <mc:Fallback>
                  <p:oleObj name="" r:id="rId1" imgW="1904365" imgH="799465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03" y="2795"/>
                          <a:ext cx="1204" cy="5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62609" name="文本框 1262608"/>
          <p:cNvSpPr txBox="1"/>
          <p:nvPr/>
        </p:nvSpPr>
        <p:spPr>
          <a:xfrm>
            <a:off x="1401763" y="5518150"/>
            <a:ext cx="28813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的个数为偶数．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2612" name="文本框 1262611"/>
          <p:cNvSpPr txBox="1"/>
          <p:nvPr/>
        </p:nvSpPr>
        <p:spPr>
          <a:xfrm>
            <a:off x="682625" y="5141913"/>
            <a:ext cx="41767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推论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任何图中奇点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62613" name="图片 12626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838" y="3716338"/>
            <a:ext cx="2017712" cy="204311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62614" name="对象 1262613"/>
          <p:cNvGraphicFramePr/>
          <p:nvPr/>
        </p:nvGraphicFramePr>
        <p:xfrm>
          <a:off x="4087813" y="5805488"/>
          <a:ext cx="13049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4" imgW="1308100" imgH="419100" progId="Equation.3">
                  <p:embed/>
                </p:oleObj>
              </mc:Choice>
              <mc:Fallback>
                <p:oleObj name="" r:id="rId4" imgW="1308100" imgH="41910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87813" y="5805488"/>
                        <a:ext cx="130492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62616" name="图片 12626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525" y="3727450"/>
            <a:ext cx="1739900" cy="22939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62618" name="对象 1262617"/>
          <p:cNvGraphicFramePr/>
          <p:nvPr/>
        </p:nvGraphicFramePr>
        <p:xfrm>
          <a:off x="7513638" y="4435475"/>
          <a:ext cx="1287462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7" imgW="1485265" imgH="520700" progId="Equation.3">
                  <p:embed/>
                </p:oleObj>
              </mc:Choice>
              <mc:Fallback>
                <p:oleObj name="" r:id="rId7" imgW="1485265" imgH="5207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13638" y="4435475"/>
                        <a:ext cx="1287462" cy="452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2620" name="对象 1262619"/>
          <p:cNvGraphicFramePr/>
          <p:nvPr/>
        </p:nvGraphicFramePr>
        <p:xfrm>
          <a:off x="7524750" y="4916488"/>
          <a:ext cx="12604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9" imgW="1548765" imgH="520700" progId="Equation.3">
                  <p:embed/>
                </p:oleObj>
              </mc:Choice>
              <mc:Fallback>
                <p:oleObj name="" r:id="rId9" imgW="1548765" imgH="5207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24750" y="4916488"/>
                        <a:ext cx="1260475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2622" name="对象 1262621"/>
          <p:cNvGraphicFramePr/>
          <p:nvPr/>
        </p:nvGraphicFramePr>
        <p:xfrm>
          <a:off x="7524750" y="5468938"/>
          <a:ext cx="12573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11" imgW="1332865" imgH="431800" progId="Equation.3">
                  <p:embed/>
                </p:oleObj>
              </mc:Choice>
              <mc:Fallback>
                <p:oleObj name="" r:id="rId11" imgW="1332865" imgH="4318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24750" y="5468938"/>
                        <a:ext cx="1257300" cy="407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6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2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62602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3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62603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6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6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6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6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6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6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62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6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6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2598" grpId="0"/>
      <p:bldP spid="1262599" grpId="0"/>
      <p:bldP spid="1262600" grpId="0"/>
      <p:bldP spid="1262604" grpId="0"/>
      <p:bldP spid="1262605" grpId="0"/>
      <p:bldP spid="1262609" grpId="0"/>
      <p:bldP spid="12626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1263617"/>
          <p:cNvSpPr>
            <a:spLocks noGrp="1"/>
          </p:cNvSpPr>
          <p:nvPr>
            <p:ph type="title"/>
          </p:nvPr>
        </p:nvSpPr>
        <p:spPr>
          <a:xfrm>
            <a:off x="914400" y="476250"/>
            <a:ext cx="7696200" cy="514350"/>
          </a:xfrm>
        </p:spPr>
        <p:txBody>
          <a:bodyPr anchor="ctr"/>
          <a:p>
            <a:r>
              <a:rPr lang="en-US" altLang="zh-CN" sz="2800" dirty="0"/>
              <a:t>5) </a:t>
            </a:r>
            <a:r>
              <a:rPr lang="zh-CN" altLang="en-US" sz="2800" dirty="0"/>
              <a:t>路和连通</a:t>
            </a:r>
            <a:endParaRPr lang="zh-CN" altLang="en-US" sz="2800" dirty="0"/>
          </a:p>
        </p:txBody>
      </p:sp>
      <p:sp>
        <p:nvSpPr>
          <p:cNvPr id="1263621" name="文本框 1263620"/>
          <p:cNvSpPr txBox="1"/>
          <p:nvPr/>
        </p:nvSpPr>
        <p:spPr>
          <a:xfrm>
            <a:off x="539750" y="1052513"/>
            <a:ext cx="8353425" cy="4762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</a:pP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定义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无向图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的一条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途径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（或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通道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）是指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63658" name="组合 1263657"/>
          <p:cNvGrpSpPr/>
          <p:nvPr/>
        </p:nvGrpSpPr>
        <p:grpSpPr>
          <a:xfrm>
            <a:off x="539750" y="1557338"/>
            <a:ext cx="8208963" cy="476250"/>
            <a:chOff x="340" y="1162"/>
            <a:chExt cx="5171" cy="300"/>
          </a:xfrm>
        </p:grpSpPr>
        <p:sp>
          <p:nvSpPr>
            <p:cNvPr id="27652" name="文本框 1263621"/>
            <p:cNvSpPr txBox="1"/>
            <p:nvPr/>
          </p:nvSpPr>
          <p:spPr>
            <a:xfrm>
              <a:off x="340" y="1162"/>
              <a:ext cx="517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bg1"/>
                </a:buClr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一个有限非空序列                              ，它的项交替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653" name="对象 1263623"/>
            <p:cNvGraphicFramePr/>
            <p:nvPr/>
          </p:nvGraphicFramePr>
          <p:xfrm>
            <a:off x="2245" y="1162"/>
            <a:ext cx="17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1" imgW="2741930" imgH="431800" progId="Equation.3">
                    <p:embed/>
                  </p:oleObj>
                </mc:Choice>
                <mc:Fallback>
                  <p:oleObj name="" r:id="rId1" imgW="2741930" imgH="431800" progId="Equation.3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45" y="1162"/>
                          <a:ext cx="172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54" name="矩形 1263625"/>
          <p:cNvSpPr/>
          <p:nvPr/>
        </p:nvSpPr>
        <p:spPr>
          <a:xfrm>
            <a:off x="0" y="3140075"/>
            <a:ext cx="2222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r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5" name="矩形 1263626"/>
          <p:cNvSpPr/>
          <p:nvPr/>
        </p:nvSpPr>
        <p:spPr>
          <a:xfrm>
            <a:off x="0" y="3643313"/>
            <a:ext cx="233363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r>
              <a:rPr lang="en-US" altLang="zh-CN" sz="1400" b="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6" name="矩形 1263628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7" name="矩形 1263632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8" name="矩形 1263634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9" name="矩形 1263636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63659" name="组合 1263658"/>
          <p:cNvGrpSpPr/>
          <p:nvPr/>
        </p:nvGrpSpPr>
        <p:grpSpPr>
          <a:xfrm>
            <a:off x="487363" y="2030413"/>
            <a:ext cx="8426450" cy="506412"/>
            <a:chOff x="307" y="1279"/>
            <a:chExt cx="5308" cy="319"/>
          </a:xfrm>
        </p:grpSpPr>
        <p:sp>
          <p:nvSpPr>
            <p:cNvPr id="27661" name="文本框 1263630"/>
            <p:cNvSpPr txBox="1"/>
            <p:nvPr/>
          </p:nvSpPr>
          <p:spPr>
            <a:xfrm>
              <a:off x="307" y="1298"/>
              <a:ext cx="530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bg1"/>
                </a:buClr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地为顶点和边，使得对            ，  的端点是     和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662" name="对象 1263627"/>
            <p:cNvGraphicFramePr/>
            <p:nvPr/>
          </p:nvGraphicFramePr>
          <p:xfrm>
            <a:off x="2667" y="1343"/>
            <a:ext cx="71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7" name="" r:id="rId3" imgW="1129030" imgH="317500" progId="Equation.3">
                    <p:embed/>
                  </p:oleObj>
                </mc:Choice>
                <mc:Fallback>
                  <p:oleObj name="" r:id="rId3" imgW="1129030" imgH="317500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67" y="1343"/>
                          <a:ext cx="712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3" name="对象 1263631"/>
            <p:cNvGraphicFramePr/>
            <p:nvPr/>
          </p:nvGraphicFramePr>
          <p:xfrm>
            <a:off x="3560" y="1298"/>
            <a:ext cx="16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5" imgW="254000" imgH="431165" progId="Equation.3">
                    <p:embed/>
                  </p:oleObj>
                </mc:Choice>
                <mc:Fallback>
                  <p:oleObj name="" r:id="rId5" imgW="254000" imgH="431165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60" y="1298"/>
                          <a:ext cx="16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4" name="对象 1263633"/>
            <p:cNvGraphicFramePr/>
            <p:nvPr/>
          </p:nvGraphicFramePr>
          <p:xfrm>
            <a:off x="4604" y="1279"/>
            <a:ext cx="3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7" imgW="508000" imgH="431800" progId="Equation.3">
                    <p:embed/>
                  </p:oleObj>
                </mc:Choice>
                <mc:Fallback>
                  <p:oleObj name="" r:id="rId7" imgW="508000" imgH="4318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04" y="1279"/>
                          <a:ext cx="32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5" name="对象 1263635"/>
            <p:cNvGraphicFramePr/>
            <p:nvPr/>
          </p:nvGraphicFramePr>
          <p:xfrm>
            <a:off x="5161" y="1298"/>
            <a:ext cx="1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9" imgW="266065" imgH="431165" progId="Equation.3">
                    <p:embed/>
                  </p:oleObj>
                </mc:Choice>
                <mc:Fallback>
                  <p:oleObj name="" r:id="rId9" imgW="266065" imgH="431165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61" y="1298"/>
                          <a:ext cx="16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63653" name="组合 1263652"/>
          <p:cNvGrpSpPr/>
          <p:nvPr/>
        </p:nvGrpSpPr>
        <p:grpSpPr>
          <a:xfrm>
            <a:off x="466725" y="2549525"/>
            <a:ext cx="8353425" cy="519113"/>
            <a:chOff x="294" y="1933"/>
            <a:chExt cx="5262" cy="327"/>
          </a:xfrm>
        </p:grpSpPr>
        <p:sp>
          <p:nvSpPr>
            <p:cNvPr id="27667" name="文本框 1263637"/>
            <p:cNvSpPr txBox="1"/>
            <p:nvPr/>
          </p:nvSpPr>
          <p:spPr>
            <a:xfrm>
              <a:off x="294" y="1933"/>
              <a:ext cx="52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称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是从   到    的一条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途径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，或一条            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途径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.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整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668" name="对象 1263638"/>
            <p:cNvGraphicFramePr/>
            <p:nvPr/>
          </p:nvGraphicFramePr>
          <p:xfrm>
            <a:off x="1213" y="1947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11" imgW="317500" imgH="431165" progId="Equation.3">
                    <p:embed/>
                  </p:oleObj>
                </mc:Choice>
                <mc:Fallback>
                  <p:oleObj name="" r:id="rId11" imgW="317500" imgH="431165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13" y="1947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9" name="对象 1263640"/>
            <p:cNvGraphicFramePr/>
            <p:nvPr/>
          </p:nvGraphicFramePr>
          <p:xfrm>
            <a:off x="1650" y="1934"/>
            <a:ext cx="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13" imgW="330200" imgH="431800" progId="Equation.3">
                    <p:embed/>
                  </p:oleObj>
                </mc:Choice>
                <mc:Fallback>
                  <p:oleObj name="" r:id="rId13" imgW="330200" imgH="4318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50" y="1934"/>
                          <a:ext cx="20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0" name="对象 1263642"/>
            <p:cNvGraphicFramePr/>
            <p:nvPr/>
          </p:nvGraphicFramePr>
          <p:xfrm>
            <a:off x="3957" y="1959"/>
            <a:ext cx="65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15" imgW="1028065" imgH="431800" progId="Equation.3">
                    <p:embed/>
                  </p:oleObj>
                </mc:Choice>
                <mc:Fallback>
                  <p:oleObj name="" r:id="rId15" imgW="1028065" imgH="4318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957" y="1959"/>
                          <a:ext cx="653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63661" name="组合 1263660"/>
          <p:cNvGrpSpPr/>
          <p:nvPr/>
        </p:nvGrpSpPr>
        <p:grpSpPr>
          <a:xfrm>
            <a:off x="466725" y="3068638"/>
            <a:ext cx="8426450" cy="519112"/>
            <a:chOff x="294" y="2287"/>
            <a:chExt cx="5308" cy="327"/>
          </a:xfrm>
        </p:grpSpPr>
        <p:sp>
          <p:nvSpPr>
            <p:cNvPr id="27672" name="文本框 1263644"/>
            <p:cNvSpPr txBox="1"/>
            <p:nvPr/>
          </p:nvSpPr>
          <p:spPr>
            <a:xfrm>
              <a:off x="294" y="2287"/>
              <a:ext cx="53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数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称为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的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长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.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顶点    和    分别称为的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起点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和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终点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673" name="对象 1263645"/>
            <p:cNvGraphicFramePr/>
            <p:nvPr/>
          </p:nvGraphicFramePr>
          <p:xfrm>
            <a:off x="2381" y="2287"/>
            <a:ext cx="19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17" imgW="317500" imgH="431165" progId="Equation.3">
                    <p:embed/>
                  </p:oleObj>
                </mc:Choice>
                <mc:Fallback>
                  <p:oleObj name="" r:id="rId17" imgW="317500" imgH="431165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381" y="2287"/>
                          <a:ext cx="197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4" name="对象 1263647"/>
            <p:cNvGraphicFramePr/>
            <p:nvPr/>
          </p:nvGraphicFramePr>
          <p:xfrm>
            <a:off x="2874" y="2287"/>
            <a:ext cx="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19" imgW="330200" imgH="431800" progId="Equation.3">
                    <p:embed/>
                  </p:oleObj>
                </mc:Choice>
                <mc:Fallback>
                  <p:oleObj name="" r:id="rId19" imgW="330200" imgH="4318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874" y="2287"/>
                          <a:ext cx="20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63662" name="组合 1263661"/>
          <p:cNvGrpSpPr/>
          <p:nvPr/>
        </p:nvGrpSpPr>
        <p:grpSpPr>
          <a:xfrm>
            <a:off x="468313" y="3500438"/>
            <a:ext cx="8208962" cy="519112"/>
            <a:chOff x="295" y="2568"/>
            <a:chExt cx="5171" cy="327"/>
          </a:xfrm>
        </p:grpSpPr>
        <p:sp>
          <p:nvSpPr>
            <p:cNvPr id="27676" name="文本框 1263649"/>
            <p:cNvSpPr txBox="1"/>
            <p:nvPr/>
          </p:nvSpPr>
          <p:spPr>
            <a:xfrm>
              <a:off x="295" y="2568"/>
              <a:ext cx="5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而                    称为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的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内部顶点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677" name="对象 1263650"/>
            <p:cNvGraphicFramePr/>
            <p:nvPr/>
          </p:nvGraphicFramePr>
          <p:xfrm>
            <a:off x="638" y="2594"/>
            <a:ext cx="116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name="" r:id="rId21" imgW="1840865" imgH="431800" progId="Equation.3">
                    <p:embed/>
                  </p:oleObj>
                </mc:Choice>
                <mc:Fallback>
                  <p:oleObj name="" r:id="rId21" imgW="1840865" imgH="4318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38" y="2594"/>
                          <a:ext cx="116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63654" name="文本框 1263653"/>
          <p:cNvSpPr txBox="1"/>
          <p:nvPr/>
        </p:nvSpPr>
        <p:spPr>
          <a:xfrm>
            <a:off x="539750" y="4105275"/>
            <a:ext cx="8208963" cy="4762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2)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若途径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的边互不相同但顶点可重复，则称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3655" name="文本框 1263654"/>
          <p:cNvSpPr txBox="1"/>
          <p:nvPr/>
        </p:nvSpPr>
        <p:spPr>
          <a:xfrm>
            <a:off x="466725" y="4537075"/>
            <a:ext cx="7993063" cy="4762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迹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简单链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3657" name="文本框 1263656"/>
          <p:cNvSpPr txBox="1"/>
          <p:nvPr/>
        </p:nvSpPr>
        <p:spPr>
          <a:xfrm>
            <a:off x="539750" y="5157788"/>
            <a:ext cx="8208963" cy="4762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3)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若途径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的顶点和边均互不相同，则称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路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63673" name="组合 1263672"/>
          <p:cNvGrpSpPr/>
          <p:nvPr/>
        </p:nvGrpSpPr>
        <p:grpSpPr>
          <a:xfrm>
            <a:off x="574675" y="5589588"/>
            <a:ext cx="8677275" cy="476250"/>
            <a:chOff x="362" y="3521"/>
            <a:chExt cx="5466" cy="300"/>
          </a:xfrm>
        </p:grpSpPr>
        <p:sp>
          <p:nvSpPr>
            <p:cNvPr id="27682" name="文本框 1263662"/>
            <p:cNvSpPr txBox="1"/>
            <p:nvPr/>
          </p:nvSpPr>
          <p:spPr>
            <a:xfrm>
              <a:off x="362" y="3521"/>
              <a:ext cx="546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bg1"/>
                </a:buClr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或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路径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.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一条起点为    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终点为    的路称为    　 　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路</a:t>
              </a:r>
              <a:endPara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683" name="对象 1263664"/>
            <p:cNvGraphicFramePr/>
            <p:nvPr/>
          </p:nvGraphicFramePr>
          <p:xfrm>
            <a:off x="2366" y="3521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23" imgW="317500" imgH="431165" progId="Equation.3">
                    <p:embed/>
                  </p:oleObj>
                </mc:Choice>
                <mc:Fallback>
                  <p:oleObj name="" r:id="rId23" imgW="317500" imgH="431165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366" y="3521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4" name="对象 1263666"/>
            <p:cNvGraphicFramePr/>
            <p:nvPr/>
          </p:nvGraphicFramePr>
          <p:xfrm>
            <a:off x="3334" y="3522"/>
            <a:ext cx="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25" imgW="330200" imgH="431800" progId="Equation.3">
                    <p:embed/>
                  </p:oleObj>
                </mc:Choice>
                <mc:Fallback>
                  <p:oleObj name="" r:id="rId25" imgW="330200" imgH="4318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334" y="3522"/>
                          <a:ext cx="20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5" name="对象 1263668"/>
            <p:cNvGraphicFramePr/>
            <p:nvPr/>
          </p:nvGraphicFramePr>
          <p:xfrm>
            <a:off x="4541" y="3548"/>
            <a:ext cx="6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27" imgW="1028065" imgH="431800" progId="Equation.3">
                    <p:embed/>
                  </p:oleObj>
                </mc:Choice>
                <mc:Fallback>
                  <p:oleObj name="" r:id="rId27" imgW="1028065" imgH="4318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541" y="3548"/>
                          <a:ext cx="65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63674" name="组合 1263673"/>
          <p:cNvGrpSpPr/>
          <p:nvPr/>
        </p:nvGrpSpPr>
        <p:grpSpPr>
          <a:xfrm>
            <a:off x="539750" y="6021388"/>
            <a:ext cx="5256213" cy="476250"/>
            <a:chOff x="340" y="3793"/>
            <a:chExt cx="3311" cy="300"/>
          </a:xfrm>
        </p:grpSpPr>
        <p:sp>
          <p:nvSpPr>
            <p:cNvPr id="27687" name="文本框 1263663"/>
            <p:cNvSpPr txBox="1"/>
            <p:nvPr/>
          </p:nvSpPr>
          <p:spPr>
            <a:xfrm>
              <a:off x="340" y="3793"/>
              <a:ext cx="331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bg1"/>
                </a:buClr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记为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688" name="对象 1263670"/>
            <p:cNvGraphicFramePr/>
            <p:nvPr/>
          </p:nvGraphicFramePr>
          <p:xfrm>
            <a:off x="833" y="3819"/>
            <a:ext cx="84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" name="" r:id="rId29" imgW="1345565" imgH="431800" progId="Equation.3">
                    <p:embed/>
                  </p:oleObj>
                </mc:Choice>
                <mc:Fallback>
                  <p:oleObj name="" r:id="rId29" imgW="1345565" imgH="431800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833" y="3819"/>
                          <a:ext cx="843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2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362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6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6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6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63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57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63657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6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6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3654" grpId="0"/>
      <p:bldP spid="126365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文本框 1264643"/>
          <p:cNvSpPr txBox="1"/>
          <p:nvPr/>
        </p:nvSpPr>
        <p:spPr>
          <a:xfrm>
            <a:off x="827088" y="549275"/>
            <a:ext cx="66976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定义</a:t>
            </a:r>
            <a:endParaRPr lang="zh-CN" altLang="en-US" dirty="0">
              <a:solidFill>
                <a:srgbClr val="008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grpSp>
        <p:nvGrpSpPr>
          <p:cNvPr id="1264662" name="组合 1264661"/>
          <p:cNvGrpSpPr/>
          <p:nvPr/>
        </p:nvGrpSpPr>
        <p:grpSpPr>
          <a:xfrm>
            <a:off x="755650" y="1181100"/>
            <a:ext cx="7921625" cy="476250"/>
            <a:chOff x="476" y="744"/>
            <a:chExt cx="4990" cy="300"/>
          </a:xfrm>
        </p:grpSpPr>
        <p:sp>
          <p:nvSpPr>
            <p:cNvPr id="28675" name="文本框 1264644"/>
            <p:cNvSpPr txBox="1"/>
            <p:nvPr/>
          </p:nvSpPr>
          <p:spPr>
            <a:xfrm>
              <a:off x="476" y="744"/>
              <a:ext cx="499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bg1"/>
                </a:buClr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    1)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途径                          中由相继项构成子序列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676" name="对象 1264645"/>
            <p:cNvGraphicFramePr/>
            <p:nvPr/>
          </p:nvGraphicFramePr>
          <p:xfrm>
            <a:off x="1578" y="754"/>
            <a:ext cx="14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1" imgW="2322830" imgH="431800" progId="Equation.3">
                    <p:embed/>
                  </p:oleObj>
                </mc:Choice>
                <mc:Fallback>
                  <p:oleObj name="" r:id="rId1" imgW="2322830" imgH="431800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78" y="754"/>
                          <a:ext cx="146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64663" name="组合 1264662"/>
          <p:cNvGrpSpPr/>
          <p:nvPr/>
        </p:nvGrpSpPr>
        <p:grpSpPr>
          <a:xfrm>
            <a:off x="539750" y="1646238"/>
            <a:ext cx="8280400" cy="520700"/>
            <a:chOff x="340" y="998"/>
            <a:chExt cx="5216" cy="328"/>
          </a:xfrm>
        </p:grpSpPr>
        <p:sp>
          <p:nvSpPr>
            <p:cNvPr id="28678" name="文本框 1264647"/>
            <p:cNvSpPr txBox="1"/>
            <p:nvPr/>
          </p:nvSpPr>
          <p:spPr>
            <a:xfrm>
              <a:off x="340" y="1026"/>
              <a:ext cx="521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bg1"/>
                </a:buClr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                  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称为途径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的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节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679" name="对象 1264648"/>
            <p:cNvGraphicFramePr/>
            <p:nvPr/>
          </p:nvGraphicFramePr>
          <p:xfrm>
            <a:off x="521" y="998"/>
            <a:ext cx="131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3" imgW="2082165" imgH="482600" progId="Equation.3">
                    <p:embed/>
                  </p:oleObj>
                </mc:Choice>
                <mc:Fallback>
                  <p:oleObj name="" r:id="rId3" imgW="2082165" imgH="482600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1" y="998"/>
                          <a:ext cx="1316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64652" name="文本框 1264651"/>
          <p:cNvSpPr txBox="1"/>
          <p:nvPr/>
        </p:nvSpPr>
        <p:spPr>
          <a:xfrm>
            <a:off x="611188" y="2232025"/>
            <a:ext cx="7993062" cy="4762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2)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起点与终点重合的途径称为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闭途径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4653" name="文本框 1264652"/>
          <p:cNvSpPr txBox="1"/>
          <p:nvPr/>
        </p:nvSpPr>
        <p:spPr>
          <a:xfrm>
            <a:off x="539750" y="2808288"/>
            <a:ext cx="8208963" cy="4762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3)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起点与终点重合的的路称为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回路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，长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4654" name="文本框 1264653"/>
          <p:cNvSpPr txBox="1"/>
          <p:nvPr/>
        </p:nvSpPr>
        <p:spPr>
          <a:xfrm>
            <a:off x="611188" y="3313113"/>
            <a:ext cx="8208962" cy="4762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的圈称为</a:t>
            </a:r>
            <a:r>
              <a:rPr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阶圈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，记为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4655" name="文本框 1264654"/>
          <p:cNvSpPr txBox="1"/>
          <p:nvPr/>
        </p:nvSpPr>
        <p:spPr>
          <a:xfrm>
            <a:off x="684213" y="3846513"/>
            <a:ext cx="79930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若在图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中存在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路，则称顶点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4656" name="文本框 1264655"/>
          <p:cNvSpPr txBox="1"/>
          <p:nvPr/>
        </p:nvSpPr>
        <p:spPr>
          <a:xfrm>
            <a:off x="539750" y="4308475"/>
            <a:ext cx="81375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连通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4657" name="文本框 1264656"/>
          <p:cNvSpPr txBox="1"/>
          <p:nvPr/>
        </p:nvSpPr>
        <p:spPr>
          <a:xfrm>
            <a:off x="611188" y="4895850"/>
            <a:ext cx="82089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若在图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是连通的，则顶点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之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4658" name="文本框 1264657"/>
          <p:cNvSpPr txBox="1"/>
          <p:nvPr/>
        </p:nvSpPr>
        <p:spPr>
          <a:xfrm>
            <a:off x="539750" y="5357813"/>
            <a:ext cx="82089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之间的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距离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是指图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中最短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路的长；若没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4660" name="文本框 1264659"/>
          <p:cNvSpPr txBox="1"/>
          <p:nvPr/>
        </p:nvSpPr>
        <p:spPr>
          <a:xfrm>
            <a:off x="539750" y="5830888"/>
            <a:ext cx="80645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没有路连接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，则定义为无穷大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53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4653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5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6465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6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56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64656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5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6465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6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6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4652" grpId="0"/>
      <p:bldP spid="1264655" grpId="0"/>
      <p:bldP spid="1264658" grpId="0"/>
      <p:bldP spid="126466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7716" name="文本框 1267715"/>
          <p:cNvSpPr txBox="1"/>
          <p:nvPr/>
        </p:nvSpPr>
        <p:spPr>
          <a:xfrm>
            <a:off x="684213" y="646113"/>
            <a:ext cx="80645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6)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中任意两点皆连通的图称为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连通图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．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698" name="矩形 1267716"/>
          <p:cNvSpPr/>
          <p:nvPr/>
        </p:nvSpPr>
        <p:spPr>
          <a:xfrm>
            <a:off x="2765425" y="2855913"/>
            <a:ext cx="222250" cy="274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r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67718" name="组合 1267717"/>
          <p:cNvGrpSpPr/>
          <p:nvPr/>
        </p:nvGrpSpPr>
        <p:grpSpPr>
          <a:xfrm>
            <a:off x="539750" y="1350963"/>
            <a:ext cx="8353425" cy="525462"/>
            <a:chOff x="340" y="799"/>
            <a:chExt cx="5262" cy="331"/>
          </a:xfrm>
        </p:grpSpPr>
        <p:sp>
          <p:nvSpPr>
            <p:cNvPr id="29700" name="文本框 1267718"/>
            <p:cNvSpPr txBox="1"/>
            <p:nvPr/>
          </p:nvSpPr>
          <p:spPr>
            <a:xfrm>
              <a:off x="340" y="799"/>
              <a:ext cx="52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7)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对于有向图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，若                            ，且    有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9701" name="对象 1267719"/>
            <p:cNvGraphicFramePr/>
            <p:nvPr/>
          </p:nvGraphicFramePr>
          <p:xfrm>
            <a:off x="2701" y="858"/>
            <a:ext cx="172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1" imgW="2741930" imgH="431800" progId="Equation.3">
                    <p:embed/>
                  </p:oleObj>
                </mc:Choice>
                <mc:Fallback>
                  <p:oleObj name="" r:id="rId1" imgW="2741930" imgH="431800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01" y="858"/>
                          <a:ext cx="172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2" name="对象 1267720"/>
            <p:cNvGraphicFramePr/>
            <p:nvPr/>
          </p:nvGraphicFramePr>
          <p:xfrm>
            <a:off x="4921" y="845"/>
            <a:ext cx="16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3" imgW="254000" imgH="431165" progId="Equation.3">
                    <p:embed/>
                  </p:oleObj>
                </mc:Choice>
                <mc:Fallback>
                  <p:oleObj name="" r:id="rId3" imgW="254000" imgH="431165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21" y="845"/>
                          <a:ext cx="16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67722" name="文本框 1267721"/>
          <p:cNvSpPr txBox="1"/>
          <p:nvPr/>
        </p:nvSpPr>
        <p:spPr>
          <a:xfrm>
            <a:off x="684213" y="2513013"/>
            <a:ext cx="81359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类似地，可定义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有向迹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有向路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67723" name="组合 1267722"/>
          <p:cNvGrpSpPr/>
          <p:nvPr/>
        </p:nvGrpSpPr>
        <p:grpSpPr>
          <a:xfrm>
            <a:off x="755650" y="1814513"/>
            <a:ext cx="7993063" cy="519112"/>
            <a:chOff x="476" y="1078"/>
            <a:chExt cx="5035" cy="327"/>
          </a:xfrm>
        </p:grpSpPr>
        <p:sp>
          <p:nvSpPr>
            <p:cNvPr id="29705" name="文本框 1267723"/>
            <p:cNvSpPr txBox="1"/>
            <p:nvPr/>
          </p:nvSpPr>
          <p:spPr>
            <a:xfrm>
              <a:off x="476" y="1078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头    和尾      ，则称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为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有向途径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9706" name="对象 1267724"/>
            <p:cNvGraphicFramePr/>
            <p:nvPr/>
          </p:nvGraphicFramePr>
          <p:xfrm>
            <a:off x="803" y="1117"/>
            <a:ext cx="1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5" imgW="266065" imgH="431165" progId="Equation.3">
                    <p:embed/>
                  </p:oleObj>
                </mc:Choice>
                <mc:Fallback>
                  <p:oleObj name="" r:id="rId5" imgW="266065" imgH="431165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03" y="1117"/>
                          <a:ext cx="16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7" name="对象 1267725"/>
            <p:cNvGraphicFramePr/>
            <p:nvPr/>
          </p:nvGraphicFramePr>
          <p:xfrm>
            <a:off x="1474" y="1103"/>
            <a:ext cx="3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7" imgW="508000" imgH="431800" progId="Equation.3">
                    <p:embed/>
                  </p:oleObj>
                </mc:Choice>
                <mc:Fallback>
                  <p:oleObj name="" r:id="rId7" imgW="508000" imgH="43180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74" y="1103"/>
                          <a:ext cx="32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8" name="文本框 1267726"/>
          <p:cNvSpPr txBox="1"/>
          <p:nvPr/>
        </p:nvSpPr>
        <p:spPr>
          <a:xfrm>
            <a:off x="755650" y="3284538"/>
            <a:ext cx="46085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7728" name="文本框 1267727"/>
          <p:cNvSpPr txBox="1"/>
          <p:nvPr/>
        </p:nvSpPr>
        <p:spPr>
          <a:xfrm>
            <a:off x="900113" y="3270250"/>
            <a:ext cx="48958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在右图中：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7729" name="文本框 1267728"/>
          <p:cNvSpPr txBox="1"/>
          <p:nvPr/>
        </p:nvSpPr>
        <p:spPr>
          <a:xfrm>
            <a:off x="611188" y="3846513"/>
            <a:ext cx="41036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途径或链：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7730" name="文本框 1267729"/>
          <p:cNvSpPr txBox="1"/>
          <p:nvPr/>
        </p:nvSpPr>
        <p:spPr>
          <a:xfrm>
            <a:off x="611188" y="4422775"/>
            <a:ext cx="28082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迹或简单链：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7731" name="文本框 1267730"/>
          <p:cNvSpPr txBox="1"/>
          <p:nvPr/>
        </p:nvSpPr>
        <p:spPr>
          <a:xfrm>
            <a:off x="611188" y="4997450"/>
            <a:ext cx="28082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路或路径：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7732" name="文本框 1267731"/>
          <p:cNvSpPr txBox="1"/>
          <p:nvPr/>
        </p:nvSpPr>
        <p:spPr>
          <a:xfrm>
            <a:off x="611188" y="5646738"/>
            <a:ext cx="28082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圈或回路：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67733" name="图片 1267732"/>
          <p:cNvPicPr>
            <a:picLocks noChangeAspect="1"/>
          </p:cNvPicPr>
          <p:nvPr/>
        </p:nvPicPr>
        <p:blipFill>
          <a:blip r:embed="rId9">
            <a:lum contrast="1998"/>
          </a:blip>
          <a:stretch>
            <a:fillRect/>
          </a:stretch>
        </p:blipFill>
        <p:spPr>
          <a:xfrm>
            <a:off x="5292725" y="2997200"/>
            <a:ext cx="3240088" cy="29178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267734" name="对象 1267733"/>
          <p:cNvGraphicFramePr/>
          <p:nvPr/>
        </p:nvGraphicFramePr>
        <p:xfrm>
          <a:off x="2671763" y="3937000"/>
          <a:ext cx="19256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0" imgW="1917065" imgH="482600" progId="Equation.3">
                  <p:embed/>
                </p:oleObj>
              </mc:Choice>
              <mc:Fallback>
                <p:oleObj name="" r:id="rId10" imgW="1917065" imgH="4826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71763" y="3937000"/>
                        <a:ext cx="1925637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7735" name="对象 1267734"/>
          <p:cNvGraphicFramePr/>
          <p:nvPr/>
        </p:nvGraphicFramePr>
        <p:xfrm>
          <a:off x="2697163" y="4543425"/>
          <a:ext cx="19462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12" imgW="1955165" imgH="393700" progId="Equation.3">
                  <p:embed/>
                </p:oleObj>
              </mc:Choice>
              <mc:Fallback>
                <p:oleObj name="" r:id="rId12" imgW="1955165" imgH="3937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97163" y="4543425"/>
                        <a:ext cx="1946275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7736" name="对象 1267735"/>
          <p:cNvGraphicFramePr/>
          <p:nvPr/>
        </p:nvGraphicFramePr>
        <p:xfrm>
          <a:off x="2443163" y="5048250"/>
          <a:ext cx="13716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4" imgW="1370965" imgH="482600" progId="Equation.3">
                  <p:embed/>
                </p:oleObj>
              </mc:Choice>
              <mc:Fallback>
                <p:oleObj name="" r:id="rId14" imgW="1370965" imgH="4826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43163" y="5048250"/>
                        <a:ext cx="137160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7737" name="对象 1267736"/>
          <p:cNvGraphicFramePr/>
          <p:nvPr/>
        </p:nvGraphicFramePr>
        <p:xfrm>
          <a:off x="2535238" y="5705475"/>
          <a:ext cx="18923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16" imgW="1891665" imgH="393700" progId="Equation.3">
                  <p:embed/>
                </p:oleObj>
              </mc:Choice>
              <mc:Fallback>
                <p:oleObj name="" r:id="rId16" imgW="1891665" imgH="3937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535238" y="5705475"/>
                        <a:ext cx="189230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7738" name="直接连接符 1267737"/>
          <p:cNvSpPr/>
          <p:nvPr/>
        </p:nvSpPr>
        <p:spPr>
          <a:xfrm>
            <a:off x="5897563" y="3519488"/>
            <a:ext cx="0" cy="144145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7739" name="任意多边形 1267738"/>
          <p:cNvSpPr/>
          <p:nvPr/>
        </p:nvSpPr>
        <p:spPr>
          <a:xfrm>
            <a:off x="5867400" y="4652963"/>
            <a:ext cx="1374775" cy="436562"/>
          </a:xfrm>
          <a:custGeom>
            <a:avLst/>
            <a:gdLst/>
            <a:ahLst/>
            <a:cxnLst/>
            <a:pathLst>
              <a:path w="866" h="275">
                <a:moveTo>
                  <a:pt x="2" y="275"/>
                </a:moveTo>
                <a:cubicBezTo>
                  <a:pt x="6" y="236"/>
                  <a:pt x="0" y="194"/>
                  <a:pt x="15" y="157"/>
                </a:cubicBezTo>
                <a:cubicBezTo>
                  <a:pt x="20" y="144"/>
                  <a:pt x="42" y="151"/>
                  <a:pt x="54" y="144"/>
                </a:cubicBezTo>
                <a:cubicBezTo>
                  <a:pt x="81" y="129"/>
                  <a:pt x="132" y="92"/>
                  <a:pt x="132" y="92"/>
                </a:cubicBezTo>
                <a:cubicBezTo>
                  <a:pt x="152" y="35"/>
                  <a:pt x="138" y="20"/>
                  <a:pt x="198" y="0"/>
                </a:cubicBezTo>
                <a:cubicBezTo>
                  <a:pt x="368" y="4"/>
                  <a:pt x="538" y="0"/>
                  <a:pt x="708" y="13"/>
                </a:cubicBezTo>
                <a:cubicBezTo>
                  <a:pt x="721" y="14"/>
                  <a:pt x="725" y="32"/>
                  <a:pt x="735" y="40"/>
                </a:cubicBezTo>
                <a:cubicBezTo>
                  <a:pt x="760" y="59"/>
                  <a:pt x="813" y="92"/>
                  <a:pt x="813" y="92"/>
                </a:cubicBezTo>
                <a:cubicBezTo>
                  <a:pt x="838" y="167"/>
                  <a:pt x="866" y="181"/>
                  <a:pt x="866" y="275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67740" name="任意多边形 1267739"/>
          <p:cNvSpPr/>
          <p:nvPr/>
        </p:nvSpPr>
        <p:spPr>
          <a:xfrm>
            <a:off x="5870575" y="4743450"/>
            <a:ext cx="1412875" cy="355600"/>
          </a:xfrm>
          <a:custGeom>
            <a:avLst/>
            <a:gdLst/>
            <a:ahLst/>
            <a:cxnLst/>
            <a:pathLst>
              <a:path w="890" h="240">
                <a:moveTo>
                  <a:pt x="890" y="221"/>
                </a:moveTo>
                <a:cubicBezTo>
                  <a:pt x="824" y="199"/>
                  <a:pt x="854" y="221"/>
                  <a:pt x="824" y="129"/>
                </a:cubicBezTo>
                <a:lnTo>
                  <a:pt x="824" y="129"/>
                </a:lnTo>
                <a:cubicBezTo>
                  <a:pt x="715" y="57"/>
                  <a:pt x="733" y="67"/>
                  <a:pt x="589" y="51"/>
                </a:cubicBezTo>
                <a:cubicBezTo>
                  <a:pt x="435" y="0"/>
                  <a:pt x="538" y="23"/>
                  <a:pt x="274" y="38"/>
                </a:cubicBezTo>
                <a:cubicBezTo>
                  <a:pt x="217" y="57"/>
                  <a:pt x="178" y="83"/>
                  <a:pt x="117" y="103"/>
                </a:cubicBezTo>
                <a:cubicBezTo>
                  <a:pt x="104" y="107"/>
                  <a:pt x="78" y="116"/>
                  <a:pt x="78" y="116"/>
                </a:cubicBezTo>
                <a:cubicBezTo>
                  <a:pt x="69" y="125"/>
                  <a:pt x="58" y="132"/>
                  <a:pt x="52" y="143"/>
                </a:cubicBezTo>
                <a:cubicBezTo>
                  <a:pt x="4" y="240"/>
                  <a:pt x="57" y="205"/>
                  <a:pt x="0" y="234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67741" name="任意多边形 1267740"/>
          <p:cNvSpPr/>
          <p:nvPr/>
        </p:nvSpPr>
        <p:spPr>
          <a:xfrm>
            <a:off x="5870575" y="5087938"/>
            <a:ext cx="1371600" cy="234950"/>
          </a:xfrm>
          <a:custGeom>
            <a:avLst/>
            <a:gdLst/>
            <a:ahLst/>
            <a:cxnLst/>
            <a:pathLst>
              <a:path w="864" h="148">
                <a:moveTo>
                  <a:pt x="0" y="1"/>
                </a:moveTo>
                <a:cubicBezTo>
                  <a:pt x="23" y="17"/>
                  <a:pt x="41" y="39"/>
                  <a:pt x="65" y="54"/>
                </a:cubicBezTo>
                <a:cubicBezTo>
                  <a:pt x="96" y="73"/>
                  <a:pt x="197" y="79"/>
                  <a:pt x="209" y="80"/>
                </a:cubicBezTo>
                <a:cubicBezTo>
                  <a:pt x="412" y="148"/>
                  <a:pt x="373" y="140"/>
                  <a:pt x="798" y="80"/>
                </a:cubicBezTo>
                <a:cubicBezTo>
                  <a:pt x="820" y="77"/>
                  <a:pt x="799" y="33"/>
                  <a:pt x="811" y="14"/>
                </a:cubicBezTo>
                <a:cubicBezTo>
                  <a:pt x="821" y="0"/>
                  <a:pt x="848" y="1"/>
                  <a:pt x="864" y="1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67742" name="直接连接符 1267741"/>
          <p:cNvSpPr/>
          <p:nvPr/>
        </p:nvSpPr>
        <p:spPr>
          <a:xfrm>
            <a:off x="7265988" y="5103813"/>
            <a:ext cx="865187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267744" name="图片 12677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2725" y="2997200"/>
            <a:ext cx="3240088" cy="295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67745" name="直接连接符 1267744"/>
          <p:cNvSpPr/>
          <p:nvPr/>
        </p:nvSpPr>
        <p:spPr>
          <a:xfrm>
            <a:off x="7308850" y="3429000"/>
            <a:ext cx="935038" cy="1512888"/>
          </a:xfrm>
          <a:prstGeom prst="line">
            <a:avLst/>
          </a:prstGeom>
          <a:ln w="952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7746" name="直接连接符 1267745"/>
          <p:cNvSpPr/>
          <p:nvPr/>
        </p:nvSpPr>
        <p:spPr>
          <a:xfrm flipH="1" flipV="1">
            <a:off x="7308850" y="4868863"/>
            <a:ext cx="935038" cy="73025"/>
          </a:xfrm>
          <a:prstGeom prst="line">
            <a:avLst/>
          </a:prstGeom>
          <a:ln w="952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7747" name="直接连接符 1267746"/>
          <p:cNvSpPr/>
          <p:nvPr/>
        </p:nvSpPr>
        <p:spPr>
          <a:xfrm flipV="1">
            <a:off x="7308850" y="3429000"/>
            <a:ext cx="0" cy="1439863"/>
          </a:xfrm>
          <a:prstGeom prst="line">
            <a:avLst/>
          </a:prstGeom>
          <a:ln w="952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7748" name="直接连接符 1267747"/>
          <p:cNvSpPr/>
          <p:nvPr/>
        </p:nvSpPr>
        <p:spPr>
          <a:xfrm flipH="1" flipV="1">
            <a:off x="5940425" y="3429000"/>
            <a:ext cx="1368425" cy="0"/>
          </a:xfrm>
          <a:prstGeom prst="line">
            <a:avLst/>
          </a:prstGeom>
          <a:ln w="952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7749" name="直接连接符 1267748"/>
          <p:cNvSpPr/>
          <p:nvPr/>
        </p:nvSpPr>
        <p:spPr>
          <a:xfrm flipH="1">
            <a:off x="5940425" y="3500438"/>
            <a:ext cx="0" cy="1441450"/>
          </a:xfrm>
          <a:prstGeom prst="line">
            <a:avLst/>
          </a:prstGeom>
          <a:ln w="952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267750" name="图片 126774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2088" y="2997200"/>
            <a:ext cx="3240087" cy="295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67751" name="直接连接符 1267750"/>
          <p:cNvSpPr/>
          <p:nvPr/>
        </p:nvSpPr>
        <p:spPr>
          <a:xfrm>
            <a:off x="5795963" y="3357563"/>
            <a:ext cx="1512887" cy="0"/>
          </a:xfrm>
          <a:prstGeom prst="line">
            <a:avLst/>
          </a:prstGeom>
          <a:ln w="9525" cap="flat" cmpd="sng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7752" name="直接连接符 1267751"/>
          <p:cNvSpPr/>
          <p:nvPr/>
        </p:nvSpPr>
        <p:spPr>
          <a:xfrm>
            <a:off x="7308850" y="3357563"/>
            <a:ext cx="0" cy="1511300"/>
          </a:xfrm>
          <a:prstGeom prst="line">
            <a:avLst/>
          </a:prstGeom>
          <a:ln w="9525" cap="flat" cmpd="sng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7753" name="直接连接符 1267752"/>
          <p:cNvSpPr/>
          <p:nvPr/>
        </p:nvSpPr>
        <p:spPr>
          <a:xfrm>
            <a:off x="7308850" y="4868863"/>
            <a:ext cx="8636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267754" name="图片 12677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2725" y="2997200"/>
            <a:ext cx="3240088" cy="295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67755" name="直接连接符 1267754"/>
          <p:cNvSpPr/>
          <p:nvPr/>
        </p:nvSpPr>
        <p:spPr>
          <a:xfrm>
            <a:off x="5867400" y="3357563"/>
            <a:ext cx="1441450" cy="0"/>
          </a:xfrm>
          <a:prstGeom prst="line">
            <a:avLst/>
          </a:prstGeom>
          <a:ln w="9525" cap="flat" cmpd="sng">
            <a:solidFill>
              <a:srgbClr val="99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7756" name="直接连接符 1267755"/>
          <p:cNvSpPr/>
          <p:nvPr/>
        </p:nvSpPr>
        <p:spPr>
          <a:xfrm>
            <a:off x="7380288" y="3357563"/>
            <a:ext cx="936625" cy="1584325"/>
          </a:xfrm>
          <a:prstGeom prst="line">
            <a:avLst/>
          </a:prstGeom>
          <a:ln w="9525" cap="flat" cmpd="sng">
            <a:solidFill>
              <a:srgbClr val="99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7757" name="直接连接符 1267756"/>
          <p:cNvSpPr/>
          <p:nvPr/>
        </p:nvSpPr>
        <p:spPr>
          <a:xfrm flipH="1" flipV="1">
            <a:off x="7235825" y="4941888"/>
            <a:ext cx="1081088" cy="9525"/>
          </a:xfrm>
          <a:prstGeom prst="line">
            <a:avLst/>
          </a:prstGeom>
          <a:ln w="9525" cap="flat" cmpd="sng">
            <a:solidFill>
              <a:srgbClr val="99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7759" name="任意多边形 1267758"/>
          <p:cNvSpPr/>
          <p:nvPr/>
        </p:nvSpPr>
        <p:spPr>
          <a:xfrm>
            <a:off x="5861050" y="4926013"/>
            <a:ext cx="1412875" cy="457200"/>
          </a:xfrm>
          <a:custGeom>
            <a:avLst/>
            <a:gdLst/>
            <a:ahLst/>
            <a:cxnLst/>
            <a:pathLst>
              <a:path w="890" h="288">
                <a:moveTo>
                  <a:pt x="890" y="0"/>
                </a:moveTo>
                <a:cubicBezTo>
                  <a:pt x="890" y="3"/>
                  <a:pt x="886" y="134"/>
                  <a:pt x="864" y="170"/>
                </a:cubicBezTo>
                <a:cubicBezTo>
                  <a:pt x="841" y="208"/>
                  <a:pt x="834" y="189"/>
                  <a:pt x="798" y="209"/>
                </a:cubicBezTo>
                <a:cubicBezTo>
                  <a:pt x="730" y="247"/>
                  <a:pt x="710" y="263"/>
                  <a:pt x="641" y="288"/>
                </a:cubicBezTo>
                <a:cubicBezTo>
                  <a:pt x="497" y="283"/>
                  <a:pt x="353" y="282"/>
                  <a:pt x="209" y="274"/>
                </a:cubicBezTo>
                <a:cubicBezTo>
                  <a:pt x="111" y="268"/>
                  <a:pt x="111" y="170"/>
                  <a:pt x="52" y="130"/>
                </a:cubicBezTo>
                <a:cubicBezTo>
                  <a:pt x="8" y="101"/>
                  <a:pt x="24" y="115"/>
                  <a:pt x="0" y="91"/>
                </a:cubicBezTo>
              </a:path>
            </a:pathLst>
          </a:custGeom>
          <a:noFill/>
          <a:ln w="9525" cap="flat" cmpd="sng">
            <a:solidFill>
              <a:srgbClr val="99CC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67760" name="直接连接符 1267759"/>
          <p:cNvSpPr/>
          <p:nvPr/>
        </p:nvSpPr>
        <p:spPr>
          <a:xfrm flipH="1" flipV="1">
            <a:off x="5795963" y="3429000"/>
            <a:ext cx="71437" cy="1584325"/>
          </a:xfrm>
          <a:prstGeom prst="line">
            <a:avLst/>
          </a:prstGeom>
          <a:ln w="9525" cap="flat" cmpd="sng">
            <a:solidFill>
              <a:srgbClr val="99CC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7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6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6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6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6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6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6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267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67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67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67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6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6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267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26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26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126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26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26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6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26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26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26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26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26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6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26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26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126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500"/>
                                        <p:tgtEl>
                                          <p:spTgt spid="126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126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26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7716" grpId="0"/>
      <p:bldP spid="1267722" grpId="0"/>
      <p:bldP spid="1267728" grpId="0"/>
      <p:bldP spid="1267729" grpId="0"/>
      <p:bldP spid="1267730" grpId="0"/>
      <p:bldP spid="1267731" grpId="0"/>
      <p:bldP spid="12677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标题 1233924"/>
          <p:cNvSpPr>
            <a:spLocks noGrp="1"/>
          </p:cNvSpPr>
          <p:nvPr>
            <p:ph type="title"/>
          </p:nvPr>
        </p:nvSpPr>
        <p:spPr>
          <a:xfrm>
            <a:off x="914400" y="476250"/>
            <a:ext cx="7696200" cy="1143000"/>
          </a:xfrm>
        </p:spPr>
        <p:txBody>
          <a:bodyPr anchor="ctr"/>
          <a:p>
            <a:r>
              <a:rPr lang="en-US" altLang="zh-CN" dirty="0"/>
              <a:t>3</a:t>
            </a:r>
            <a:r>
              <a:rPr lang="zh-CN" altLang="en-US" dirty="0"/>
              <a:t>．最短路问题及算法</a:t>
            </a:r>
            <a:endParaRPr lang="zh-CN" altLang="en-US" dirty="0"/>
          </a:p>
        </p:txBody>
      </p:sp>
      <p:sp>
        <p:nvSpPr>
          <p:cNvPr id="1233928" name="文本框 1233927"/>
          <p:cNvSpPr txBox="1"/>
          <p:nvPr/>
        </p:nvSpPr>
        <p:spPr>
          <a:xfrm>
            <a:off x="755650" y="1484313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最短路问题是图论应用的基本问题，很多实际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3938" name="文本框 1233937"/>
          <p:cNvSpPr txBox="1"/>
          <p:nvPr/>
        </p:nvSpPr>
        <p:spPr>
          <a:xfrm>
            <a:off x="755650" y="1989138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问题，如线路的布设、运输安排、运输网络最小费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3944" name="文本框 1233943"/>
          <p:cNvSpPr txBox="1"/>
          <p:nvPr/>
        </p:nvSpPr>
        <p:spPr>
          <a:xfrm>
            <a:off x="827088" y="2565400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用流等问题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都可通过建立最短路问题模型来求解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3945" name="文本框 1233944"/>
          <p:cNvSpPr txBox="1"/>
          <p:nvPr/>
        </p:nvSpPr>
        <p:spPr>
          <a:xfrm>
            <a:off x="1258888" y="3284538"/>
            <a:ext cx="63373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最短路的定义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3946" name="文本框 1233945"/>
          <p:cNvSpPr txBox="1"/>
          <p:nvPr/>
        </p:nvSpPr>
        <p:spPr>
          <a:xfrm>
            <a:off x="1258888" y="4005263"/>
            <a:ext cx="76342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最短路问题的两种方法：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Dijkstra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Floyd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算法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3947" name="矩形 1233946"/>
          <p:cNvSpPr/>
          <p:nvPr/>
        </p:nvSpPr>
        <p:spPr>
          <a:xfrm>
            <a:off x="1619250" y="4724400"/>
            <a:ext cx="7092950" cy="649288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rgbClr val="C0C0C0"/>
            </a:outerShdw>
          </a:effectLst>
        </p:spPr>
        <p:txBody>
          <a:bodyPr anchor="ctr"/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1)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求赋权图中从给定点到其余顶点的最短路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3948" name="文本框 1233947"/>
          <p:cNvSpPr txBox="1"/>
          <p:nvPr/>
        </p:nvSpPr>
        <p:spPr>
          <a:xfrm>
            <a:off x="1692275" y="5516563"/>
            <a:ext cx="684053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2)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求赋权图中任意两点间的最短路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28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3928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38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3938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4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394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4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394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3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3928" grpId="0" build="allAtOnce"/>
      <p:bldP spid="1233946" grpId="0"/>
      <p:bldP spid="1233947" grpId="0"/>
      <p:bldP spid="123394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3317" name="文本框 1293316"/>
          <p:cNvSpPr txBox="1"/>
          <p:nvPr/>
        </p:nvSpPr>
        <p:spPr>
          <a:xfrm>
            <a:off x="539750" y="3644900"/>
            <a:ext cx="83534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2)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在赋权图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中，从顶点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的具有最小权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93318" name="文本框 1293317"/>
          <p:cNvSpPr txBox="1"/>
          <p:nvPr/>
        </p:nvSpPr>
        <p:spPr>
          <a:xfrm>
            <a:off x="971550" y="836613"/>
            <a:ext cx="77771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定义  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2" charset="-122"/>
              </a:rPr>
              <a:t>1)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是赋权图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的一个子图，则称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的各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93319" name="组合 1293318"/>
          <p:cNvGrpSpPr/>
          <p:nvPr/>
        </p:nvGrpSpPr>
        <p:grpSpPr>
          <a:xfrm>
            <a:off x="684213" y="1341438"/>
            <a:ext cx="7920037" cy="873125"/>
            <a:chOff x="431" y="1383"/>
            <a:chExt cx="4989" cy="550"/>
          </a:xfrm>
        </p:grpSpPr>
        <p:sp>
          <p:nvSpPr>
            <p:cNvPr id="31748" name="文本框 1293319"/>
            <p:cNvSpPr txBox="1"/>
            <p:nvPr/>
          </p:nvSpPr>
          <p:spPr>
            <a:xfrm>
              <a:off x="431" y="1383"/>
              <a:ext cx="49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边的权和                            为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的</a:t>
              </a:r>
              <a:r>
                <a:rPr lang="zh-CN" altLang="en-US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权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.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类似地，若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1749" name="对象 1293320"/>
            <p:cNvGraphicFramePr/>
            <p:nvPr/>
          </p:nvGraphicFramePr>
          <p:xfrm>
            <a:off x="1428" y="1402"/>
            <a:ext cx="1596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7" name="" r:id="rId1" imgW="2526030" imgH="850265" progId="Equation.3">
                    <p:embed/>
                  </p:oleObj>
                </mc:Choice>
                <mc:Fallback>
                  <p:oleObj name="" r:id="rId1" imgW="2526030" imgH="850265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28" y="1402"/>
                          <a:ext cx="1596" cy="5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93322" name="文本框 1293321"/>
          <p:cNvSpPr txBox="1"/>
          <p:nvPr/>
        </p:nvSpPr>
        <p:spPr>
          <a:xfrm>
            <a:off x="755650" y="2997200"/>
            <a:ext cx="799306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称为路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权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93323" name="组合 1293322"/>
          <p:cNvGrpSpPr/>
          <p:nvPr/>
        </p:nvGrpSpPr>
        <p:grpSpPr>
          <a:xfrm>
            <a:off x="684213" y="2205038"/>
            <a:ext cx="8107362" cy="865187"/>
            <a:chOff x="431" y="1933"/>
            <a:chExt cx="5107" cy="545"/>
          </a:xfrm>
        </p:grpSpPr>
        <p:sp>
          <p:nvSpPr>
            <p:cNvPr id="31752" name="文本框 1293323"/>
            <p:cNvSpPr txBox="1"/>
            <p:nvPr/>
          </p:nvSpPr>
          <p:spPr>
            <a:xfrm>
              <a:off x="431" y="1933"/>
              <a:ext cx="50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若</a:t>
              </a:r>
              <a:r>
                <a:rPr lang="en-US" altLang="zh-CN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err="1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u,v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是赋权图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中从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到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的路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称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1753" name="对象 1293324"/>
            <p:cNvGraphicFramePr/>
            <p:nvPr/>
          </p:nvGraphicFramePr>
          <p:xfrm>
            <a:off x="4014" y="1947"/>
            <a:ext cx="1524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3" imgW="2424430" imgH="850265" progId="Equation.3">
                    <p:embed/>
                  </p:oleObj>
                </mc:Choice>
                <mc:Fallback>
                  <p:oleObj name="" r:id="rId3" imgW="2424430" imgH="850265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14" y="1947"/>
                          <a:ext cx="1524" cy="5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93326" name="文本框 1293325"/>
          <p:cNvSpPr txBox="1"/>
          <p:nvPr/>
        </p:nvSpPr>
        <p:spPr>
          <a:xfrm>
            <a:off x="466725" y="4292600"/>
            <a:ext cx="84264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的路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P*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，称为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最短路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93327" name="文本框 1293326"/>
          <p:cNvSpPr txBox="1"/>
          <p:nvPr/>
        </p:nvSpPr>
        <p:spPr>
          <a:xfrm>
            <a:off x="611188" y="5013325"/>
            <a:ext cx="82089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3)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把赋权图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中一条路的权称为它的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长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，把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93328" name="文本框 1293327"/>
          <p:cNvSpPr txBox="1"/>
          <p:nvPr/>
        </p:nvSpPr>
        <p:spPr>
          <a:xfrm>
            <a:off x="539750" y="5661025"/>
            <a:ext cx="82804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路的最小权称为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之间的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距离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，并记作 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).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2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332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331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9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9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3318" grpId="0"/>
      <p:bldP spid="1293326" grpId="0"/>
      <p:bldP spid="1293327" grpId="0"/>
      <p:bldP spid="12933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1269761"/>
          <p:cNvSpPr>
            <a:spLocks noGrp="1"/>
          </p:cNvSpPr>
          <p:nvPr>
            <p:ph type="title"/>
          </p:nvPr>
        </p:nvSpPr>
        <p:spPr>
          <a:xfrm>
            <a:off x="914400" y="404813"/>
            <a:ext cx="7696200" cy="792162"/>
          </a:xfrm>
        </p:spPr>
        <p:txBody>
          <a:bodyPr anchor="ctr"/>
          <a:p>
            <a:r>
              <a:rPr lang="en-US" altLang="zh-CN" sz="3200" dirty="0"/>
              <a:t>1) </a:t>
            </a:r>
            <a:r>
              <a:rPr lang="zh-CN" altLang="en-US" sz="3200" dirty="0"/>
              <a:t>赋权图中从给定点到其余顶点的最短路</a:t>
            </a:r>
            <a:endParaRPr lang="zh-CN" altLang="en-US" sz="3200" dirty="0"/>
          </a:p>
        </p:txBody>
      </p:sp>
      <p:sp>
        <p:nvSpPr>
          <p:cNvPr id="1269764" name="文本框 1269763"/>
          <p:cNvSpPr txBox="1"/>
          <p:nvPr/>
        </p:nvSpPr>
        <p:spPr>
          <a:xfrm>
            <a:off x="755650" y="5213350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假设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为赋权有向图或无向图，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边上的权均非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69805" name="组合 1269804"/>
          <p:cNvGrpSpPr/>
          <p:nvPr/>
        </p:nvGrpSpPr>
        <p:grpSpPr>
          <a:xfrm>
            <a:off x="611188" y="5718175"/>
            <a:ext cx="8208962" cy="519113"/>
            <a:chOff x="385" y="1298"/>
            <a:chExt cx="5171" cy="327"/>
          </a:xfrm>
        </p:grpSpPr>
        <p:sp>
          <p:nvSpPr>
            <p:cNvPr id="32772" name="文本框 1269764"/>
            <p:cNvSpPr txBox="1"/>
            <p:nvPr/>
          </p:nvSpPr>
          <p:spPr>
            <a:xfrm>
              <a:off x="385" y="1298"/>
              <a:ext cx="5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负．若                    ，则规定                   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2773" name="对象 1269767"/>
            <p:cNvGraphicFramePr/>
            <p:nvPr/>
          </p:nvGraphicFramePr>
          <p:xfrm>
            <a:off x="1143" y="1357"/>
            <a:ext cx="1160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" name="" r:id="rId1" imgW="1840865" imgH="393700" progId="Equation.3">
                    <p:embed/>
                  </p:oleObj>
                </mc:Choice>
                <mc:Fallback>
                  <p:oleObj name="" r:id="rId1" imgW="1840865" imgH="39370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43" y="1357"/>
                          <a:ext cx="1160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4" name="对象 1269769"/>
            <p:cNvGraphicFramePr/>
            <p:nvPr/>
          </p:nvGraphicFramePr>
          <p:xfrm>
            <a:off x="3330" y="1357"/>
            <a:ext cx="116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3" imgW="1853565" imgH="393700" progId="Equation.3">
                    <p:embed/>
                  </p:oleObj>
                </mc:Choice>
                <mc:Fallback>
                  <p:oleObj name="" r:id="rId3" imgW="1853565" imgH="393700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30" y="1357"/>
                          <a:ext cx="1164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5" name="矩形 1269782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矩形 1269784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7" name="矩形 1269786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9824" name="矩形 1269823"/>
          <p:cNvSpPr/>
          <p:nvPr/>
        </p:nvSpPr>
        <p:spPr>
          <a:xfrm>
            <a:off x="971550" y="1319213"/>
            <a:ext cx="80422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Clr>
                <a:schemeClr val="bg1"/>
              </a:buClr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最短路是一条路，且最短路的任一节也是最短路．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825" name="文本框 1269824"/>
          <p:cNvSpPr txBox="1"/>
          <p:nvPr/>
        </p:nvSpPr>
        <p:spPr>
          <a:xfrm>
            <a:off x="1116013" y="2060575"/>
            <a:ext cx="74882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Clr>
                <a:schemeClr val="bg1"/>
              </a:buClr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求下面赋权图中顶点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到其余顶点的最短路．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69827" name="图片 12698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636838"/>
            <a:ext cx="3384550" cy="22590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69828" name="图片 12698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636838"/>
            <a:ext cx="3168650" cy="2305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9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9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6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69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64" grpId="0"/>
      <p:bldP spid="1269824" grpId="0"/>
      <p:bldP spid="12698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3860" name="文本框 1273859"/>
          <p:cNvSpPr txBox="1"/>
          <p:nvPr/>
        </p:nvSpPr>
        <p:spPr>
          <a:xfrm>
            <a:off x="755650" y="476250"/>
            <a:ext cx="799306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Dijkstra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算法</a:t>
            </a:r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到其余顶点的最短路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73861" name="组合 1273860"/>
          <p:cNvGrpSpPr/>
          <p:nvPr/>
        </p:nvGrpSpPr>
        <p:grpSpPr>
          <a:xfrm>
            <a:off x="539750" y="965200"/>
            <a:ext cx="8281988" cy="519113"/>
            <a:chOff x="385" y="2205"/>
            <a:chExt cx="5217" cy="327"/>
          </a:xfrm>
        </p:grpSpPr>
        <p:sp>
          <p:nvSpPr>
            <p:cNvPr id="33795" name="文本框 1273861"/>
            <p:cNvSpPr txBox="1"/>
            <p:nvPr/>
          </p:nvSpPr>
          <p:spPr>
            <a:xfrm>
              <a:off x="385" y="2205"/>
              <a:ext cx="52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置             ，对         ，          ，           且      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3796" name="对象 1273862"/>
            <p:cNvGraphicFramePr/>
            <p:nvPr/>
          </p:nvGraphicFramePr>
          <p:xfrm>
            <a:off x="1202" y="2251"/>
            <a:ext cx="7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" name="" r:id="rId1" imgW="1256665" imgH="431800" progId="Equation.3">
                    <p:embed/>
                  </p:oleObj>
                </mc:Choice>
                <mc:Fallback>
                  <p:oleObj name="" r:id="rId1" imgW="1256665" imgH="431800" progId="Equation.3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02" y="2251"/>
                          <a:ext cx="78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7" name="对象 1273863"/>
            <p:cNvGraphicFramePr/>
            <p:nvPr/>
          </p:nvGraphicFramePr>
          <p:xfrm>
            <a:off x="2426" y="2244"/>
            <a:ext cx="54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5" name="" r:id="rId3" imgW="862965" imgH="431800" progId="Equation.3">
                    <p:embed/>
                  </p:oleObj>
                </mc:Choice>
                <mc:Fallback>
                  <p:oleObj name="" r:id="rId3" imgW="862965" imgH="431800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26" y="2244"/>
                          <a:ext cx="549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8" name="对象 1273864"/>
            <p:cNvGraphicFramePr/>
            <p:nvPr/>
          </p:nvGraphicFramePr>
          <p:xfrm>
            <a:off x="3107" y="2282"/>
            <a:ext cx="732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" name="" r:id="rId5" imgW="1167765" imgH="393700" progId="Equation.3">
                    <p:embed/>
                  </p:oleObj>
                </mc:Choice>
                <mc:Fallback>
                  <p:oleObj name="" r:id="rId5" imgW="1167765" imgH="393700" progId="Equation.3">
                    <p:embed/>
                    <p:pic>
                      <p:nvPicPr>
                        <p:cNvPr id="0" name="图片 320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07" y="2282"/>
                          <a:ext cx="732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9" name="对象 1273865"/>
            <p:cNvGraphicFramePr/>
            <p:nvPr/>
          </p:nvGraphicFramePr>
          <p:xfrm>
            <a:off x="3923" y="2251"/>
            <a:ext cx="8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" name="" r:id="rId7" imgW="1332865" imgH="431800" progId="Equation.3">
                    <p:embed/>
                  </p:oleObj>
                </mc:Choice>
                <mc:Fallback>
                  <p:oleObj name="" r:id="rId7" imgW="1332865" imgH="431800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23" y="2251"/>
                          <a:ext cx="83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0" name="对象 1273866"/>
            <p:cNvGraphicFramePr/>
            <p:nvPr/>
          </p:nvGraphicFramePr>
          <p:xfrm>
            <a:off x="5000" y="2274"/>
            <a:ext cx="42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9" name="" r:id="rId9" imgW="659765" imgH="317500" progId="Equation.3">
                    <p:embed/>
                  </p:oleObj>
                </mc:Choice>
                <mc:Fallback>
                  <p:oleObj name="" r:id="rId9" imgW="659765" imgH="317500" progId="Equation.3">
                    <p:embed/>
                    <p:pic>
                      <p:nvPicPr>
                        <p:cNvPr id="0" name="图片 320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00" y="2274"/>
                          <a:ext cx="420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3888" name="组合 1273887"/>
          <p:cNvGrpSpPr/>
          <p:nvPr/>
        </p:nvGrpSpPr>
        <p:grpSpPr>
          <a:xfrm>
            <a:off x="735013" y="1484313"/>
            <a:ext cx="8064500" cy="519112"/>
            <a:chOff x="463" y="935"/>
            <a:chExt cx="5080" cy="327"/>
          </a:xfrm>
        </p:grpSpPr>
        <p:sp>
          <p:nvSpPr>
            <p:cNvPr id="33802" name="文本框 1273868"/>
            <p:cNvSpPr txBox="1"/>
            <p:nvPr/>
          </p:nvSpPr>
          <p:spPr>
            <a:xfrm>
              <a:off x="463" y="935"/>
              <a:ext cx="50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对每个         ，用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3803" name="对象 1273869"/>
            <p:cNvGraphicFramePr/>
            <p:nvPr/>
          </p:nvGraphicFramePr>
          <p:xfrm>
            <a:off x="1609" y="961"/>
            <a:ext cx="53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" name="" r:id="rId11" imgW="838200" imgH="457200" progId="Equation.3">
                    <p:embed/>
                  </p:oleObj>
                </mc:Choice>
                <mc:Fallback>
                  <p:oleObj name="" r:id="rId11" imgW="838200" imgH="45720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09" y="961"/>
                          <a:ext cx="532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4" name="对象 1273870"/>
            <p:cNvGraphicFramePr/>
            <p:nvPr/>
          </p:nvGraphicFramePr>
          <p:xfrm>
            <a:off x="2816" y="972"/>
            <a:ext cx="223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" name="" r:id="rId13" imgW="3542030" imgH="431800" progId="Equation.3">
                    <p:embed/>
                  </p:oleObj>
                </mc:Choice>
                <mc:Fallback>
                  <p:oleObj name="" r:id="rId13" imgW="3542030" imgH="431800" progId="Equation.3">
                    <p:embed/>
                    <p:pic>
                      <p:nvPicPr>
                        <p:cNvPr id="0" name="图片 319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16" y="972"/>
                          <a:ext cx="2237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3872" name="组合 1273871"/>
          <p:cNvGrpSpPr/>
          <p:nvPr/>
        </p:nvGrpSpPr>
        <p:grpSpPr>
          <a:xfrm>
            <a:off x="611188" y="2019300"/>
            <a:ext cx="8137525" cy="688975"/>
            <a:chOff x="385" y="2931"/>
            <a:chExt cx="5126" cy="434"/>
          </a:xfrm>
        </p:grpSpPr>
        <p:sp>
          <p:nvSpPr>
            <p:cNvPr id="33806" name="文本框 1273872"/>
            <p:cNvSpPr txBox="1"/>
            <p:nvPr/>
          </p:nvSpPr>
          <p:spPr>
            <a:xfrm>
              <a:off x="385" y="2931"/>
              <a:ext cx="51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代替       ，计算               ，并把达到这个最小值的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3807" name="对象 1273873"/>
            <p:cNvGraphicFramePr/>
            <p:nvPr/>
          </p:nvGraphicFramePr>
          <p:xfrm>
            <a:off x="930" y="2998"/>
            <a:ext cx="35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" name="" r:id="rId15" imgW="558800" imgH="393700" progId="Equation.3">
                    <p:embed/>
                  </p:oleObj>
                </mc:Choice>
                <mc:Fallback>
                  <p:oleObj name="" r:id="rId15" imgW="558800" imgH="393700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30" y="2998"/>
                          <a:ext cx="353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8" name="对象 1273874"/>
            <p:cNvGraphicFramePr/>
            <p:nvPr/>
          </p:nvGraphicFramePr>
          <p:xfrm>
            <a:off x="2064" y="2953"/>
            <a:ext cx="892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" name="" r:id="rId17" imgW="1409700" imgH="647700" progId="Equation.3">
                    <p:embed/>
                  </p:oleObj>
                </mc:Choice>
                <mc:Fallback>
                  <p:oleObj name="" r:id="rId17" imgW="1409700" imgH="64770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64" y="2953"/>
                          <a:ext cx="892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3876" name="组合 1273875"/>
          <p:cNvGrpSpPr/>
          <p:nvPr/>
        </p:nvGrpSpPr>
        <p:grpSpPr>
          <a:xfrm>
            <a:off x="673100" y="2622550"/>
            <a:ext cx="7993063" cy="519113"/>
            <a:chOff x="424" y="2976"/>
            <a:chExt cx="5035" cy="327"/>
          </a:xfrm>
        </p:grpSpPr>
        <p:sp>
          <p:nvSpPr>
            <p:cNvPr id="33810" name="文本框 1273876"/>
            <p:cNvSpPr txBox="1"/>
            <p:nvPr/>
          </p:nvSpPr>
          <p:spPr>
            <a:xfrm>
              <a:off x="424" y="2976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一个顶点记为     ，置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3811" name="对象 1273877"/>
            <p:cNvGraphicFramePr/>
            <p:nvPr/>
          </p:nvGraphicFramePr>
          <p:xfrm>
            <a:off x="1862" y="3003"/>
            <a:ext cx="33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" name="" r:id="rId19" imgW="533400" imgH="431800" progId="Equation.3">
                    <p:embed/>
                  </p:oleObj>
                </mc:Choice>
                <mc:Fallback>
                  <p:oleObj name="" r:id="rId19" imgW="533400" imgH="431800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62" y="3003"/>
                          <a:ext cx="33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对象 1273878"/>
            <p:cNvGraphicFramePr/>
            <p:nvPr/>
          </p:nvGraphicFramePr>
          <p:xfrm>
            <a:off x="2601" y="3009"/>
            <a:ext cx="156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1" name="" r:id="rId21" imgW="2475230" imgH="431800" progId="Equation.3">
                    <p:embed/>
                  </p:oleObj>
                </mc:Choice>
                <mc:Fallback>
                  <p:oleObj name="" r:id="rId21" imgW="2475230" imgH="431800" progId="Equation.3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601" y="3009"/>
                          <a:ext cx="1565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73880" name="组合 1273879"/>
          <p:cNvGrpSpPr/>
          <p:nvPr/>
        </p:nvGrpSpPr>
        <p:grpSpPr>
          <a:xfrm>
            <a:off x="755650" y="2997200"/>
            <a:ext cx="8135938" cy="519113"/>
            <a:chOff x="476" y="3294"/>
            <a:chExt cx="5125" cy="327"/>
          </a:xfrm>
        </p:grpSpPr>
        <p:sp>
          <p:nvSpPr>
            <p:cNvPr id="33814" name="文本框 1273880"/>
            <p:cNvSpPr txBox="1"/>
            <p:nvPr/>
          </p:nvSpPr>
          <p:spPr>
            <a:xfrm>
              <a:off x="476" y="3294"/>
              <a:ext cx="51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marL="342900" indent="-342900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若            ，则停止；若            ，则用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i+1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代</a:t>
              </a:r>
              <a:endParaRPr lang="zh-CN" altLang="en-US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3815" name="对象 1273881"/>
            <p:cNvGraphicFramePr/>
            <p:nvPr/>
          </p:nvGraphicFramePr>
          <p:xfrm>
            <a:off x="1237" y="3359"/>
            <a:ext cx="70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0" name="" r:id="rId23" imgW="1103630" imgH="317500" progId="Equation.3">
                    <p:embed/>
                  </p:oleObj>
                </mc:Choice>
                <mc:Fallback>
                  <p:oleObj name="" r:id="rId23" imgW="1103630" imgH="317500" progId="Equation.3">
                    <p:embed/>
                    <p:pic>
                      <p:nvPicPr>
                        <p:cNvPr id="0" name="图片 320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237" y="3359"/>
                          <a:ext cx="700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6" name="对象 1273882"/>
            <p:cNvGraphicFramePr/>
            <p:nvPr/>
          </p:nvGraphicFramePr>
          <p:xfrm>
            <a:off x="3311" y="3354"/>
            <a:ext cx="700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" name="" r:id="rId25" imgW="1103630" imgH="317500" progId="Equation.3">
                    <p:embed/>
                  </p:oleObj>
                </mc:Choice>
                <mc:Fallback>
                  <p:oleObj name="" r:id="rId25" imgW="1103630" imgH="317500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311" y="3354"/>
                          <a:ext cx="700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73884" name="文本框 1273883"/>
          <p:cNvSpPr txBox="1"/>
          <p:nvPr/>
        </p:nvSpPr>
        <p:spPr>
          <a:xfrm>
            <a:off x="684213" y="3429000"/>
            <a:ext cx="55435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替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，并转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2)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73886" name="图片 127388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6725" y="3860800"/>
            <a:ext cx="2881313" cy="2736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73887" name="图片 127388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348038" y="3913188"/>
            <a:ext cx="2879725" cy="266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20" name="矩形 1273889"/>
          <p:cNvSpPr/>
          <p:nvPr/>
        </p:nvSpPr>
        <p:spPr>
          <a:xfrm>
            <a:off x="0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73889" name="对象 1273888"/>
          <p:cNvGraphicFramePr/>
          <p:nvPr/>
        </p:nvGraphicFramePr>
        <p:xfrm>
          <a:off x="3924300" y="3500438"/>
          <a:ext cx="45434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29" imgW="4546600" imgH="482600" progId="Equation.3">
                  <p:embed/>
                </p:oleObj>
              </mc:Choice>
              <mc:Fallback>
                <p:oleObj name="" r:id="rId29" imgW="4546600" imgH="4826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924300" y="3500438"/>
                        <a:ext cx="4543425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2" name="矩形 1273891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73891" name="对象 1273890"/>
          <p:cNvGraphicFramePr/>
          <p:nvPr/>
        </p:nvGraphicFramePr>
        <p:xfrm>
          <a:off x="6659563" y="3933825"/>
          <a:ext cx="1016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31" imgW="1016000" imgH="457200" progId="Equation.3">
                  <p:embed/>
                </p:oleObj>
              </mc:Choice>
              <mc:Fallback>
                <p:oleObj name="" r:id="rId31" imgW="1016000" imgH="4572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659563" y="3933825"/>
                        <a:ext cx="10160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3893" name="内容占位符 1273892"/>
          <p:cNvGraphicFramePr>
            <a:graphicFrameLocks noGrp="1"/>
          </p:cNvGraphicFramePr>
          <p:nvPr>
            <p:ph/>
          </p:nvPr>
        </p:nvGraphicFramePr>
        <p:xfrm>
          <a:off x="6011863" y="4305300"/>
          <a:ext cx="283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33" imgW="2832100" imgH="419100" progId="Equation.3">
                  <p:embed/>
                </p:oleObj>
              </mc:Choice>
              <mc:Fallback>
                <p:oleObj name="" r:id="rId33" imgW="2832100" imgH="4191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011863" y="4305300"/>
                        <a:ext cx="28321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5" name="矩形 1273895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26" name="矩形 1273897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73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7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7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7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7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7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73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7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7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7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7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3860" grpId="0"/>
      <p:bldP spid="127388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4817" name="组合 1276965"/>
          <p:cNvGrpSpPr/>
          <p:nvPr/>
        </p:nvGrpSpPr>
        <p:grpSpPr>
          <a:xfrm>
            <a:off x="-41275" y="476250"/>
            <a:ext cx="9144000" cy="6121400"/>
            <a:chOff x="0" y="300"/>
            <a:chExt cx="5760" cy="3856"/>
          </a:xfrm>
        </p:grpSpPr>
        <p:sp>
          <p:nvSpPr>
            <p:cNvPr id="34818" name="文本框 1276931"/>
            <p:cNvSpPr txBox="1"/>
            <p:nvPr/>
          </p:nvSpPr>
          <p:spPr>
            <a:xfrm>
              <a:off x="476" y="300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i="1" err="1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Dijkstra</a:t>
              </a:r>
              <a:r>
                <a:rPr lang="zh-CN" altLang="en-US" dirty="0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算法</a:t>
              </a:r>
              <a:r>
                <a:rPr lang="en-US" altLang="zh-CN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: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求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中从顶点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到其余顶点的最短路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4819" name="组合 1276932"/>
            <p:cNvGrpSpPr/>
            <p:nvPr/>
          </p:nvGrpSpPr>
          <p:grpSpPr>
            <a:xfrm>
              <a:off x="340" y="608"/>
              <a:ext cx="5217" cy="327"/>
              <a:chOff x="385" y="2205"/>
              <a:chExt cx="5217" cy="327"/>
            </a:xfrm>
          </p:grpSpPr>
          <p:sp>
            <p:nvSpPr>
              <p:cNvPr id="34820" name="文本框 1276933"/>
              <p:cNvSpPr txBox="1"/>
              <p:nvPr/>
            </p:nvSpPr>
            <p:spPr>
              <a:xfrm>
                <a:off x="385" y="2205"/>
                <a:ext cx="521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1)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置             ，对         ，          ，           且         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.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4821" name="对象 1276934"/>
              <p:cNvGraphicFramePr/>
              <p:nvPr/>
            </p:nvGraphicFramePr>
            <p:xfrm>
              <a:off x="1202" y="2251"/>
              <a:ext cx="788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6" name="" r:id="rId1" imgW="1256665" imgH="431800" progId="Equation.3">
                      <p:embed/>
                    </p:oleObj>
                  </mc:Choice>
                  <mc:Fallback>
                    <p:oleObj name="" r:id="rId1" imgW="1256665" imgH="431800" progId="Equation.3">
                      <p:embed/>
                      <p:pic>
                        <p:nvPicPr>
                          <p:cNvPr id="0" name="图片 321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202" y="2251"/>
                            <a:ext cx="788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22" name="对象 1276935"/>
              <p:cNvGraphicFramePr/>
              <p:nvPr/>
            </p:nvGraphicFramePr>
            <p:xfrm>
              <a:off x="2426" y="2244"/>
              <a:ext cx="549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6" name="" r:id="rId3" imgW="862965" imgH="431800" progId="Equation.3">
                      <p:embed/>
                    </p:oleObj>
                  </mc:Choice>
                  <mc:Fallback>
                    <p:oleObj name="" r:id="rId3" imgW="862965" imgH="431800" progId="Equation.3">
                      <p:embed/>
                      <p:pic>
                        <p:nvPicPr>
                          <p:cNvPr id="0" name="图片 322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426" y="2244"/>
                            <a:ext cx="549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23" name="对象 1276936"/>
              <p:cNvGraphicFramePr/>
              <p:nvPr/>
            </p:nvGraphicFramePr>
            <p:xfrm>
              <a:off x="3107" y="2282"/>
              <a:ext cx="73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3" name="" r:id="rId5" imgW="1167765" imgH="393700" progId="Equation.3">
                      <p:embed/>
                    </p:oleObj>
                  </mc:Choice>
                  <mc:Fallback>
                    <p:oleObj name="" r:id="rId5" imgW="1167765" imgH="393700" progId="Equation.3">
                      <p:embed/>
                      <p:pic>
                        <p:nvPicPr>
                          <p:cNvPr id="0" name="图片 3222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107" y="2282"/>
                            <a:ext cx="732" cy="2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24" name="对象 1276937"/>
              <p:cNvGraphicFramePr/>
              <p:nvPr/>
            </p:nvGraphicFramePr>
            <p:xfrm>
              <a:off x="3923" y="2251"/>
              <a:ext cx="83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" name="" r:id="rId7" imgW="1332865" imgH="431800" progId="Equation.3">
                      <p:embed/>
                    </p:oleObj>
                  </mc:Choice>
                  <mc:Fallback>
                    <p:oleObj name="" r:id="rId7" imgW="1332865" imgH="431800" progId="Equation.3">
                      <p:embed/>
                      <p:pic>
                        <p:nvPicPr>
                          <p:cNvPr id="0" name="图片 3224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923" y="2251"/>
                            <a:ext cx="83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25" name="对象 1276938"/>
              <p:cNvGraphicFramePr/>
              <p:nvPr/>
            </p:nvGraphicFramePr>
            <p:xfrm>
              <a:off x="5000" y="2274"/>
              <a:ext cx="420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0" name="" r:id="rId9" imgW="659765" imgH="317500" progId="Equation.3">
                      <p:embed/>
                    </p:oleObj>
                  </mc:Choice>
                  <mc:Fallback>
                    <p:oleObj name="" r:id="rId9" imgW="659765" imgH="317500" progId="Equation.3">
                      <p:embed/>
                      <p:pic>
                        <p:nvPicPr>
                          <p:cNvPr id="0" name="图片 3219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5000" y="2274"/>
                            <a:ext cx="420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4826" name="组合 1276939"/>
            <p:cNvGrpSpPr/>
            <p:nvPr/>
          </p:nvGrpSpPr>
          <p:grpSpPr>
            <a:xfrm>
              <a:off x="463" y="935"/>
              <a:ext cx="5080" cy="327"/>
              <a:chOff x="463" y="935"/>
              <a:chExt cx="5080" cy="327"/>
            </a:xfrm>
          </p:grpSpPr>
          <p:sp>
            <p:nvSpPr>
              <p:cNvPr id="34827" name="文本框 1276940"/>
              <p:cNvSpPr txBox="1"/>
              <p:nvPr/>
            </p:nvSpPr>
            <p:spPr>
              <a:xfrm>
                <a:off x="463" y="935"/>
                <a:ext cx="508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2)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对每个         ，用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4828" name="对象 1276941"/>
              <p:cNvGraphicFramePr/>
              <p:nvPr/>
            </p:nvGraphicFramePr>
            <p:xfrm>
              <a:off x="1609" y="961"/>
              <a:ext cx="532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7" name="" r:id="rId11" imgW="838200" imgH="457200" progId="Equation.3">
                      <p:embed/>
                    </p:oleObj>
                  </mc:Choice>
                  <mc:Fallback>
                    <p:oleObj name="" r:id="rId11" imgW="838200" imgH="457200" progId="Equation.3">
                      <p:embed/>
                      <p:pic>
                        <p:nvPicPr>
                          <p:cNvPr id="0" name="图片 3226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609" y="961"/>
                            <a:ext cx="532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29" name="对象 1276942"/>
              <p:cNvGraphicFramePr/>
              <p:nvPr/>
            </p:nvGraphicFramePr>
            <p:xfrm>
              <a:off x="2816" y="972"/>
              <a:ext cx="2237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1" name="" r:id="rId13" imgW="3542030" imgH="431800" progId="Equation.3">
                      <p:embed/>
                    </p:oleObj>
                  </mc:Choice>
                  <mc:Fallback>
                    <p:oleObj name="" r:id="rId13" imgW="3542030" imgH="431800" progId="Equation.3">
                      <p:embed/>
                      <p:pic>
                        <p:nvPicPr>
                          <p:cNvPr id="0" name="图片 3220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816" y="972"/>
                            <a:ext cx="2237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4830" name="组合 1276943"/>
            <p:cNvGrpSpPr/>
            <p:nvPr/>
          </p:nvGrpSpPr>
          <p:grpSpPr>
            <a:xfrm>
              <a:off x="385" y="1272"/>
              <a:ext cx="5126" cy="434"/>
              <a:chOff x="385" y="2931"/>
              <a:chExt cx="5126" cy="434"/>
            </a:xfrm>
          </p:grpSpPr>
          <p:sp>
            <p:nvSpPr>
              <p:cNvPr id="34831" name="文本框 1276944"/>
              <p:cNvSpPr txBox="1"/>
              <p:nvPr/>
            </p:nvSpPr>
            <p:spPr>
              <a:xfrm>
                <a:off x="385" y="2931"/>
                <a:ext cx="512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代替       ，计算               ，并把达到这个最小值的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4832" name="对象 1276945"/>
              <p:cNvGraphicFramePr/>
              <p:nvPr/>
            </p:nvGraphicFramePr>
            <p:xfrm>
              <a:off x="930" y="2998"/>
              <a:ext cx="353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7" name="" r:id="rId15" imgW="558800" imgH="393700" progId="Equation.3">
                      <p:embed/>
                    </p:oleObj>
                  </mc:Choice>
                  <mc:Fallback>
                    <p:oleObj name="" r:id="rId15" imgW="558800" imgH="393700" progId="Equation.3">
                      <p:embed/>
                      <p:pic>
                        <p:nvPicPr>
                          <p:cNvPr id="0" name="图片 3216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930" y="2998"/>
                            <a:ext cx="353" cy="2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33" name="对象 1276946"/>
              <p:cNvGraphicFramePr/>
              <p:nvPr/>
            </p:nvGraphicFramePr>
            <p:xfrm>
              <a:off x="2064" y="2953"/>
              <a:ext cx="892" cy="4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8" name="" r:id="rId17" imgW="1409700" imgH="647700" progId="Equation.3">
                      <p:embed/>
                    </p:oleObj>
                  </mc:Choice>
                  <mc:Fallback>
                    <p:oleObj name="" r:id="rId17" imgW="1409700" imgH="647700" progId="Equation.3">
                      <p:embed/>
                      <p:pic>
                        <p:nvPicPr>
                          <p:cNvPr id="0" name="图片 3217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2064" y="2953"/>
                            <a:ext cx="892" cy="4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4834" name="组合 1276947"/>
            <p:cNvGrpSpPr/>
            <p:nvPr/>
          </p:nvGrpSpPr>
          <p:grpSpPr>
            <a:xfrm>
              <a:off x="424" y="1652"/>
              <a:ext cx="5035" cy="327"/>
              <a:chOff x="424" y="2976"/>
              <a:chExt cx="5035" cy="327"/>
            </a:xfrm>
          </p:grpSpPr>
          <p:sp>
            <p:nvSpPr>
              <p:cNvPr id="34835" name="文本框 1276948"/>
              <p:cNvSpPr txBox="1"/>
              <p:nvPr/>
            </p:nvSpPr>
            <p:spPr>
              <a:xfrm>
                <a:off x="424" y="2976"/>
                <a:ext cx="503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一个顶点记为     ，置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4836" name="对象 1276949"/>
              <p:cNvGraphicFramePr/>
              <p:nvPr/>
            </p:nvGraphicFramePr>
            <p:xfrm>
              <a:off x="1862" y="3003"/>
              <a:ext cx="33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4" name="" r:id="rId19" imgW="533400" imgH="431800" progId="Equation.3">
                      <p:embed/>
                    </p:oleObj>
                  </mc:Choice>
                  <mc:Fallback>
                    <p:oleObj name="" r:id="rId19" imgW="533400" imgH="431800" progId="Equation.3">
                      <p:embed/>
                      <p:pic>
                        <p:nvPicPr>
                          <p:cNvPr id="0" name="图片 3223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1862" y="3003"/>
                            <a:ext cx="33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37" name="对象 1276950"/>
              <p:cNvGraphicFramePr/>
              <p:nvPr/>
            </p:nvGraphicFramePr>
            <p:xfrm>
              <a:off x="2601" y="3009"/>
              <a:ext cx="1565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8" name="" r:id="rId21" imgW="2475230" imgH="431800" progId="Equation.3">
                      <p:embed/>
                    </p:oleObj>
                  </mc:Choice>
                  <mc:Fallback>
                    <p:oleObj name="" r:id="rId21" imgW="2475230" imgH="431800" progId="Equation.3">
                      <p:embed/>
                      <p:pic>
                        <p:nvPicPr>
                          <p:cNvPr id="0" name="图片 3227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601" y="3009"/>
                            <a:ext cx="1565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4838" name="组合 1276951"/>
            <p:cNvGrpSpPr/>
            <p:nvPr/>
          </p:nvGrpSpPr>
          <p:grpSpPr>
            <a:xfrm>
              <a:off x="476" y="1888"/>
              <a:ext cx="5125" cy="327"/>
              <a:chOff x="476" y="3294"/>
              <a:chExt cx="5125" cy="327"/>
            </a:xfrm>
          </p:grpSpPr>
          <p:sp>
            <p:nvSpPr>
              <p:cNvPr id="34839" name="文本框 1276952"/>
              <p:cNvSpPr txBox="1"/>
              <p:nvPr/>
            </p:nvSpPr>
            <p:spPr>
              <a:xfrm>
                <a:off x="476" y="3294"/>
                <a:ext cx="512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marL="342900" indent="-342900"/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3)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若            ，则停止；若            ，则用 </a:t>
                </a: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i+1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代</a:t>
                </a:r>
                <a:endParaRPr lang="zh-CN" altLang="en-US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4840" name="对象 1276953"/>
              <p:cNvGraphicFramePr/>
              <p:nvPr/>
            </p:nvGraphicFramePr>
            <p:xfrm>
              <a:off x="1237" y="3359"/>
              <a:ext cx="700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9" name="" r:id="rId23" imgW="1103630" imgH="317500" progId="Equation.3">
                      <p:embed/>
                    </p:oleObj>
                  </mc:Choice>
                  <mc:Fallback>
                    <p:oleObj name="" r:id="rId23" imgW="1103630" imgH="317500" progId="Equation.3">
                      <p:embed/>
                      <p:pic>
                        <p:nvPicPr>
                          <p:cNvPr id="0" name="图片 3228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1237" y="3359"/>
                            <a:ext cx="700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41" name="对象 1276954"/>
              <p:cNvGraphicFramePr/>
              <p:nvPr/>
            </p:nvGraphicFramePr>
            <p:xfrm>
              <a:off x="3311" y="3354"/>
              <a:ext cx="700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0" name="" r:id="rId25" imgW="1103630" imgH="317500" progId="Equation.3">
                      <p:embed/>
                    </p:oleObj>
                  </mc:Choice>
                  <mc:Fallback>
                    <p:oleObj name="" r:id="rId25" imgW="1103630" imgH="317500" progId="Equation.3">
                      <p:embed/>
                      <p:pic>
                        <p:nvPicPr>
                          <p:cNvPr id="0" name="图片 3229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3311" y="3354"/>
                            <a:ext cx="700" cy="2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4842" name="文本框 1276955"/>
            <p:cNvSpPr txBox="1"/>
            <p:nvPr/>
          </p:nvSpPr>
          <p:spPr>
            <a:xfrm>
              <a:off x="431" y="2160"/>
              <a:ext cx="34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替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，并转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2)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34843" name="图片 1276956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94" y="2432"/>
              <a:ext cx="1815" cy="172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1276957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109" y="2465"/>
              <a:ext cx="1814" cy="167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45" name="矩形 1276958"/>
            <p:cNvSpPr/>
            <p:nvPr/>
          </p:nvSpPr>
          <p:spPr>
            <a:xfrm>
              <a:off x="0" y="2007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4846" name="对象 1276959"/>
            <p:cNvGraphicFramePr/>
            <p:nvPr/>
          </p:nvGraphicFramePr>
          <p:xfrm>
            <a:off x="2472" y="2205"/>
            <a:ext cx="286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2" name="" r:id="rId29" imgW="4546600" imgH="482600" progId="Equation.3">
                    <p:embed/>
                  </p:oleObj>
                </mc:Choice>
                <mc:Fallback>
                  <p:oleObj name="" r:id="rId29" imgW="4546600" imgH="482600" progId="Equation.3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472" y="2205"/>
                          <a:ext cx="2862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7" name="矩形 1276960"/>
            <p:cNvSpPr/>
            <p:nvPr/>
          </p:nvSpPr>
          <p:spPr>
            <a:xfrm>
              <a:off x="0" y="2016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4848" name="对象 1276961"/>
            <p:cNvGraphicFramePr/>
            <p:nvPr/>
          </p:nvGraphicFramePr>
          <p:xfrm>
            <a:off x="4195" y="2478"/>
            <a:ext cx="6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" r:id="rId31" imgW="1016000" imgH="457200" progId="Equation.3">
                    <p:embed/>
                  </p:oleObj>
                </mc:Choice>
                <mc:Fallback>
                  <p:oleObj name="" r:id="rId31" imgW="1016000" imgH="457200" progId="Equation.3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195" y="2478"/>
                          <a:ext cx="64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9" name="矩形 1276963"/>
            <p:cNvSpPr/>
            <p:nvPr/>
          </p:nvSpPr>
          <p:spPr>
            <a:xfrm>
              <a:off x="0" y="2028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50" name="矩形 1276964"/>
            <p:cNvSpPr/>
            <p:nvPr/>
          </p:nvSpPr>
          <p:spPr>
            <a:xfrm>
              <a:off x="0" y="2028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851" name="矩形 1276967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4852" name="对象 1276966"/>
          <p:cNvGraphicFramePr/>
          <p:nvPr/>
        </p:nvGraphicFramePr>
        <p:xfrm>
          <a:off x="6577013" y="4395788"/>
          <a:ext cx="11525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33" imgW="1155700" imgH="419100" progId="Equation.3">
                  <p:embed/>
                </p:oleObj>
              </mc:Choice>
              <mc:Fallback>
                <p:oleObj name="" r:id="rId33" imgW="1155700" imgH="419100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577013" y="4395788"/>
                        <a:ext cx="115252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77987" name="对象 1277986"/>
          <p:cNvGraphicFramePr/>
          <p:nvPr/>
        </p:nvGraphicFramePr>
        <p:xfrm>
          <a:off x="6737350" y="4078288"/>
          <a:ext cx="106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1" imgW="1066800" imgH="457200" progId="Equation.3">
                  <p:embed/>
                </p:oleObj>
              </mc:Choice>
              <mc:Fallback>
                <p:oleObj name="" r:id="rId1" imgW="1066800" imgH="457200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37350" y="4078288"/>
                        <a:ext cx="10668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2" name="组合 1278003"/>
          <p:cNvGrpSpPr/>
          <p:nvPr/>
        </p:nvGrpSpPr>
        <p:grpSpPr>
          <a:xfrm>
            <a:off x="103188" y="620713"/>
            <a:ext cx="9144000" cy="6121400"/>
            <a:chOff x="65" y="391"/>
            <a:chExt cx="5760" cy="3856"/>
          </a:xfrm>
        </p:grpSpPr>
        <p:sp>
          <p:nvSpPr>
            <p:cNvPr id="35843" name="文本框 1277956"/>
            <p:cNvSpPr txBox="1"/>
            <p:nvPr/>
          </p:nvSpPr>
          <p:spPr>
            <a:xfrm>
              <a:off x="541" y="391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i="1" err="1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Dijkstra</a:t>
              </a:r>
              <a:r>
                <a:rPr lang="zh-CN" altLang="en-US" dirty="0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算法</a:t>
              </a:r>
              <a:r>
                <a:rPr lang="en-US" altLang="zh-CN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: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求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中从顶点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到其余顶点的最短路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5844" name="组合 1277957"/>
            <p:cNvGrpSpPr/>
            <p:nvPr/>
          </p:nvGrpSpPr>
          <p:grpSpPr>
            <a:xfrm>
              <a:off x="405" y="699"/>
              <a:ext cx="5217" cy="327"/>
              <a:chOff x="385" y="2205"/>
              <a:chExt cx="5217" cy="327"/>
            </a:xfrm>
          </p:grpSpPr>
          <p:sp>
            <p:nvSpPr>
              <p:cNvPr id="35845" name="文本框 1277958"/>
              <p:cNvSpPr txBox="1"/>
              <p:nvPr/>
            </p:nvSpPr>
            <p:spPr>
              <a:xfrm>
                <a:off x="385" y="2205"/>
                <a:ext cx="521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1)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置             ，对         ，          ，           且         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.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5846" name="对象 1277959"/>
              <p:cNvGraphicFramePr/>
              <p:nvPr/>
            </p:nvGraphicFramePr>
            <p:xfrm>
              <a:off x="1202" y="2251"/>
              <a:ext cx="788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4" name="" r:id="rId3" imgW="1256665" imgH="431800" progId="Equation.3">
                      <p:embed/>
                    </p:oleObj>
                  </mc:Choice>
                  <mc:Fallback>
                    <p:oleObj name="" r:id="rId3" imgW="1256665" imgH="431800" progId="Equation.3">
                      <p:embed/>
                      <p:pic>
                        <p:nvPicPr>
                          <p:cNvPr id="0" name="图片 324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02" y="2251"/>
                            <a:ext cx="788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47" name="对象 1277960"/>
              <p:cNvGraphicFramePr/>
              <p:nvPr/>
            </p:nvGraphicFramePr>
            <p:xfrm>
              <a:off x="2426" y="2244"/>
              <a:ext cx="549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1" name="" r:id="rId5" imgW="862965" imgH="431800" progId="Equation.3">
                      <p:embed/>
                    </p:oleObj>
                  </mc:Choice>
                  <mc:Fallback>
                    <p:oleObj name="" r:id="rId5" imgW="862965" imgH="431800" progId="Equation.3">
                      <p:embed/>
                      <p:pic>
                        <p:nvPicPr>
                          <p:cNvPr id="0" name="图片 3240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426" y="2244"/>
                            <a:ext cx="549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48" name="对象 1277961"/>
              <p:cNvGraphicFramePr/>
              <p:nvPr/>
            </p:nvGraphicFramePr>
            <p:xfrm>
              <a:off x="3107" y="2282"/>
              <a:ext cx="73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4" name="" r:id="rId7" imgW="1167765" imgH="393700" progId="Equation.3">
                      <p:embed/>
                    </p:oleObj>
                  </mc:Choice>
                  <mc:Fallback>
                    <p:oleObj name="" r:id="rId7" imgW="1167765" imgH="393700" progId="Equation.3">
                      <p:embed/>
                      <p:pic>
                        <p:nvPicPr>
                          <p:cNvPr id="0" name="图片 3233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107" y="2282"/>
                            <a:ext cx="732" cy="2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49" name="对象 1277962"/>
              <p:cNvGraphicFramePr/>
              <p:nvPr/>
            </p:nvGraphicFramePr>
            <p:xfrm>
              <a:off x="3923" y="2251"/>
              <a:ext cx="83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2" name="" r:id="rId9" imgW="1332865" imgH="431800" progId="Equation.3">
                      <p:embed/>
                    </p:oleObj>
                  </mc:Choice>
                  <mc:Fallback>
                    <p:oleObj name="" r:id="rId9" imgW="1332865" imgH="431800" progId="Equation.3">
                      <p:embed/>
                      <p:pic>
                        <p:nvPicPr>
                          <p:cNvPr id="0" name="图片 3241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923" y="2251"/>
                            <a:ext cx="83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50" name="对象 1277963"/>
              <p:cNvGraphicFramePr/>
              <p:nvPr/>
            </p:nvGraphicFramePr>
            <p:xfrm>
              <a:off x="5000" y="2274"/>
              <a:ext cx="420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" name="" r:id="rId11" imgW="659765" imgH="317500" progId="Equation.3">
                      <p:embed/>
                    </p:oleObj>
                  </mc:Choice>
                  <mc:Fallback>
                    <p:oleObj name="" r:id="rId11" imgW="659765" imgH="317500" progId="Equation.3">
                      <p:embed/>
                      <p:pic>
                        <p:nvPicPr>
                          <p:cNvPr id="0" name="图片 323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000" y="2274"/>
                            <a:ext cx="420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5851" name="组合 1277964"/>
            <p:cNvGrpSpPr/>
            <p:nvPr/>
          </p:nvGrpSpPr>
          <p:grpSpPr>
            <a:xfrm>
              <a:off x="528" y="1026"/>
              <a:ext cx="5080" cy="327"/>
              <a:chOff x="463" y="935"/>
              <a:chExt cx="5080" cy="327"/>
            </a:xfrm>
          </p:grpSpPr>
          <p:sp>
            <p:nvSpPr>
              <p:cNvPr id="35852" name="文本框 1277965"/>
              <p:cNvSpPr txBox="1"/>
              <p:nvPr/>
            </p:nvSpPr>
            <p:spPr>
              <a:xfrm>
                <a:off x="463" y="935"/>
                <a:ext cx="508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2)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对每个         ，用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5853" name="对象 1277966"/>
              <p:cNvGraphicFramePr/>
              <p:nvPr/>
            </p:nvGraphicFramePr>
            <p:xfrm>
              <a:off x="1609" y="961"/>
              <a:ext cx="532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6" name="" r:id="rId13" imgW="838200" imgH="457200" progId="Equation.3">
                      <p:embed/>
                    </p:oleObj>
                  </mc:Choice>
                  <mc:Fallback>
                    <p:oleObj name="" r:id="rId13" imgW="838200" imgH="457200" progId="Equation.3">
                      <p:embed/>
                      <p:pic>
                        <p:nvPicPr>
                          <p:cNvPr id="0" name="图片 3235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609" y="961"/>
                            <a:ext cx="532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54" name="对象 1277967"/>
              <p:cNvGraphicFramePr/>
              <p:nvPr/>
            </p:nvGraphicFramePr>
            <p:xfrm>
              <a:off x="2816" y="972"/>
              <a:ext cx="2237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5" name="" r:id="rId15" imgW="3542030" imgH="431800" progId="Equation.3">
                      <p:embed/>
                    </p:oleObj>
                  </mc:Choice>
                  <mc:Fallback>
                    <p:oleObj name="" r:id="rId15" imgW="3542030" imgH="431800" progId="Equation.3">
                      <p:embed/>
                      <p:pic>
                        <p:nvPicPr>
                          <p:cNvPr id="0" name="图片 3244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816" y="972"/>
                            <a:ext cx="2237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5855" name="组合 1277968"/>
            <p:cNvGrpSpPr/>
            <p:nvPr/>
          </p:nvGrpSpPr>
          <p:grpSpPr>
            <a:xfrm>
              <a:off x="450" y="1363"/>
              <a:ext cx="5126" cy="434"/>
              <a:chOff x="385" y="2931"/>
              <a:chExt cx="5126" cy="434"/>
            </a:xfrm>
          </p:grpSpPr>
          <p:sp>
            <p:nvSpPr>
              <p:cNvPr id="35856" name="文本框 1277969"/>
              <p:cNvSpPr txBox="1"/>
              <p:nvPr/>
            </p:nvSpPr>
            <p:spPr>
              <a:xfrm>
                <a:off x="385" y="2931"/>
                <a:ext cx="512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代替       ，计算               ，并把达到这个最小值的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5857" name="对象 1277970"/>
              <p:cNvGraphicFramePr/>
              <p:nvPr/>
            </p:nvGraphicFramePr>
            <p:xfrm>
              <a:off x="930" y="2998"/>
              <a:ext cx="353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1" name="" r:id="rId17" imgW="558800" imgH="393700" progId="Equation.3">
                      <p:embed/>
                    </p:oleObj>
                  </mc:Choice>
                  <mc:Fallback>
                    <p:oleObj name="" r:id="rId17" imgW="558800" imgH="393700" progId="Equation.3">
                      <p:embed/>
                      <p:pic>
                        <p:nvPicPr>
                          <p:cNvPr id="0" name="图片 3230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930" y="2998"/>
                            <a:ext cx="353" cy="2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58" name="对象 1277971"/>
              <p:cNvGraphicFramePr/>
              <p:nvPr/>
            </p:nvGraphicFramePr>
            <p:xfrm>
              <a:off x="2064" y="2953"/>
              <a:ext cx="892" cy="4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3" name="" r:id="rId19" imgW="1409700" imgH="647700" progId="Equation.3">
                      <p:embed/>
                    </p:oleObj>
                  </mc:Choice>
                  <mc:Fallback>
                    <p:oleObj name="" r:id="rId19" imgW="1409700" imgH="647700" progId="Equation.3">
                      <p:embed/>
                      <p:pic>
                        <p:nvPicPr>
                          <p:cNvPr id="0" name="图片 3242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2064" y="2953"/>
                            <a:ext cx="892" cy="4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5859" name="组合 1277972"/>
            <p:cNvGrpSpPr/>
            <p:nvPr/>
          </p:nvGrpSpPr>
          <p:grpSpPr>
            <a:xfrm>
              <a:off x="489" y="1743"/>
              <a:ext cx="5035" cy="327"/>
              <a:chOff x="424" y="2976"/>
              <a:chExt cx="5035" cy="327"/>
            </a:xfrm>
          </p:grpSpPr>
          <p:sp>
            <p:nvSpPr>
              <p:cNvPr id="35860" name="文本框 1277973"/>
              <p:cNvSpPr txBox="1"/>
              <p:nvPr/>
            </p:nvSpPr>
            <p:spPr>
              <a:xfrm>
                <a:off x="424" y="2976"/>
                <a:ext cx="503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一个顶点记为     ，置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5861" name="对象 1277974"/>
              <p:cNvGraphicFramePr/>
              <p:nvPr/>
            </p:nvGraphicFramePr>
            <p:xfrm>
              <a:off x="1862" y="3003"/>
              <a:ext cx="33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9" name="" r:id="rId21" imgW="533400" imgH="431800" progId="Equation.3">
                      <p:embed/>
                    </p:oleObj>
                  </mc:Choice>
                  <mc:Fallback>
                    <p:oleObj name="" r:id="rId21" imgW="533400" imgH="431800" progId="Equation.3">
                      <p:embed/>
                      <p:pic>
                        <p:nvPicPr>
                          <p:cNvPr id="0" name="图片 3238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1862" y="3003"/>
                            <a:ext cx="33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2" name="对象 1277975"/>
              <p:cNvGraphicFramePr/>
              <p:nvPr/>
            </p:nvGraphicFramePr>
            <p:xfrm>
              <a:off x="2601" y="3009"/>
              <a:ext cx="1565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0" name="" r:id="rId23" imgW="2475230" imgH="431800" progId="Equation.3">
                      <p:embed/>
                    </p:oleObj>
                  </mc:Choice>
                  <mc:Fallback>
                    <p:oleObj name="" r:id="rId23" imgW="2475230" imgH="431800" progId="Equation.3">
                      <p:embed/>
                      <p:pic>
                        <p:nvPicPr>
                          <p:cNvPr id="0" name="图片 3239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2601" y="3009"/>
                            <a:ext cx="1565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5863" name="组合 1277976"/>
            <p:cNvGrpSpPr/>
            <p:nvPr/>
          </p:nvGrpSpPr>
          <p:grpSpPr>
            <a:xfrm>
              <a:off x="541" y="1979"/>
              <a:ext cx="5125" cy="327"/>
              <a:chOff x="476" y="3294"/>
              <a:chExt cx="5125" cy="327"/>
            </a:xfrm>
          </p:grpSpPr>
          <p:sp>
            <p:nvSpPr>
              <p:cNvPr id="35864" name="文本框 1277977"/>
              <p:cNvSpPr txBox="1"/>
              <p:nvPr/>
            </p:nvSpPr>
            <p:spPr>
              <a:xfrm>
                <a:off x="476" y="3294"/>
                <a:ext cx="512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marL="342900" indent="-342900"/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3)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若            ，则停止；若            ，则用 </a:t>
                </a: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i+1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代</a:t>
                </a:r>
                <a:endParaRPr lang="zh-CN" altLang="en-US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5865" name="对象 1277978"/>
              <p:cNvGraphicFramePr/>
              <p:nvPr/>
            </p:nvGraphicFramePr>
            <p:xfrm>
              <a:off x="1237" y="3359"/>
              <a:ext cx="700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3" name="" r:id="rId25" imgW="1103630" imgH="317500" progId="Equation.3">
                      <p:embed/>
                    </p:oleObj>
                  </mc:Choice>
                  <mc:Fallback>
                    <p:oleObj name="" r:id="rId25" imgW="1103630" imgH="317500" progId="Equation.3">
                      <p:embed/>
                      <p:pic>
                        <p:nvPicPr>
                          <p:cNvPr id="0" name="图片 3232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237" y="3359"/>
                            <a:ext cx="700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6" name="对象 1277979"/>
              <p:cNvGraphicFramePr/>
              <p:nvPr/>
            </p:nvGraphicFramePr>
            <p:xfrm>
              <a:off x="3311" y="3354"/>
              <a:ext cx="700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" name="" r:id="rId27" imgW="1103630" imgH="317500" progId="Equation.3">
                      <p:embed/>
                    </p:oleObj>
                  </mc:Choice>
                  <mc:Fallback>
                    <p:oleObj name="" r:id="rId27" imgW="1103630" imgH="317500" progId="Equation.3">
                      <p:embed/>
                      <p:pic>
                        <p:nvPicPr>
                          <p:cNvPr id="0" name="图片 3236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3311" y="3354"/>
                            <a:ext cx="700" cy="2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867" name="文本框 1277980"/>
            <p:cNvSpPr txBox="1"/>
            <p:nvPr/>
          </p:nvSpPr>
          <p:spPr>
            <a:xfrm>
              <a:off x="496" y="2251"/>
              <a:ext cx="34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替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，并转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2)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35868" name="图片 1277981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59" y="2523"/>
              <a:ext cx="1815" cy="172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5869" name="图片 1277982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2174" y="2556"/>
              <a:ext cx="1814" cy="167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70" name="矩形 1277983"/>
            <p:cNvSpPr/>
            <p:nvPr/>
          </p:nvSpPr>
          <p:spPr>
            <a:xfrm>
              <a:off x="65" y="2098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5871" name="对象 1277984"/>
            <p:cNvGraphicFramePr/>
            <p:nvPr/>
          </p:nvGraphicFramePr>
          <p:xfrm>
            <a:off x="2537" y="2296"/>
            <a:ext cx="286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" name="" r:id="rId31" imgW="4546600" imgH="482600" progId="Equation.3">
                    <p:embed/>
                  </p:oleObj>
                </mc:Choice>
                <mc:Fallback>
                  <p:oleObj name="" r:id="rId31" imgW="4546600" imgH="482600" progId="Equation.3">
                    <p:embed/>
                    <p:pic>
                      <p:nvPicPr>
                        <p:cNvPr id="0" name="图片 3287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537" y="2296"/>
                          <a:ext cx="2862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2" name="矩形 1277985"/>
            <p:cNvSpPr/>
            <p:nvPr/>
          </p:nvSpPr>
          <p:spPr>
            <a:xfrm>
              <a:off x="65" y="2107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73" name="矩形 1277987"/>
            <p:cNvSpPr/>
            <p:nvPr/>
          </p:nvSpPr>
          <p:spPr>
            <a:xfrm>
              <a:off x="65" y="2119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74" name="矩形 1277988"/>
            <p:cNvSpPr/>
            <p:nvPr/>
          </p:nvSpPr>
          <p:spPr>
            <a:xfrm>
              <a:off x="65" y="2119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5875" name="矩形 1277989"/>
          <p:cNvSpPr/>
          <p:nvPr/>
        </p:nvSpPr>
        <p:spPr>
          <a:xfrm>
            <a:off x="144463" y="3363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77991" name="对象 1277990"/>
          <p:cNvGraphicFramePr/>
          <p:nvPr/>
        </p:nvGraphicFramePr>
        <p:xfrm>
          <a:off x="6443663" y="4540250"/>
          <a:ext cx="9366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" name="" r:id="rId33" imgW="1155700" imgH="419100" progId="Equation.3">
                  <p:embed/>
                </p:oleObj>
              </mc:Choice>
              <mc:Fallback>
                <p:oleObj name="" r:id="rId33" imgW="1155700" imgH="419100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443663" y="4540250"/>
                        <a:ext cx="936625" cy="341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7" name="矩形 1277992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77992" name="对象 1277991"/>
          <p:cNvGraphicFramePr/>
          <p:nvPr/>
        </p:nvGraphicFramePr>
        <p:xfrm>
          <a:off x="7596188" y="4549775"/>
          <a:ext cx="10715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35" imgW="1282700" imgH="419100" progId="Equation.3">
                  <p:embed/>
                </p:oleObj>
              </mc:Choice>
              <mc:Fallback>
                <p:oleObj name="" r:id="rId35" imgW="1282700" imgH="419100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596188" y="4549775"/>
                        <a:ext cx="1071562" cy="34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9" name="矩形 1277994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80" name="矩形 1277996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81" name="矩形 1277998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82" name="矩形 1278000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83" name="矩形 1278002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7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7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74886" name="对象 1274885"/>
          <p:cNvGraphicFramePr/>
          <p:nvPr/>
        </p:nvGraphicFramePr>
        <p:xfrm>
          <a:off x="6743700" y="4078288"/>
          <a:ext cx="1054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1" imgW="1054100" imgH="457200" progId="Equation.3">
                  <p:embed/>
                </p:oleObj>
              </mc:Choice>
              <mc:Fallback>
                <p:oleObj name="" r:id="rId1" imgW="1054100" imgH="457200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43700" y="4078288"/>
                        <a:ext cx="10541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4925" name="对象 1274924"/>
          <p:cNvGraphicFramePr/>
          <p:nvPr/>
        </p:nvGraphicFramePr>
        <p:xfrm>
          <a:off x="6443663" y="5026025"/>
          <a:ext cx="108108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" name="" r:id="rId3" imgW="1333500" imgH="431800" progId="Equation.3">
                  <p:embed/>
                </p:oleObj>
              </mc:Choice>
              <mc:Fallback>
                <p:oleObj name="" r:id="rId3" imgW="1333500" imgH="431800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43663" y="5026025"/>
                        <a:ext cx="1081087" cy="34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67" name="组合 1274933"/>
          <p:cNvGrpSpPr/>
          <p:nvPr/>
        </p:nvGrpSpPr>
        <p:grpSpPr>
          <a:xfrm>
            <a:off x="0" y="620713"/>
            <a:ext cx="9288463" cy="6121400"/>
            <a:chOff x="0" y="391"/>
            <a:chExt cx="5851" cy="3856"/>
          </a:xfrm>
        </p:grpSpPr>
        <p:grpSp>
          <p:nvGrpSpPr>
            <p:cNvPr id="36868" name="组合 1274886"/>
            <p:cNvGrpSpPr/>
            <p:nvPr/>
          </p:nvGrpSpPr>
          <p:grpSpPr>
            <a:xfrm>
              <a:off x="65" y="391"/>
              <a:ext cx="5760" cy="3856"/>
              <a:chOff x="65" y="391"/>
              <a:chExt cx="5760" cy="3856"/>
            </a:xfrm>
          </p:grpSpPr>
          <p:sp>
            <p:nvSpPr>
              <p:cNvPr id="36869" name="文本框 1274887"/>
              <p:cNvSpPr txBox="1"/>
              <p:nvPr/>
            </p:nvSpPr>
            <p:spPr>
              <a:xfrm>
                <a:off x="541" y="391"/>
                <a:ext cx="503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i="1" err="1">
                    <a:solidFill>
                      <a:srgbClr val="008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Dijkstra</a:t>
                </a:r>
                <a:r>
                  <a:rPr lang="zh-CN" altLang="en-US" dirty="0">
                    <a:solidFill>
                      <a:srgbClr val="008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算法</a:t>
                </a:r>
                <a:r>
                  <a:rPr lang="en-US" altLang="zh-CN">
                    <a:solidFill>
                      <a:srgbClr val="008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: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求</a:t>
                </a: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中从顶点</a:t>
                </a: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i="1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到其余顶点的最短路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.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6870" name="组合 1274888"/>
              <p:cNvGrpSpPr/>
              <p:nvPr/>
            </p:nvGrpSpPr>
            <p:grpSpPr>
              <a:xfrm>
                <a:off x="405" y="699"/>
                <a:ext cx="5217" cy="327"/>
                <a:chOff x="385" y="2205"/>
                <a:chExt cx="5217" cy="327"/>
              </a:xfrm>
            </p:grpSpPr>
            <p:sp>
              <p:nvSpPr>
                <p:cNvPr id="36871" name="文本框 1274889"/>
                <p:cNvSpPr txBox="1"/>
                <p:nvPr/>
              </p:nvSpPr>
              <p:spPr>
                <a:xfrm>
                  <a:off x="385" y="2205"/>
                  <a:ext cx="5217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   </a:t>
                  </a:r>
                  <a:r>
                    <a:rPr lang="en-US" altLang="zh-CN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1)</a:t>
                  </a:r>
                  <a:r>
                    <a:rPr lang="en-US" altLang="zh-CN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</a:t>
                  </a:r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置             ，对         ，          ，           且         </a:t>
                  </a:r>
                  <a:r>
                    <a:rPr lang="en-US" altLang="zh-CN">
                      <a:latin typeface="Arial" panose="020B0604020202020204" pitchFamily="34" charset="0"/>
                      <a:ea typeface="宋体" panose="02010600030101010101" pitchFamily="2" charset="-122"/>
                    </a:rPr>
                    <a:t>.</a:t>
                  </a:r>
                  <a:endParaRPr lang="en-US" altLang="zh-CN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36872" name="对象 1274890"/>
                <p:cNvGraphicFramePr/>
                <p:nvPr/>
              </p:nvGraphicFramePr>
              <p:xfrm>
                <a:off x="1202" y="2251"/>
                <a:ext cx="788" cy="2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91" name="" r:id="rId5" imgW="1256665" imgH="431800" progId="Equation.3">
                        <p:embed/>
                      </p:oleObj>
                    </mc:Choice>
                    <mc:Fallback>
                      <p:oleObj name="" r:id="rId5" imgW="1256665" imgH="431800" progId="Equation.3">
                        <p:embed/>
                        <p:pic>
                          <p:nvPicPr>
                            <p:cNvPr id="0" name="图片 3290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02" y="2251"/>
                              <a:ext cx="788" cy="27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873" name="对象 1274891"/>
                <p:cNvGraphicFramePr/>
                <p:nvPr/>
              </p:nvGraphicFramePr>
              <p:xfrm>
                <a:off x="2426" y="2244"/>
                <a:ext cx="549" cy="2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92" name="" r:id="rId7" imgW="862965" imgH="431800" progId="Equation.3">
                        <p:embed/>
                      </p:oleObj>
                    </mc:Choice>
                    <mc:Fallback>
                      <p:oleObj name="" r:id="rId7" imgW="862965" imgH="431800" progId="Equation.3">
                        <p:embed/>
                        <p:pic>
                          <p:nvPicPr>
                            <p:cNvPr id="0" name="图片 3291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26" y="2244"/>
                              <a:ext cx="549" cy="27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874" name="对象 1274892"/>
                <p:cNvGraphicFramePr/>
                <p:nvPr/>
              </p:nvGraphicFramePr>
              <p:xfrm>
                <a:off x="3107" y="2282"/>
                <a:ext cx="732" cy="2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87" name="" r:id="rId9" imgW="1167765" imgH="393700" progId="Equation.3">
                        <p:embed/>
                      </p:oleObj>
                    </mc:Choice>
                    <mc:Fallback>
                      <p:oleObj name="" r:id="rId9" imgW="1167765" imgH="393700" progId="Equation.3">
                        <p:embed/>
                        <p:pic>
                          <p:nvPicPr>
                            <p:cNvPr id="0" name="图片 3286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07" y="2282"/>
                              <a:ext cx="732" cy="244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875" name="对象 1274893"/>
                <p:cNvGraphicFramePr/>
                <p:nvPr/>
              </p:nvGraphicFramePr>
              <p:xfrm>
                <a:off x="3923" y="2251"/>
                <a:ext cx="836" cy="2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84" name="" r:id="rId11" imgW="1332865" imgH="431800" progId="Equation.3">
                        <p:embed/>
                      </p:oleObj>
                    </mc:Choice>
                    <mc:Fallback>
                      <p:oleObj name="" r:id="rId11" imgW="1332865" imgH="431800" progId="Equation.3">
                        <p:embed/>
                        <p:pic>
                          <p:nvPicPr>
                            <p:cNvPr id="0" name="图片 3283"/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23" y="2251"/>
                              <a:ext cx="836" cy="27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876" name="对象 1274894"/>
                <p:cNvGraphicFramePr/>
                <p:nvPr/>
              </p:nvGraphicFramePr>
              <p:xfrm>
                <a:off x="5000" y="2274"/>
                <a:ext cx="420" cy="2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83" name="" r:id="rId13" imgW="659765" imgH="317500" progId="Equation.3">
                        <p:embed/>
                      </p:oleObj>
                    </mc:Choice>
                    <mc:Fallback>
                      <p:oleObj name="" r:id="rId13" imgW="659765" imgH="317500" progId="Equation.3">
                        <p:embed/>
                        <p:pic>
                          <p:nvPicPr>
                            <p:cNvPr id="0" name="图片 3282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00" y="2274"/>
                              <a:ext cx="420" cy="204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6877" name="组合 1274895"/>
              <p:cNvGrpSpPr/>
              <p:nvPr/>
            </p:nvGrpSpPr>
            <p:grpSpPr>
              <a:xfrm>
                <a:off x="528" y="1026"/>
                <a:ext cx="5080" cy="327"/>
                <a:chOff x="463" y="935"/>
                <a:chExt cx="5080" cy="327"/>
              </a:xfrm>
            </p:grpSpPr>
            <p:sp>
              <p:nvSpPr>
                <p:cNvPr id="36878" name="文本框 1274896"/>
                <p:cNvSpPr txBox="1"/>
                <p:nvPr/>
              </p:nvSpPr>
              <p:spPr>
                <a:xfrm>
                  <a:off x="463" y="935"/>
                  <a:ext cx="5080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r>
                    <a:rPr lang="en-US" altLang="zh-CN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 </a:t>
                  </a:r>
                  <a:r>
                    <a:rPr lang="en-US" altLang="zh-CN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2)</a:t>
                  </a:r>
                  <a:r>
                    <a:rPr lang="en-US" altLang="zh-CN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</a:t>
                  </a:r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对每个         ，用</a:t>
                  </a:r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36879" name="对象 1274897"/>
                <p:cNvGraphicFramePr/>
                <p:nvPr/>
              </p:nvGraphicFramePr>
              <p:xfrm>
                <a:off x="1609" y="961"/>
                <a:ext cx="532" cy="2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75" name="" r:id="rId15" imgW="838200" imgH="457200" progId="Equation.3">
                        <p:embed/>
                      </p:oleObj>
                    </mc:Choice>
                    <mc:Fallback>
                      <p:oleObj name="" r:id="rId15" imgW="838200" imgH="457200" progId="Equation.3">
                        <p:embed/>
                        <p:pic>
                          <p:nvPicPr>
                            <p:cNvPr id="0" name="图片 3274"/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09" y="961"/>
                              <a:ext cx="532" cy="29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880" name="对象 1274898"/>
                <p:cNvGraphicFramePr/>
                <p:nvPr/>
              </p:nvGraphicFramePr>
              <p:xfrm>
                <a:off x="2816" y="972"/>
                <a:ext cx="2237" cy="2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80" name="" r:id="rId17" imgW="3542030" imgH="431800" progId="Equation.3">
                        <p:embed/>
                      </p:oleObj>
                    </mc:Choice>
                    <mc:Fallback>
                      <p:oleObj name="" r:id="rId17" imgW="3542030" imgH="431800" progId="Equation.3">
                        <p:embed/>
                        <p:pic>
                          <p:nvPicPr>
                            <p:cNvPr id="0" name="图片 3279"/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6" y="972"/>
                              <a:ext cx="2237" cy="27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6881" name="组合 1274899"/>
              <p:cNvGrpSpPr/>
              <p:nvPr/>
            </p:nvGrpSpPr>
            <p:grpSpPr>
              <a:xfrm>
                <a:off x="450" y="1363"/>
                <a:ext cx="5126" cy="434"/>
                <a:chOff x="385" y="2931"/>
                <a:chExt cx="5126" cy="434"/>
              </a:xfrm>
            </p:grpSpPr>
            <p:sp>
              <p:nvSpPr>
                <p:cNvPr id="36882" name="文本框 1274900"/>
                <p:cNvSpPr txBox="1"/>
                <p:nvPr/>
              </p:nvSpPr>
              <p:spPr>
                <a:xfrm>
                  <a:off x="385" y="2931"/>
                  <a:ext cx="5126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代替       ，计算               ，并把达到这个最小值的</a:t>
                  </a:r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36883" name="对象 1274901"/>
                <p:cNvGraphicFramePr/>
                <p:nvPr/>
              </p:nvGraphicFramePr>
              <p:xfrm>
                <a:off x="930" y="2998"/>
                <a:ext cx="353" cy="2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81" name="" r:id="rId19" imgW="558800" imgH="393700" progId="Equation.3">
                        <p:embed/>
                      </p:oleObj>
                    </mc:Choice>
                    <mc:Fallback>
                      <p:oleObj name="" r:id="rId19" imgW="558800" imgH="393700" progId="Equation.3">
                        <p:embed/>
                        <p:pic>
                          <p:nvPicPr>
                            <p:cNvPr id="0" name="图片 3280"/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30" y="2998"/>
                              <a:ext cx="353" cy="251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884" name="对象 1274902"/>
                <p:cNvGraphicFramePr/>
                <p:nvPr/>
              </p:nvGraphicFramePr>
              <p:xfrm>
                <a:off x="2064" y="2953"/>
                <a:ext cx="892" cy="4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76" name="" r:id="rId21" imgW="1409700" imgH="647700" progId="Equation.3">
                        <p:embed/>
                      </p:oleObj>
                    </mc:Choice>
                    <mc:Fallback>
                      <p:oleObj name="" r:id="rId21" imgW="1409700" imgH="647700" progId="Equation.3">
                        <p:embed/>
                        <p:pic>
                          <p:nvPicPr>
                            <p:cNvPr id="0" name="图片 3275"/>
                            <p:cNvPicPr/>
                            <p:nvPr/>
                          </p:nvPicPr>
                          <p:blipFill>
                            <a:blip r:embed="rId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064" y="2953"/>
                              <a:ext cx="892" cy="41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6885" name="组合 1274903"/>
              <p:cNvGrpSpPr/>
              <p:nvPr/>
            </p:nvGrpSpPr>
            <p:grpSpPr>
              <a:xfrm>
                <a:off x="489" y="1743"/>
                <a:ext cx="5035" cy="327"/>
                <a:chOff x="424" y="2976"/>
                <a:chExt cx="5035" cy="327"/>
              </a:xfrm>
            </p:grpSpPr>
            <p:sp>
              <p:nvSpPr>
                <p:cNvPr id="36886" name="文本框 1274904"/>
                <p:cNvSpPr txBox="1"/>
                <p:nvPr/>
              </p:nvSpPr>
              <p:spPr>
                <a:xfrm>
                  <a:off x="424" y="2976"/>
                  <a:ext cx="5035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一个顶点记为     ，置</a:t>
                  </a:r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36887" name="对象 1274905"/>
                <p:cNvGraphicFramePr/>
                <p:nvPr/>
              </p:nvGraphicFramePr>
              <p:xfrm>
                <a:off x="1862" y="3003"/>
                <a:ext cx="331" cy="2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79" name="" r:id="rId23" imgW="533400" imgH="431800" progId="Equation.3">
                        <p:embed/>
                      </p:oleObj>
                    </mc:Choice>
                    <mc:Fallback>
                      <p:oleObj name="" r:id="rId23" imgW="533400" imgH="431800" progId="Equation.3">
                        <p:embed/>
                        <p:pic>
                          <p:nvPicPr>
                            <p:cNvPr id="0" name="图片 3278"/>
                            <p:cNvPicPr/>
                            <p:nvPr/>
                          </p:nvPicPr>
                          <p:blipFill>
                            <a:blip r:embed="rId2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862" y="3003"/>
                              <a:ext cx="331" cy="27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888" name="对象 1274906"/>
                <p:cNvGraphicFramePr/>
                <p:nvPr/>
              </p:nvGraphicFramePr>
              <p:xfrm>
                <a:off x="2601" y="3009"/>
                <a:ext cx="1565" cy="2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82" name="" r:id="rId25" imgW="2475230" imgH="431800" progId="Equation.3">
                        <p:embed/>
                      </p:oleObj>
                    </mc:Choice>
                    <mc:Fallback>
                      <p:oleObj name="" r:id="rId25" imgW="2475230" imgH="431800" progId="Equation.3">
                        <p:embed/>
                        <p:pic>
                          <p:nvPicPr>
                            <p:cNvPr id="0" name="图片 3281"/>
                            <p:cNvPicPr/>
                            <p:nvPr/>
                          </p:nvPicPr>
                          <p:blipFill>
                            <a:blip r:embed="rId2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01" y="3009"/>
                              <a:ext cx="1565" cy="27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6889" name="组合 1274907"/>
              <p:cNvGrpSpPr/>
              <p:nvPr/>
            </p:nvGrpSpPr>
            <p:grpSpPr>
              <a:xfrm>
                <a:off x="541" y="1979"/>
                <a:ext cx="5125" cy="327"/>
                <a:chOff x="476" y="3294"/>
                <a:chExt cx="5125" cy="327"/>
              </a:xfrm>
            </p:grpSpPr>
            <p:sp>
              <p:nvSpPr>
                <p:cNvPr id="36890" name="文本框 1274908"/>
                <p:cNvSpPr txBox="1"/>
                <p:nvPr/>
              </p:nvSpPr>
              <p:spPr>
                <a:xfrm>
                  <a:off x="476" y="3294"/>
                  <a:ext cx="5125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 marL="342900" indent="-342900"/>
                  <a:r>
                    <a:rPr lang="en-US" altLang="zh-CN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 </a:t>
                  </a:r>
                  <a:r>
                    <a:rPr lang="en-US" altLang="zh-CN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3)</a:t>
                  </a:r>
                  <a:r>
                    <a:rPr lang="en-US" altLang="zh-CN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 </a:t>
                  </a:r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若            ，则停止；若            ，则用 </a:t>
                  </a:r>
                  <a:r>
                    <a:rPr lang="en-US" altLang="zh-CN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i+1 </a:t>
                  </a:r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代</a:t>
                  </a:r>
                  <a:endParaRPr lang="zh-CN" altLang="en-US" i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36891" name="对象 1274909"/>
                <p:cNvGraphicFramePr/>
                <p:nvPr/>
              </p:nvGraphicFramePr>
              <p:xfrm>
                <a:off x="1237" y="3359"/>
                <a:ext cx="700" cy="2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74" name="" r:id="rId27" imgW="1103630" imgH="317500" progId="Equation.3">
                        <p:embed/>
                      </p:oleObj>
                    </mc:Choice>
                    <mc:Fallback>
                      <p:oleObj name="" r:id="rId27" imgW="1103630" imgH="317500" progId="Equation.3">
                        <p:embed/>
                        <p:pic>
                          <p:nvPicPr>
                            <p:cNvPr id="0" name="图片 3273"/>
                            <p:cNvPicPr/>
                            <p:nvPr/>
                          </p:nvPicPr>
                          <p:blipFill>
                            <a:blip r:embed="rId2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7" y="3359"/>
                              <a:ext cx="700" cy="204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892" name="对象 1274910"/>
                <p:cNvGraphicFramePr/>
                <p:nvPr/>
              </p:nvGraphicFramePr>
              <p:xfrm>
                <a:off x="3311" y="3354"/>
                <a:ext cx="700" cy="2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73" name="" r:id="rId29" imgW="1103630" imgH="317500" progId="Equation.3">
                        <p:embed/>
                      </p:oleObj>
                    </mc:Choice>
                    <mc:Fallback>
                      <p:oleObj name="" r:id="rId29" imgW="1103630" imgH="317500" progId="Equation.3">
                        <p:embed/>
                        <p:pic>
                          <p:nvPicPr>
                            <p:cNvPr id="0" name="图片 3272"/>
                            <p:cNvPicPr/>
                            <p:nvPr/>
                          </p:nvPicPr>
                          <p:blipFill>
                            <a:blip r:embed="rId3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311" y="3354"/>
                              <a:ext cx="700" cy="203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6893" name="文本框 1274911"/>
              <p:cNvSpPr txBox="1"/>
              <p:nvPr/>
            </p:nvSpPr>
            <p:spPr>
              <a:xfrm>
                <a:off x="496" y="2251"/>
                <a:ext cx="349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替</a:t>
                </a: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，并转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2)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.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36894" name="图片 1274912"/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9" y="2523"/>
                <a:ext cx="1815" cy="172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36895" name="图片 1274913"/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174" y="2556"/>
                <a:ext cx="1814" cy="167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6896" name="矩形 1274914"/>
              <p:cNvSpPr/>
              <p:nvPr/>
            </p:nvSpPr>
            <p:spPr>
              <a:xfrm>
                <a:off x="65" y="2098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6897" name="对象 1274915"/>
              <p:cNvGraphicFramePr/>
              <p:nvPr/>
            </p:nvGraphicFramePr>
            <p:xfrm>
              <a:off x="2537" y="2296"/>
              <a:ext cx="2862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77" name="" r:id="rId33" imgW="4546600" imgH="482600" progId="Equation.3">
                      <p:embed/>
                    </p:oleObj>
                  </mc:Choice>
                  <mc:Fallback>
                    <p:oleObj name="" r:id="rId33" imgW="4546600" imgH="482600" progId="Equation.3">
                      <p:embed/>
                      <p:pic>
                        <p:nvPicPr>
                          <p:cNvPr id="0" name="图片 3276"/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2537" y="2296"/>
                            <a:ext cx="2862" cy="30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898" name="矩形 1274916"/>
              <p:cNvSpPr/>
              <p:nvPr/>
            </p:nvSpPr>
            <p:spPr>
              <a:xfrm>
                <a:off x="65" y="2107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899" name="矩形 1274917"/>
              <p:cNvSpPr/>
              <p:nvPr/>
            </p:nvSpPr>
            <p:spPr>
              <a:xfrm>
                <a:off x="65" y="2119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900" name="矩形 1274918"/>
              <p:cNvSpPr/>
              <p:nvPr/>
            </p:nvSpPr>
            <p:spPr>
              <a:xfrm>
                <a:off x="65" y="2119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6901" name="矩形 1274919"/>
            <p:cNvSpPr/>
            <p:nvPr/>
          </p:nvSpPr>
          <p:spPr>
            <a:xfrm>
              <a:off x="91" y="2119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6902" name="对象 1274920"/>
            <p:cNvGraphicFramePr/>
            <p:nvPr/>
          </p:nvGraphicFramePr>
          <p:xfrm>
            <a:off x="4059" y="2860"/>
            <a:ext cx="59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" name="" r:id="rId35" imgW="1155700" imgH="419100" progId="Equation.3">
                    <p:embed/>
                  </p:oleObj>
                </mc:Choice>
                <mc:Fallback>
                  <p:oleObj name="" r:id="rId35" imgW="1155700" imgH="419100" progId="Equation.3">
                    <p:embed/>
                    <p:pic>
                      <p:nvPicPr>
                        <p:cNvPr id="0" name="图片 3277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4059" y="2860"/>
                          <a:ext cx="590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3" name="矩形 1274921"/>
            <p:cNvSpPr/>
            <p:nvPr/>
          </p:nvSpPr>
          <p:spPr>
            <a:xfrm>
              <a:off x="0" y="2028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6904" name="对象 1274922"/>
            <p:cNvGraphicFramePr/>
            <p:nvPr/>
          </p:nvGraphicFramePr>
          <p:xfrm>
            <a:off x="4785" y="2866"/>
            <a:ext cx="675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2" name="" r:id="rId37" imgW="1282700" imgH="419100" progId="Equation.3">
                    <p:embed/>
                  </p:oleObj>
                </mc:Choice>
                <mc:Fallback>
                  <p:oleObj name="" r:id="rId37" imgW="1282700" imgH="419100" progId="Equation.3">
                    <p:embed/>
                    <p:pic>
                      <p:nvPicPr>
                        <p:cNvPr id="0" name="图片 3271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785" y="2866"/>
                          <a:ext cx="675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5" name="矩形 1274923"/>
            <p:cNvSpPr/>
            <p:nvPr/>
          </p:nvSpPr>
          <p:spPr>
            <a:xfrm>
              <a:off x="0" y="2025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906" name="矩形 1274925"/>
            <p:cNvSpPr/>
            <p:nvPr/>
          </p:nvSpPr>
          <p:spPr>
            <a:xfrm>
              <a:off x="0" y="2025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907" name="矩形 1274927"/>
            <p:cNvSpPr/>
            <p:nvPr/>
          </p:nvSpPr>
          <p:spPr>
            <a:xfrm>
              <a:off x="0" y="2025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908" name="矩形 1274929"/>
            <p:cNvSpPr/>
            <p:nvPr/>
          </p:nvSpPr>
          <p:spPr>
            <a:xfrm>
              <a:off x="0" y="2025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909" name="矩形 1274931"/>
            <p:cNvSpPr/>
            <p:nvPr/>
          </p:nvSpPr>
          <p:spPr>
            <a:xfrm>
              <a:off x="0" y="2025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7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81028" name="对象 1281027"/>
          <p:cNvGraphicFramePr/>
          <p:nvPr/>
        </p:nvGraphicFramePr>
        <p:xfrm>
          <a:off x="6737350" y="4078288"/>
          <a:ext cx="106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" name="" r:id="rId1" imgW="1066800" imgH="457200" progId="Equation.3">
                  <p:embed/>
                </p:oleObj>
              </mc:Choice>
              <mc:Fallback>
                <p:oleObj name="" r:id="rId1" imgW="1066800" imgH="457200" progId="Equation.3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37350" y="4078288"/>
                        <a:ext cx="10668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0" name="组合 1281072"/>
          <p:cNvGrpSpPr/>
          <p:nvPr/>
        </p:nvGrpSpPr>
        <p:grpSpPr>
          <a:xfrm>
            <a:off x="0" y="620713"/>
            <a:ext cx="9288463" cy="6121400"/>
            <a:chOff x="0" y="391"/>
            <a:chExt cx="5851" cy="3856"/>
          </a:xfrm>
        </p:grpSpPr>
        <p:graphicFrame>
          <p:nvGraphicFramePr>
            <p:cNvPr id="37891" name="对象 1281028"/>
            <p:cNvGraphicFramePr/>
            <p:nvPr/>
          </p:nvGraphicFramePr>
          <p:xfrm>
            <a:off x="4059" y="3166"/>
            <a:ext cx="681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5" name="" r:id="rId3" imgW="1333500" imgH="431800" progId="Equation.3">
                    <p:embed/>
                  </p:oleObj>
                </mc:Choice>
                <mc:Fallback>
                  <p:oleObj name="" r:id="rId3" imgW="1333500" imgH="431800" progId="Equation.3">
                    <p:embed/>
                    <p:pic>
                      <p:nvPicPr>
                        <p:cNvPr id="0" name="图片 329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59" y="3166"/>
                          <a:ext cx="681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892" name="组合 1281029"/>
            <p:cNvGrpSpPr/>
            <p:nvPr/>
          </p:nvGrpSpPr>
          <p:grpSpPr>
            <a:xfrm>
              <a:off x="0" y="391"/>
              <a:ext cx="5851" cy="3856"/>
              <a:chOff x="0" y="391"/>
              <a:chExt cx="5851" cy="3856"/>
            </a:xfrm>
          </p:grpSpPr>
          <p:grpSp>
            <p:nvGrpSpPr>
              <p:cNvPr id="37893" name="组合 1281030"/>
              <p:cNvGrpSpPr/>
              <p:nvPr/>
            </p:nvGrpSpPr>
            <p:grpSpPr>
              <a:xfrm>
                <a:off x="65" y="391"/>
                <a:ext cx="5760" cy="3856"/>
                <a:chOff x="65" y="391"/>
                <a:chExt cx="5760" cy="3856"/>
              </a:xfrm>
            </p:grpSpPr>
            <p:sp>
              <p:nvSpPr>
                <p:cNvPr id="37894" name="文本框 1281031"/>
                <p:cNvSpPr txBox="1"/>
                <p:nvPr/>
              </p:nvSpPr>
              <p:spPr>
                <a:xfrm>
                  <a:off x="541" y="391"/>
                  <a:ext cx="5035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i="1" err="1"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Dijkstra</a:t>
                  </a:r>
                  <a:r>
                    <a:rPr lang="zh-CN" altLang="en-US" dirty="0"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算法</a:t>
                  </a:r>
                  <a:r>
                    <a:rPr lang="en-US" altLang="zh-CN"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:</a:t>
                  </a:r>
                  <a:r>
                    <a:rPr lang="en-US" altLang="zh-CN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 </a:t>
                  </a:r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求</a:t>
                  </a:r>
                  <a:r>
                    <a:rPr lang="en-US" altLang="zh-CN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G</a:t>
                  </a:r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中从顶点</a:t>
                  </a:r>
                  <a:r>
                    <a:rPr lang="en-US" altLang="zh-CN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u</a:t>
                  </a:r>
                  <a:r>
                    <a:rPr lang="en-US" altLang="zh-CN" i="1" baseline="-25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到其余顶点的最短路</a:t>
                  </a:r>
                  <a:r>
                    <a:rPr lang="en-US" altLang="zh-CN">
                      <a:latin typeface="Arial" panose="020B0604020202020204" pitchFamily="34" charset="0"/>
                      <a:ea typeface="宋体" panose="02010600030101010101" pitchFamily="2" charset="-122"/>
                    </a:rPr>
                    <a:t>.</a:t>
                  </a:r>
                  <a:endParaRPr lang="en-US" altLang="zh-CN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7895" name="组合 1281032"/>
                <p:cNvGrpSpPr/>
                <p:nvPr/>
              </p:nvGrpSpPr>
              <p:grpSpPr>
                <a:xfrm>
                  <a:off x="405" y="699"/>
                  <a:ext cx="5217" cy="327"/>
                  <a:chOff x="385" y="2205"/>
                  <a:chExt cx="5217" cy="327"/>
                </a:xfrm>
              </p:grpSpPr>
              <p:sp>
                <p:nvSpPr>
                  <p:cNvPr id="37896" name="文本框 1281033"/>
                  <p:cNvSpPr txBox="1"/>
                  <p:nvPr/>
                </p:nvSpPr>
                <p:spPr>
                  <a:xfrm>
                    <a:off x="385" y="2205"/>
                    <a:ext cx="5217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    </a:t>
                    </a:r>
                    <a:r>
                      <a: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1)</a:t>
                    </a:r>
                    <a:r>
                      <a: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 </a:t>
                    </a:r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置             ，对         ，          ，           且         </a:t>
                    </a:r>
                    <a:r>
                      <a:rPr lang="en-US" altLang="zh-CN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.</a:t>
                    </a:r>
                    <a:endParaRPr lang="en-US" altLang="zh-CN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7897" name="对象 1281034"/>
                  <p:cNvGraphicFramePr/>
                  <p:nvPr/>
                </p:nvGraphicFramePr>
                <p:xfrm>
                  <a:off x="1202" y="2251"/>
                  <a:ext cx="788" cy="2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293" name="" r:id="rId5" imgW="1256665" imgH="431800" progId="Equation.3">
                          <p:embed/>
                        </p:oleObj>
                      </mc:Choice>
                      <mc:Fallback>
                        <p:oleObj name="" r:id="rId5" imgW="1256665" imgH="431800" progId="Equation.3">
                          <p:embed/>
                          <p:pic>
                            <p:nvPicPr>
                              <p:cNvPr id="0" name="图片 3292"/>
                              <p:cNvPicPr/>
                              <p:nvPr/>
                            </p:nvPicPr>
                            <p:blipFill>
                              <a:blip r:embed="rId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02" y="2251"/>
                                <a:ext cx="788" cy="27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7898" name="对象 1281035"/>
                  <p:cNvGraphicFramePr/>
                  <p:nvPr/>
                </p:nvGraphicFramePr>
                <p:xfrm>
                  <a:off x="2426" y="2244"/>
                  <a:ext cx="549" cy="2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07" name="" r:id="rId7" imgW="862965" imgH="431800" progId="Equation.3">
                          <p:embed/>
                        </p:oleObj>
                      </mc:Choice>
                      <mc:Fallback>
                        <p:oleObj name="" r:id="rId7" imgW="862965" imgH="431800" progId="Equation.3">
                          <p:embed/>
                          <p:pic>
                            <p:nvPicPr>
                              <p:cNvPr id="0" name="图片 3306"/>
                              <p:cNvPicPr/>
                              <p:nvPr/>
                            </p:nvPicPr>
                            <p:blipFill>
                              <a:blip r:embed="rId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426" y="2244"/>
                                <a:ext cx="549" cy="27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7899" name="对象 1281036"/>
                  <p:cNvGraphicFramePr/>
                  <p:nvPr/>
                </p:nvGraphicFramePr>
                <p:xfrm>
                  <a:off x="3107" y="2282"/>
                  <a:ext cx="732" cy="24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06" name="" r:id="rId9" imgW="1167765" imgH="393700" progId="Equation.3">
                          <p:embed/>
                        </p:oleObj>
                      </mc:Choice>
                      <mc:Fallback>
                        <p:oleObj name="" r:id="rId9" imgW="1167765" imgH="393700" progId="Equation.3">
                          <p:embed/>
                          <p:pic>
                            <p:nvPicPr>
                              <p:cNvPr id="0" name="图片 3305"/>
                              <p:cNvPicPr/>
                              <p:nvPr/>
                            </p:nvPicPr>
                            <p:blipFill>
                              <a:blip r:embed="rId1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107" y="2282"/>
                                <a:ext cx="732" cy="24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7900" name="对象 1281037"/>
                  <p:cNvGraphicFramePr/>
                  <p:nvPr/>
                </p:nvGraphicFramePr>
                <p:xfrm>
                  <a:off x="3923" y="2251"/>
                  <a:ext cx="836" cy="2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02" name="" r:id="rId11" imgW="1332865" imgH="431800" progId="Equation.3">
                          <p:embed/>
                        </p:oleObj>
                      </mc:Choice>
                      <mc:Fallback>
                        <p:oleObj name="" r:id="rId11" imgW="1332865" imgH="431800" progId="Equation.3">
                          <p:embed/>
                          <p:pic>
                            <p:nvPicPr>
                              <p:cNvPr id="0" name="图片 3301"/>
                              <p:cNvPicPr/>
                              <p:nvPr/>
                            </p:nvPicPr>
                            <p:blipFill>
                              <a:blip r:embed="rId1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923" y="2251"/>
                                <a:ext cx="836" cy="27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7901" name="对象 1281038"/>
                  <p:cNvGraphicFramePr/>
                  <p:nvPr/>
                </p:nvGraphicFramePr>
                <p:xfrm>
                  <a:off x="5000" y="2274"/>
                  <a:ext cx="420" cy="20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03" name="" r:id="rId13" imgW="659765" imgH="317500" progId="Equation.3">
                          <p:embed/>
                        </p:oleObj>
                      </mc:Choice>
                      <mc:Fallback>
                        <p:oleObj name="" r:id="rId13" imgW="659765" imgH="317500" progId="Equation.3">
                          <p:embed/>
                          <p:pic>
                            <p:nvPicPr>
                              <p:cNvPr id="0" name="图片 3302"/>
                              <p:cNvPicPr/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5000" y="2274"/>
                                <a:ext cx="420" cy="20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37902" name="组合 1281039"/>
                <p:cNvGrpSpPr/>
                <p:nvPr/>
              </p:nvGrpSpPr>
              <p:grpSpPr>
                <a:xfrm>
                  <a:off x="528" y="1026"/>
                  <a:ext cx="5080" cy="327"/>
                  <a:chOff x="463" y="935"/>
                  <a:chExt cx="5080" cy="327"/>
                </a:xfrm>
              </p:grpSpPr>
              <p:sp>
                <p:nvSpPr>
                  <p:cNvPr id="37903" name="文本框 1281040"/>
                  <p:cNvSpPr txBox="1"/>
                  <p:nvPr/>
                </p:nvSpPr>
                <p:spPr>
                  <a:xfrm>
                    <a:off x="463" y="935"/>
                    <a:ext cx="5080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r>
                      <a: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  </a:t>
                    </a:r>
                    <a:r>
                      <a: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2)</a:t>
                    </a:r>
                    <a:r>
                      <a: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 </a:t>
                    </a:r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对每个         ，用</a:t>
                    </a:r>
                    <a:endPara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7904" name="对象 1281041"/>
                  <p:cNvGraphicFramePr/>
                  <p:nvPr/>
                </p:nvGraphicFramePr>
                <p:xfrm>
                  <a:off x="1609" y="961"/>
                  <a:ext cx="532" cy="2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05" name="" r:id="rId15" imgW="838200" imgH="457200" progId="Equation.3">
                          <p:embed/>
                        </p:oleObj>
                      </mc:Choice>
                      <mc:Fallback>
                        <p:oleObj name="" r:id="rId15" imgW="838200" imgH="457200" progId="Equation.3">
                          <p:embed/>
                          <p:pic>
                            <p:nvPicPr>
                              <p:cNvPr id="0" name="图片 3304"/>
                              <p:cNvPicPr/>
                              <p:nvPr/>
                            </p:nvPicPr>
                            <p:blipFill>
                              <a:blip r:embed="rId1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609" y="961"/>
                                <a:ext cx="532" cy="29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7905" name="对象 1281042"/>
                  <p:cNvGraphicFramePr/>
                  <p:nvPr/>
                </p:nvGraphicFramePr>
                <p:xfrm>
                  <a:off x="2816" y="972"/>
                  <a:ext cx="2237" cy="2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299" name="" r:id="rId17" imgW="3542030" imgH="431800" progId="Equation.3">
                          <p:embed/>
                        </p:oleObj>
                      </mc:Choice>
                      <mc:Fallback>
                        <p:oleObj name="" r:id="rId17" imgW="3542030" imgH="431800" progId="Equation.3">
                          <p:embed/>
                          <p:pic>
                            <p:nvPicPr>
                              <p:cNvPr id="0" name="图片 3298"/>
                              <p:cNvPicPr/>
                              <p:nvPr/>
                            </p:nvPicPr>
                            <p:blipFill>
                              <a:blip r:embed="rId1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816" y="972"/>
                                <a:ext cx="2237" cy="276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37906" name="组合 1281043"/>
                <p:cNvGrpSpPr/>
                <p:nvPr/>
              </p:nvGrpSpPr>
              <p:grpSpPr>
                <a:xfrm>
                  <a:off x="450" y="1363"/>
                  <a:ext cx="5126" cy="434"/>
                  <a:chOff x="385" y="2931"/>
                  <a:chExt cx="5126" cy="434"/>
                </a:xfrm>
              </p:grpSpPr>
              <p:sp>
                <p:nvSpPr>
                  <p:cNvPr id="37907" name="文本框 1281044"/>
                  <p:cNvSpPr txBox="1"/>
                  <p:nvPr/>
                </p:nvSpPr>
                <p:spPr>
                  <a:xfrm>
                    <a:off x="385" y="2931"/>
                    <a:ext cx="5126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代替       ，计算               ，并把达到这个最小值的</a:t>
                    </a:r>
                    <a:endPara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7908" name="对象 1281045"/>
                  <p:cNvGraphicFramePr/>
                  <p:nvPr/>
                </p:nvGraphicFramePr>
                <p:xfrm>
                  <a:off x="930" y="2998"/>
                  <a:ext cx="353" cy="25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296" name="" r:id="rId19" imgW="558800" imgH="393700" progId="Equation.3">
                          <p:embed/>
                        </p:oleObj>
                      </mc:Choice>
                      <mc:Fallback>
                        <p:oleObj name="" r:id="rId19" imgW="558800" imgH="393700" progId="Equation.3">
                          <p:embed/>
                          <p:pic>
                            <p:nvPicPr>
                              <p:cNvPr id="0" name="图片 3295"/>
                              <p:cNvPicPr/>
                              <p:nvPr/>
                            </p:nvPicPr>
                            <p:blipFill>
                              <a:blip r:embed="rId2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930" y="2998"/>
                                <a:ext cx="353" cy="251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7909" name="对象 1281046"/>
                  <p:cNvGraphicFramePr/>
                  <p:nvPr/>
                </p:nvGraphicFramePr>
                <p:xfrm>
                  <a:off x="2064" y="2953"/>
                  <a:ext cx="892" cy="41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08" name="" r:id="rId21" imgW="1409700" imgH="647700" progId="Equation.3">
                          <p:embed/>
                        </p:oleObj>
                      </mc:Choice>
                      <mc:Fallback>
                        <p:oleObj name="" r:id="rId21" imgW="1409700" imgH="647700" progId="Equation.3">
                          <p:embed/>
                          <p:pic>
                            <p:nvPicPr>
                              <p:cNvPr id="0" name="图片 3307"/>
                              <p:cNvPicPr/>
                              <p:nvPr/>
                            </p:nvPicPr>
                            <p:blipFill>
                              <a:blip r:embed="rId2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064" y="2953"/>
                                <a:ext cx="892" cy="41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37910" name="组合 1281047"/>
                <p:cNvGrpSpPr/>
                <p:nvPr/>
              </p:nvGrpSpPr>
              <p:grpSpPr>
                <a:xfrm>
                  <a:off x="489" y="1743"/>
                  <a:ext cx="5035" cy="327"/>
                  <a:chOff x="424" y="2976"/>
                  <a:chExt cx="5035" cy="327"/>
                </a:xfrm>
              </p:grpSpPr>
              <p:sp>
                <p:nvSpPr>
                  <p:cNvPr id="37911" name="文本框 1281048"/>
                  <p:cNvSpPr txBox="1"/>
                  <p:nvPr/>
                </p:nvSpPr>
                <p:spPr>
                  <a:xfrm>
                    <a:off x="424" y="2976"/>
                    <a:ext cx="5035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一个顶点记为     ，置</a:t>
                    </a:r>
                    <a:endPara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7912" name="对象 1281049"/>
                  <p:cNvGraphicFramePr/>
                  <p:nvPr/>
                </p:nvGraphicFramePr>
                <p:xfrm>
                  <a:off x="1862" y="3003"/>
                  <a:ext cx="331" cy="2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04" name="" r:id="rId23" imgW="533400" imgH="431800" progId="Equation.3">
                          <p:embed/>
                        </p:oleObj>
                      </mc:Choice>
                      <mc:Fallback>
                        <p:oleObj name="" r:id="rId23" imgW="533400" imgH="431800" progId="Equation.3">
                          <p:embed/>
                          <p:pic>
                            <p:nvPicPr>
                              <p:cNvPr id="0" name="图片 3303"/>
                              <p:cNvPicPr/>
                              <p:nvPr/>
                            </p:nvPicPr>
                            <p:blipFill>
                              <a:blip r:embed="rId2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862" y="3003"/>
                                <a:ext cx="331" cy="27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7913" name="对象 1281050"/>
                  <p:cNvGraphicFramePr/>
                  <p:nvPr/>
                </p:nvGraphicFramePr>
                <p:xfrm>
                  <a:off x="2601" y="3009"/>
                  <a:ext cx="1565" cy="2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297" name="" r:id="rId25" imgW="2475230" imgH="431800" progId="Equation.3">
                          <p:embed/>
                        </p:oleObj>
                      </mc:Choice>
                      <mc:Fallback>
                        <p:oleObj name="" r:id="rId25" imgW="2475230" imgH="431800" progId="Equation.3">
                          <p:embed/>
                          <p:pic>
                            <p:nvPicPr>
                              <p:cNvPr id="0" name="图片 3296"/>
                              <p:cNvPicPr/>
                              <p:nvPr/>
                            </p:nvPicPr>
                            <p:blipFill>
                              <a:blip r:embed="rId2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601" y="3009"/>
                                <a:ext cx="1565" cy="27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37914" name="组合 1281051"/>
                <p:cNvGrpSpPr/>
                <p:nvPr/>
              </p:nvGrpSpPr>
              <p:grpSpPr>
                <a:xfrm>
                  <a:off x="541" y="1979"/>
                  <a:ext cx="5125" cy="327"/>
                  <a:chOff x="476" y="3294"/>
                  <a:chExt cx="5125" cy="327"/>
                </a:xfrm>
              </p:grpSpPr>
              <p:sp>
                <p:nvSpPr>
                  <p:cNvPr id="37915" name="文本框 1281052"/>
                  <p:cNvSpPr txBox="1"/>
                  <p:nvPr/>
                </p:nvSpPr>
                <p:spPr>
                  <a:xfrm>
                    <a:off x="476" y="3294"/>
                    <a:ext cx="5125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pPr marL="342900" indent="-342900"/>
                    <a:r>
                      <a: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  </a:t>
                    </a:r>
                    <a:r>
                      <a: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3)</a:t>
                    </a:r>
                    <a:r>
                      <a: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  </a:t>
                    </a:r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若            ，则停止；若            ，则用 </a:t>
                    </a:r>
                    <a:r>
                      <a:rPr lang="en-US" altLang="zh-CN" i="1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i+1 </a:t>
                    </a:r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代</a:t>
                    </a:r>
                    <a:endParaRPr lang="zh-CN" altLang="en-US" i="1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7916" name="对象 1281053"/>
                  <p:cNvGraphicFramePr/>
                  <p:nvPr/>
                </p:nvGraphicFramePr>
                <p:xfrm>
                  <a:off x="1237" y="3359"/>
                  <a:ext cx="700" cy="20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294" name="" r:id="rId27" imgW="1103630" imgH="317500" progId="Equation.3">
                          <p:embed/>
                        </p:oleObj>
                      </mc:Choice>
                      <mc:Fallback>
                        <p:oleObj name="" r:id="rId27" imgW="1103630" imgH="317500" progId="Equation.3">
                          <p:embed/>
                          <p:pic>
                            <p:nvPicPr>
                              <p:cNvPr id="0" name="图片 3293"/>
                              <p:cNvPicPr/>
                              <p:nvPr/>
                            </p:nvPicPr>
                            <p:blipFill>
                              <a:blip r:embed="rId2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37" y="3359"/>
                                <a:ext cx="700" cy="20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7917" name="对象 1281054"/>
                  <p:cNvGraphicFramePr/>
                  <p:nvPr/>
                </p:nvGraphicFramePr>
                <p:xfrm>
                  <a:off x="3311" y="3354"/>
                  <a:ext cx="700" cy="20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00" name="" r:id="rId29" imgW="1103630" imgH="317500" progId="Equation.3">
                          <p:embed/>
                        </p:oleObj>
                      </mc:Choice>
                      <mc:Fallback>
                        <p:oleObj name="" r:id="rId29" imgW="1103630" imgH="317500" progId="Equation.3">
                          <p:embed/>
                          <p:pic>
                            <p:nvPicPr>
                              <p:cNvPr id="0" name="图片 3299"/>
                              <p:cNvPicPr/>
                              <p:nvPr/>
                            </p:nvPicPr>
                            <p:blipFill>
                              <a:blip r:embed="rId3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311" y="3354"/>
                                <a:ext cx="700" cy="203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37918" name="文本框 1281055"/>
                <p:cNvSpPr txBox="1"/>
                <p:nvPr/>
              </p:nvSpPr>
              <p:spPr>
                <a:xfrm>
                  <a:off x="496" y="2251"/>
                  <a:ext cx="3492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替</a:t>
                  </a:r>
                  <a:r>
                    <a:rPr lang="en-US" altLang="zh-CN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</a:t>
                  </a:r>
                  <a:r>
                    <a: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，并转</a:t>
                  </a:r>
                  <a:r>
                    <a:rPr lang="en-US" altLang="zh-CN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2)</a:t>
                  </a:r>
                  <a:r>
                    <a:rPr lang="en-US" altLang="zh-CN">
                      <a:latin typeface="Arial" panose="020B0604020202020204" pitchFamily="34" charset="0"/>
                      <a:ea typeface="宋体" panose="02010600030101010101" pitchFamily="2" charset="-122"/>
                    </a:rPr>
                    <a:t>.</a:t>
                  </a:r>
                  <a:endParaRPr lang="en-US" altLang="zh-CN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pic>
              <p:nvPicPr>
                <p:cNvPr id="37919" name="图片 1281056"/>
                <p:cNvPicPr>
                  <a:picLocks noChangeAspect="1"/>
                </p:cNvPicPr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9" y="2523"/>
                  <a:ext cx="1815" cy="17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7920" name="图片 1281057"/>
                <p:cNvPicPr>
                  <a:picLocks noChangeAspect="1"/>
                </p:cNvPicPr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74" y="2556"/>
                  <a:ext cx="1814" cy="167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37921" name="矩形 1281058"/>
                <p:cNvSpPr/>
                <p:nvPr/>
              </p:nvSpPr>
              <p:spPr>
                <a:xfrm>
                  <a:off x="65" y="2098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37922" name="对象 1281059"/>
                <p:cNvGraphicFramePr/>
                <p:nvPr/>
              </p:nvGraphicFramePr>
              <p:xfrm>
                <a:off x="2537" y="2296"/>
                <a:ext cx="2862" cy="3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98" name="" r:id="rId33" imgW="4546600" imgH="482600" progId="Equation.3">
                        <p:embed/>
                      </p:oleObj>
                    </mc:Choice>
                    <mc:Fallback>
                      <p:oleObj name="" r:id="rId33" imgW="4546600" imgH="482600" progId="Equation.3">
                        <p:embed/>
                        <p:pic>
                          <p:nvPicPr>
                            <p:cNvPr id="0" name="图片 3297"/>
                            <p:cNvPicPr/>
                            <p:nvPr/>
                          </p:nvPicPr>
                          <p:blipFill>
                            <a:blip r:embed="rId3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37" y="2296"/>
                              <a:ext cx="2862" cy="30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23" name="矩形 1281060"/>
                <p:cNvSpPr/>
                <p:nvPr/>
              </p:nvSpPr>
              <p:spPr>
                <a:xfrm>
                  <a:off x="65" y="2107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924" name="矩形 1281061"/>
                <p:cNvSpPr/>
                <p:nvPr/>
              </p:nvSpPr>
              <p:spPr>
                <a:xfrm>
                  <a:off x="65" y="2119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925" name="矩形 1281062"/>
                <p:cNvSpPr/>
                <p:nvPr/>
              </p:nvSpPr>
              <p:spPr>
                <a:xfrm>
                  <a:off x="65" y="2119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7926" name="矩形 1281063"/>
              <p:cNvSpPr/>
              <p:nvPr/>
            </p:nvSpPr>
            <p:spPr>
              <a:xfrm>
                <a:off x="91" y="2119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7927" name="对象 1281064"/>
              <p:cNvGraphicFramePr/>
              <p:nvPr/>
            </p:nvGraphicFramePr>
            <p:xfrm>
              <a:off x="4059" y="2860"/>
              <a:ext cx="590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11" name="" r:id="rId35" imgW="1155700" imgH="419100" progId="Equation.3">
                      <p:embed/>
                    </p:oleObj>
                  </mc:Choice>
                  <mc:Fallback>
                    <p:oleObj name="" r:id="rId35" imgW="1155700" imgH="419100" progId="Equation.3">
                      <p:embed/>
                      <p:pic>
                        <p:nvPicPr>
                          <p:cNvPr id="0" name="图片 3310"/>
                          <p:cNvPicPr/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4059" y="2860"/>
                            <a:ext cx="590" cy="21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28" name="矩形 1281065"/>
              <p:cNvSpPr/>
              <p:nvPr/>
            </p:nvSpPr>
            <p:spPr>
              <a:xfrm>
                <a:off x="0" y="2028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7929" name="对象 1281066"/>
              <p:cNvGraphicFramePr/>
              <p:nvPr/>
            </p:nvGraphicFramePr>
            <p:xfrm>
              <a:off x="4785" y="2866"/>
              <a:ext cx="675" cy="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1" name="" r:id="rId37" imgW="1282700" imgH="419100" progId="Equation.3">
                      <p:embed/>
                    </p:oleObj>
                  </mc:Choice>
                  <mc:Fallback>
                    <p:oleObj name="" r:id="rId37" imgW="1282700" imgH="419100" progId="Equation.3">
                      <p:embed/>
                      <p:pic>
                        <p:nvPicPr>
                          <p:cNvPr id="0" name="图片 3320"/>
                          <p:cNvPicPr/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4785" y="2866"/>
                            <a:ext cx="675" cy="21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30" name="矩形 1281067"/>
              <p:cNvSpPr/>
              <p:nvPr/>
            </p:nvSpPr>
            <p:spPr>
              <a:xfrm>
                <a:off x="0" y="2025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31" name="矩形 1281068"/>
              <p:cNvSpPr/>
              <p:nvPr/>
            </p:nvSpPr>
            <p:spPr>
              <a:xfrm>
                <a:off x="0" y="2025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32" name="矩形 1281069"/>
              <p:cNvSpPr/>
              <p:nvPr/>
            </p:nvSpPr>
            <p:spPr>
              <a:xfrm>
                <a:off x="0" y="2025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33" name="矩形 1281070"/>
              <p:cNvSpPr/>
              <p:nvPr/>
            </p:nvSpPr>
            <p:spPr>
              <a:xfrm>
                <a:off x="0" y="2025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34" name="矩形 1281071"/>
              <p:cNvSpPr/>
              <p:nvPr/>
            </p:nvSpPr>
            <p:spPr>
              <a:xfrm>
                <a:off x="0" y="2025"/>
                <a:ext cx="576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aphicFrame>
        <p:nvGraphicFramePr>
          <p:cNvPr id="1281074" name="内容占位符 1281073"/>
          <p:cNvGraphicFramePr>
            <a:graphicFrameLocks noGrp="1"/>
          </p:cNvGraphicFramePr>
          <p:nvPr>
            <p:ph/>
          </p:nvPr>
        </p:nvGraphicFramePr>
        <p:xfrm>
          <a:off x="7596188" y="5013325"/>
          <a:ext cx="100806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2" name="" r:id="rId39" imgW="1269365" imgH="419100" progId="Equation.3">
                  <p:embed/>
                </p:oleObj>
              </mc:Choice>
              <mc:Fallback>
                <p:oleObj name="" r:id="rId39" imgW="1269365" imgH="419100" progId="Equation.3">
                  <p:embed/>
                  <p:pic>
                    <p:nvPicPr>
                      <p:cNvPr id="0" name="图片 332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596188" y="5013325"/>
                        <a:ext cx="1008062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83076" name="对象 1283075"/>
          <p:cNvGraphicFramePr/>
          <p:nvPr/>
        </p:nvGraphicFramePr>
        <p:xfrm>
          <a:off x="6743700" y="4078288"/>
          <a:ext cx="1054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" name="" r:id="rId1" imgW="1054100" imgH="457200" progId="Equation.3">
                  <p:embed/>
                </p:oleObj>
              </mc:Choice>
              <mc:Fallback>
                <p:oleObj name="" r:id="rId1" imgW="1054100" imgH="457200" progId="Equation.3">
                  <p:embed/>
                  <p:pic>
                    <p:nvPicPr>
                      <p:cNvPr id="0" name="图片 33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43700" y="4078288"/>
                        <a:ext cx="10541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4" name="组合 1283122"/>
          <p:cNvGrpSpPr/>
          <p:nvPr/>
        </p:nvGrpSpPr>
        <p:grpSpPr>
          <a:xfrm>
            <a:off x="0" y="620713"/>
            <a:ext cx="9288463" cy="6121400"/>
            <a:chOff x="0" y="391"/>
            <a:chExt cx="5851" cy="3856"/>
          </a:xfrm>
        </p:grpSpPr>
        <p:grpSp>
          <p:nvGrpSpPr>
            <p:cNvPr id="38915" name="组合 1283076"/>
            <p:cNvGrpSpPr/>
            <p:nvPr/>
          </p:nvGrpSpPr>
          <p:grpSpPr>
            <a:xfrm>
              <a:off x="0" y="391"/>
              <a:ext cx="5851" cy="3856"/>
              <a:chOff x="0" y="391"/>
              <a:chExt cx="5851" cy="3856"/>
            </a:xfrm>
          </p:grpSpPr>
          <p:graphicFrame>
            <p:nvGraphicFramePr>
              <p:cNvPr id="38916" name="对象 1283077"/>
              <p:cNvGraphicFramePr/>
              <p:nvPr/>
            </p:nvGraphicFramePr>
            <p:xfrm>
              <a:off x="4059" y="3166"/>
              <a:ext cx="681" cy="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10" name="" r:id="rId3" imgW="1333500" imgH="431800" progId="Equation.3">
                      <p:embed/>
                    </p:oleObj>
                  </mc:Choice>
                  <mc:Fallback>
                    <p:oleObj name="" r:id="rId3" imgW="1333500" imgH="431800" progId="Equation.3">
                      <p:embed/>
                      <p:pic>
                        <p:nvPicPr>
                          <p:cNvPr id="0" name="图片 330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059" y="3166"/>
                            <a:ext cx="681" cy="21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8917" name="组合 1283078"/>
              <p:cNvGrpSpPr/>
              <p:nvPr/>
            </p:nvGrpSpPr>
            <p:grpSpPr>
              <a:xfrm>
                <a:off x="0" y="391"/>
                <a:ext cx="5851" cy="3856"/>
                <a:chOff x="0" y="391"/>
                <a:chExt cx="5851" cy="3856"/>
              </a:xfrm>
            </p:grpSpPr>
            <p:grpSp>
              <p:nvGrpSpPr>
                <p:cNvPr id="38918" name="组合 1283079"/>
                <p:cNvGrpSpPr/>
                <p:nvPr/>
              </p:nvGrpSpPr>
              <p:grpSpPr>
                <a:xfrm>
                  <a:off x="65" y="391"/>
                  <a:ext cx="5760" cy="3856"/>
                  <a:chOff x="65" y="391"/>
                  <a:chExt cx="5760" cy="3856"/>
                </a:xfrm>
              </p:grpSpPr>
              <p:sp>
                <p:nvSpPr>
                  <p:cNvPr id="38919" name="文本框 1283080"/>
                  <p:cNvSpPr txBox="1"/>
                  <p:nvPr/>
                </p:nvSpPr>
                <p:spPr>
                  <a:xfrm>
                    <a:off x="541" y="391"/>
                    <a:ext cx="5035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i="1" err="1"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rPr>
                      <a:t>Dijkstra</a:t>
                    </a:r>
                    <a:r>
                      <a:rPr lang="zh-CN" altLang="en-US" dirty="0"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rPr>
                      <a:t>算法</a:t>
                    </a:r>
                    <a:r>
                      <a:rPr lang="en-US" altLang="zh-CN"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rPr>
                      <a:t>:</a:t>
                    </a:r>
                    <a:r>
                      <a: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 </a:t>
                    </a:r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求</a:t>
                    </a:r>
                    <a:r>
                      <a:rPr lang="en-US" altLang="zh-CN" i="1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G</a:t>
                    </a:r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中从顶点</a:t>
                    </a:r>
                    <a:r>
                      <a:rPr lang="en-US" altLang="zh-CN" i="1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u</a:t>
                    </a:r>
                    <a:r>
                      <a:rPr lang="en-US" altLang="zh-CN" i="1" baseline="-250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0</a:t>
                    </a:r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到其余顶点的最短路</a:t>
                    </a:r>
                    <a:r>
                      <a:rPr lang="en-US" altLang="zh-CN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.</a:t>
                    </a:r>
                    <a:endParaRPr lang="en-US" altLang="zh-CN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38920" name="组合 1283081"/>
                  <p:cNvGrpSpPr/>
                  <p:nvPr/>
                </p:nvGrpSpPr>
                <p:grpSpPr>
                  <a:xfrm>
                    <a:off x="405" y="699"/>
                    <a:ext cx="5217" cy="327"/>
                    <a:chOff x="385" y="2205"/>
                    <a:chExt cx="5217" cy="327"/>
                  </a:xfrm>
                </p:grpSpPr>
                <p:sp>
                  <p:nvSpPr>
                    <p:cNvPr id="38921" name="文本框 1283082"/>
                    <p:cNvSpPr txBox="1"/>
                    <p:nvPr/>
                  </p:nvSpPr>
                  <p:spPr>
                    <a:xfrm>
                      <a:off x="385" y="2205"/>
                      <a:ext cx="5217" cy="3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1)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置             ，对         ，          ，           且         </a:t>
                      </a:r>
                      <a:r>
                        <a:rPr lang="en-US" altLang="zh-CN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</a:t>
                      </a:r>
                      <a:endParaRPr lang="en-US" altLang="zh-CN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graphicFrame>
                  <p:nvGraphicFramePr>
                    <p:cNvPr id="38922" name="对象 1283083"/>
                    <p:cNvGraphicFramePr/>
                    <p:nvPr/>
                  </p:nvGraphicFramePr>
                  <p:xfrm>
                    <a:off x="1202" y="2251"/>
                    <a:ext cx="788" cy="27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312" name="" r:id="rId5" imgW="1256665" imgH="431800" progId="Equation.3">
                            <p:embed/>
                          </p:oleObj>
                        </mc:Choice>
                        <mc:Fallback>
                          <p:oleObj name="" r:id="rId5" imgW="1256665" imgH="431800" progId="Equation.3">
                            <p:embed/>
                            <p:pic>
                              <p:nvPicPr>
                                <p:cNvPr id="0" name="图片 3311"/>
                                <p:cNvPicPr/>
                                <p:nvPr/>
                              </p:nvPicPr>
                              <p:blipFill>
                                <a:blip r:embed="rId6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1202" y="2251"/>
                                  <a:ext cx="788" cy="27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8923" name="对象 1283084"/>
                    <p:cNvGraphicFramePr/>
                    <p:nvPr/>
                  </p:nvGraphicFramePr>
                  <p:xfrm>
                    <a:off x="2426" y="2244"/>
                    <a:ext cx="549" cy="27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313" name="" r:id="rId7" imgW="862965" imgH="431800" progId="Equation.3">
                            <p:embed/>
                          </p:oleObj>
                        </mc:Choice>
                        <mc:Fallback>
                          <p:oleObj name="" r:id="rId7" imgW="862965" imgH="431800" progId="Equation.3">
                            <p:embed/>
                            <p:pic>
                              <p:nvPicPr>
                                <p:cNvPr id="0" name="图片 3312"/>
                                <p:cNvPicPr/>
                                <p:nvPr/>
                              </p:nvPicPr>
                              <p:blipFill>
                                <a:blip r:embed="rId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426" y="2244"/>
                                  <a:ext cx="549" cy="27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8924" name="对象 1283085"/>
                    <p:cNvGraphicFramePr/>
                    <p:nvPr/>
                  </p:nvGraphicFramePr>
                  <p:xfrm>
                    <a:off x="3107" y="2282"/>
                    <a:ext cx="732" cy="244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314" name="" r:id="rId9" imgW="1167765" imgH="393700" progId="Equation.3">
                            <p:embed/>
                          </p:oleObj>
                        </mc:Choice>
                        <mc:Fallback>
                          <p:oleObj name="" r:id="rId9" imgW="1167765" imgH="393700" progId="Equation.3">
                            <p:embed/>
                            <p:pic>
                              <p:nvPicPr>
                                <p:cNvPr id="0" name="图片 3313"/>
                                <p:cNvPicPr/>
                                <p:nvPr/>
                              </p:nvPicPr>
                              <p:blipFill>
                                <a:blip r:embed="rId1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107" y="2282"/>
                                  <a:ext cx="732" cy="244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8925" name="对象 1283086"/>
                    <p:cNvGraphicFramePr/>
                    <p:nvPr/>
                  </p:nvGraphicFramePr>
                  <p:xfrm>
                    <a:off x="3923" y="2251"/>
                    <a:ext cx="836" cy="27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315" name="" r:id="rId11" imgW="1332865" imgH="431800" progId="Equation.3">
                            <p:embed/>
                          </p:oleObj>
                        </mc:Choice>
                        <mc:Fallback>
                          <p:oleObj name="" r:id="rId11" imgW="1332865" imgH="431800" progId="Equation.3">
                            <p:embed/>
                            <p:pic>
                              <p:nvPicPr>
                                <p:cNvPr id="0" name="图片 3314"/>
                                <p:cNvPicPr/>
                                <p:nvPr/>
                              </p:nvPicPr>
                              <p:blipFill>
                                <a:blip r:embed="rId1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923" y="2251"/>
                                  <a:ext cx="836" cy="27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8926" name="对象 1283087"/>
                    <p:cNvGraphicFramePr/>
                    <p:nvPr/>
                  </p:nvGraphicFramePr>
                  <p:xfrm>
                    <a:off x="5000" y="2274"/>
                    <a:ext cx="420" cy="204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317" name="" r:id="rId13" imgW="659765" imgH="317500" progId="Equation.3">
                            <p:embed/>
                          </p:oleObj>
                        </mc:Choice>
                        <mc:Fallback>
                          <p:oleObj name="" r:id="rId13" imgW="659765" imgH="317500" progId="Equation.3">
                            <p:embed/>
                            <p:pic>
                              <p:nvPicPr>
                                <p:cNvPr id="0" name="图片 3316"/>
                                <p:cNvPicPr/>
                                <p:nvPr/>
                              </p:nvPicPr>
                              <p:blipFill>
                                <a:blip r:embed="rId14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5000" y="2274"/>
                                  <a:ext cx="420" cy="204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38927" name="组合 1283088"/>
                  <p:cNvGrpSpPr/>
                  <p:nvPr/>
                </p:nvGrpSpPr>
                <p:grpSpPr>
                  <a:xfrm>
                    <a:off x="528" y="1026"/>
                    <a:ext cx="5080" cy="327"/>
                    <a:chOff x="463" y="935"/>
                    <a:chExt cx="5080" cy="327"/>
                  </a:xfrm>
                </p:grpSpPr>
                <p:sp>
                  <p:nvSpPr>
                    <p:cNvPr id="38928" name="文本框 1283089"/>
                    <p:cNvSpPr txBox="1"/>
                    <p:nvPr/>
                  </p:nvSpPr>
                  <p:spPr>
                    <a:xfrm>
                      <a:off x="463" y="935"/>
                      <a:ext cx="5080" cy="3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>
                      <a:spAutoFit/>
                    </a:bodyPr>
                    <a:p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2)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对每个         ，用</a:t>
                      </a:r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graphicFrame>
                  <p:nvGraphicFramePr>
                    <p:cNvPr id="38929" name="对象 1283090"/>
                    <p:cNvGraphicFramePr/>
                    <p:nvPr/>
                  </p:nvGraphicFramePr>
                  <p:xfrm>
                    <a:off x="1609" y="961"/>
                    <a:ext cx="532" cy="29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316" name="" r:id="rId15" imgW="838200" imgH="457200" progId="Equation.3">
                            <p:embed/>
                          </p:oleObj>
                        </mc:Choice>
                        <mc:Fallback>
                          <p:oleObj name="" r:id="rId15" imgW="838200" imgH="457200" progId="Equation.3">
                            <p:embed/>
                            <p:pic>
                              <p:nvPicPr>
                                <p:cNvPr id="0" name="图片 3315"/>
                                <p:cNvPicPr/>
                                <p:nvPr/>
                              </p:nvPicPr>
                              <p:blipFill>
                                <a:blip r:embed="rId16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1609" y="961"/>
                                  <a:ext cx="532" cy="29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8930" name="对象 1283091"/>
                    <p:cNvGraphicFramePr/>
                    <p:nvPr/>
                  </p:nvGraphicFramePr>
                  <p:xfrm>
                    <a:off x="2816" y="972"/>
                    <a:ext cx="2237" cy="27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318" name="" r:id="rId17" imgW="3542030" imgH="431800" progId="Equation.3">
                            <p:embed/>
                          </p:oleObj>
                        </mc:Choice>
                        <mc:Fallback>
                          <p:oleObj name="" r:id="rId17" imgW="3542030" imgH="431800" progId="Equation.3">
                            <p:embed/>
                            <p:pic>
                              <p:nvPicPr>
                                <p:cNvPr id="0" name="图片 3317"/>
                                <p:cNvPicPr/>
                                <p:nvPr/>
                              </p:nvPicPr>
                              <p:blipFill>
                                <a:blip r:embed="rId1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816" y="972"/>
                                  <a:ext cx="2237" cy="276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38931" name="组合 1283092"/>
                  <p:cNvGrpSpPr/>
                  <p:nvPr/>
                </p:nvGrpSpPr>
                <p:grpSpPr>
                  <a:xfrm>
                    <a:off x="450" y="1363"/>
                    <a:ext cx="5126" cy="434"/>
                    <a:chOff x="385" y="2931"/>
                    <a:chExt cx="5126" cy="434"/>
                  </a:xfrm>
                </p:grpSpPr>
                <p:sp>
                  <p:nvSpPr>
                    <p:cNvPr id="38932" name="文本框 1283093"/>
                    <p:cNvSpPr txBox="1"/>
                    <p:nvPr/>
                  </p:nvSpPr>
                  <p:spPr>
                    <a:xfrm>
                      <a:off x="385" y="2931"/>
                      <a:ext cx="5126" cy="3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>
                      <a:spAutoFit/>
                    </a:bodyPr>
                    <a:p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代替       ，计算               ，并把达到这个最小值的</a:t>
                      </a:r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graphicFrame>
                  <p:nvGraphicFramePr>
                    <p:cNvPr id="38933" name="对象 1283094"/>
                    <p:cNvGraphicFramePr/>
                    <p:nvPr/>
                  </p:nvGraphicFramePr>
                  <p:xfrm>
                    <a:off x="930" y="2998"/>
                    <a:ext cx="353" cy="25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319" name="" r:id="rId19" imgW="558800" imgH="393700" progId="Equation.3">
                            <p:embed/>
                          </p:oleObj>
                        </mc:Choice>
                        <mc:Fallback>
                          <p:oleObj name="" r:id="rId19" imgW="558800" imgH="393700" progId="Equation.3">
                            <p:embed/>
                            <p:pic>
                              <p:nvPicPr>
                                <p:cNvPr id="0" name="图片 3318"/>
                                <p:cNvPicPr/>
                                <p:nvPr/>
                              </p:nvPicPr>
                              <p:blipFill>
                                <a:blip r:embed="rId2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930" y="2998"/>
                                  <a:ext cx="353" cy="251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8934" name="对象 1283095"/>
                    <p:cNvGraphicFramePr/>
                    <p:nvPr/>
                  </p:nvGraphicFramePr>
                  <p:xfrm>
                    <a:off x="2064" y="2953"/>
                    <a:ext cx="892" cy="41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320" name="" r:id="rId21" imgW="1409700" imgH="647700" progId="Equation.3">
                            <p:embed/>
                          </p:oleObj>
                        </mc:Choice>
                        <mc:Fallback>
                          <p:oleObj name="" r:id="rId21" imgW="1409700" imgH="647700" progId="Equation.3">
                            <p:embed/>
                            <p:pic>
                              <p:nvPicPr>
                                <p:cNvPr id="0" name="图片 3319"/>
                                <p:cNvPicPr/>
                                <p:nvPr/>
                              </p:nvPicPr>
                              <p:blipFill>
                                <a:blip r:embed="rId2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064" y="2953"/>
                                  <a:ext cx="892" cy="41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38935" name="组合 1283096"/>
                  <p:cNvGrpSpPr/>
                  <p:nvPr/>
                </p:nvGrpSpPr>
                <p:grpSpPr>
                  <a:xfrm>
                    <a:off x="489" y="1743"/>
                    <a:ext cx="5035" cy="327"/>
                    <a:chOff x="424" y="2976"/>
                    <a:chExt cx="5035" cy="327"/>
                  </a:xfrm>
                </p:grpSpPr>
                <p:sp>
                  <p:nvSpPr>
                    <p:cNvPr id="38936" name="文本框 1283097"/>
                    <p:cNvSpPr txBox="1"/>
                    <p:nvPr/>
                  </p:nvSpPr>
                  <p:spPr>
                    <a:xfrm>
                      <a:off x="424" y="2976"/>
                      <a:ext cx="5035" cy="3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>
                      <a:spAutoFit/>
                    </a:bodyPr>
                    <a:p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一个顶点记为     ，置</a:t>
                      </a:r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graphicFrame>
                  <p:nvGraphicFramePr>
                    <p:cNvPr id="38937" name="对象 1283098"/>
                    <p:cNvGraphicFramePr/>
                    <p:nvPr/>
                  </p:nvGraphicFramePr>
                  <p:xfrm>
                    <a:off x="1862" y="3003"/>
                    <a:ext cx="331" cy="27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267" name="" r:id="rId23" imgW="533400" imgH="431800" progId="Equation.3">
                            <p:embed/>
                          </p:oleObj>
                        </mc:Choice>
                        <mc:Fallback>
                          <p:oleObj name="" r:id="rId23" imgW="533400" imgH="431800" progId="Equation.3">
                            <p:embed/>
                            <p:pic>
                              <p:nvPicPr>
                                <p:cNvPr id="0" name="图片 3266"/>
                                <p:cNvPicPr/>
                                <p:nvPr/>
                              </p:nvPicPr>
                              <p:blipFill>
                                <a:blip r:embed="rId24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1862" y="3003"/>
                                  <a:ext cx="331" cy="27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8938" name="对象 1283099"/>
                    <p:cNvGraphicFramePr/>
                    <p:nvPr/>
                  </p:nvGraphicFramePr>
                  <p:xfrm>
                    <a:off x="2601" y="3009"/>
                    <a:ext cx="1565" cy="27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264" name="" r:id="rId25" imgW="2475230" imgH="431800" progId="Equation.3">
                            <p:embed/>
                          </p:oleObj>
                        </mc:Choice>
                        <mc:Fallback>
                          <p:oleObj name="" r:id="rId25" imgW="2475230" imgH="431800" progId="Equation.3">
                            <p:embed/>
                            <p:pic>
                              <p:nvPicPr>
                                <p:cNvPr id="0" name="图片 3263"/>
                                <p:cNvPicPr/>
                                <p:nvPr/>
                              </p:nvPicPr>
                              <p:blipFill>
                                <a:blip r:embed="rId26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601" y="3009"/>
                                  <a:ext cx="1565" cy="27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38939" name="组合 1283100"/>
                  <p:cNvGrpSpPr/>
                  <p:nvPr/>
                </p:nvGrpSpPr>
                <p:grpSpPr>
                  <a:xfrm>
                    <a:off x="541" y="1979"/>
                    <a:ext cx="5125" cy="327"/>
                    <a:chOff x="476" y="3294"/>
                    <a:chExt cx="5125" cy="327"/>
                  </a:xfrm>
                </p:grpSpPr>
                <p:sp>
                  <p:nvSpPr>
                    <p:cNvPr id="38940" name="文本框 1283101"/>
                    <p:cNvSpPr txBox="1"/>
                    <p:nvPr/>
                  </p:nvSpPr>
                  <p:spPr>
                    <a:xfrm>
                      <a:off x="476" y="3294"/>
                      <a:ext cx="5125" cy="3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>
                      <a:spAutoFit/>
                    </a:bodyPr>
                    <a:p>
                      <a:pPr marL="342900" indent="-342900"/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3)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若            ，则停止；若            ，则用 </a:t>
                      </a:r>
                      <a:r>
                        <a:rPr lang="en-US" altLang="zh-CN" i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i+1 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代</a:t>
                      </a:r>
                      <a:endParaRPr lang="zh-CN" altLang="en-US" i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graphicFrame>
                  <p:nvGraphicFramePr>
                    <p:cNvPr id="38941" name="对象 1283102"/>
                    <p:cNvGraphicFramePr/>
                    <p:nvPr/>
                  </p:nvGraphicFramePr>
                  <p:xfrm>
                    <a:off x="1237" y="3359"/>
                    <a:ext cx="700" cy="204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263" name="" r:id="rId27" imgW="1103630" imgH="317500" progId="Equation.3">
                            <p:embed/>
                          </p:oleObj>
                        </mc:Choice>
                        <mc:Fallback>
                          <p:oleObj name="" r:id="rId27" imgW="1103630" imgH="317500" progId="Equation.3">
                            <p:embed/>
                            <p:pic>
                              <p:nvPicPr>
                                <p:cNvPr id="0" name="图片 3262"/>
                                <p:cNvPicPr/>
                                <p:nvPr/>
                              </p:nvPicPr>
                              <p:blipFill>
                                <a:blip r:embed="rId2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1237" y="3359"/>
                                  <a:ext cx="700" cy="204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8942" name="对象 1283103"/>
                    <p:cNvGraphicFramePr/>
                    <p:nvPr/>
                  </p:nvGraphicFramePr>
                  <p:xfrm>
                    <a:off x="3311" y="3354"/>
                    <a:ext cx="700" cy="203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265" name="" r:id="rId29" imgW="1103630" imgH="317500" progId="Equation.3">
                            <p:embed/>
                          </p:oleObj>
                        </mc:Choice>
                        <mc:Fallback>
                          <p:oleObj name="" r:id="rId29" imgW="1103630" imgH="317500" progId="Equation.3">
                            <p:embed/>
                            <p:pic>
                              <p:nvPicPr>
                                <p:cNvPr id="0" name="图片 3264"/>
                                <p:cNvPicPr/>
                                <p:nvPr/>
                              </p:nvPicPr>
                              <p:blipFill>
                                <a:blip r:embed="rId3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311" y="3354"/>
                                  <a:ext cx="700" cy="203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sp>
                <p:nvSpPr>
                  <p:cNvPr id="38943" name="文本框 1283104"/>
                  <p:cNvSpPr txBox="1"/>
                  <p:nvPr/>
                </p:nvSpPr>
                <p:spPr>
                  <a:xfrm>
                    <a:off x="496" y="2251"/>
                    <a:ext cx="3492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p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替</a:t>
                    </a:r>
                    <a:r>
                      <a:rPr lang="en-US" altLang="zh-CN" i="1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i</a:t>
                    </a:r>
                    <a:r>
                      <a: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，并转</a:t>
                    </a:r>
                    <a:r>
                      <a:rPr lang="en-US" altLang="zh-CN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2)</a:t>
                    </a:r>
                    <a:r>
                      <a:rPr lang="en-US" altLang="zh-CN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.</a:t>
                    </a:r>
                    <a:endParaRPr lang="en-US" altLang="zh-CN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pic>
                <p:nvPicPr>
                  <p:cNvPr id="38944" name="图片 1283105"/>
                  <p:cNvPicPr>
                    <a:picLocks noChangeAspect="1"/>
                  </p:cNvPicPr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359" y="2523"/>
                    <a:ext cx="1815" cy="172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38945" name="图片 1283106"/>
                  <p:cNvPicPr>
                    <a:picLocks noChangeAspect="1"/>
                  </p:cNvPicPr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2174" y="2556"/>
                    <a:ext cx="1814" cy="167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38946" name="矩形 1283107"/>
                  <p:cNvSpPr/>
                  <p:nvPr/>
                </p:nvSpPr>
                <p:spPr>
                  <a:xfrm>
                    <a:off x="65" y="2098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8947" name="对象 1283108"/>
                  <p:cNvGraphicFramePr/>
                  <p:nvPr/>
                </p:nvGraphicFramePr>
                <p:xfrm>
                  <a:off x="2537" y="2296"/>
                  <a:ext cx="2862" cy="30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268" name="" r:id="rId33" imgW="4546600" imgH="482600" progId="Equation.3">
                          <p:embed/>
                        </p:oleObj>
                      </mc:Choice>
                      <mc:Fallback>
                        <p:oleObj name="" r:id="rId33" imgW="4546600" imgH="482600" progId="Equation.3">
                          <p:embed/>
                          <p:pic>
                            <p:nvPicPr>
                              <p:cNvPr id="0" name="图片 3267"/>
                              <p:cNvPicPr/>
                              <p:nvPr/>
                            </p:nvPicPr>
                            <p:blipFill>
                              <a:blip r:embed="rId3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537" y="2296"/>
                                <a:ext cx="2862" cy="306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38948" name="矩形 1283109"/>
                  <p:cNvSpPr/>
                  <p:nvPr/>
                </p:nvSpPr>
                <p:spPr>
                  <a:xfrm>
                    <a:off x="65" y="2107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49" name="矩形 1283110"/>
                  <p:cNvSpPr/>
                  <p:nvPr/>
                </p:nvSpPr>
                <p:spPr>
                  <a:xfrm>
                    <a:off x="65" y="2119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50" name="矩形 1283111"/>
                  <p:cNvSpPr/>
                  <p:nvPr/>
                </p:nvSpPr>
                <p:spPr>
                  <a:xfrm>
                    <a:off x="65" y="2119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38951" name="矩形 1283112"/>
                <p:cNvSpPr/>
                <p:nvPr/>
              </p:nvSpPr>
              <p:spPr>
                <a:xfrm>
                  <a:off x="91" y="2119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38952" name="对象 1283113"/>
                <p:cNvGraphicFramePr/>
                <p:nvPr/>
              </p:nvGraphicFramePr>
              <p:xfrm>
                <a:off x="4059" y="2860"/>
                <a:ext cx="590" cy="21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66" name="" r:id="rId35" imgW="1155700" imgH="419100" progId="Equation.3">
                        <p:embed/>
                      </p:oleObj>
                    </mc:Choice>
                    <mc:Fallback>
                      <p:oleObj name="" r:id="rId35" imgW="1155700" imgH="419100" progId="Equation.3">
                        <p:embed/>
                        <p:pic>
                          <p:nvPicPr>
                            <p:cNvPr id="0" name="图片 3265"/>
                            <p:cNvPicPr/>
                            <p:nvPr/>
                          </p:nvPicPr>
                          <p:blipFill>
                            <a:blip r:embed="rId3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059" y="2860"/>
                              <a:ext cx="590" cy="215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8953" name="矩形 1283114"/>
                <p:cNvSpPr/>
                <p:nvPr/>
              </p:nvSpPr>
              <p:spPr>
                <a:xfrm>
                  <a:off x="0" y="2028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38954" name="对象 1283115"/>
                <p:cNvGraphicFramePr/>
                <p:nvPr/>
              </p:nvGraphicFramePr>
              <p:xfrm>
                <a:off x="4785" y="2866"/>
                <a:ext cx="675" cy="21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70" name="" r:id="rId37" imgW="1282700" imgH="419100" progId="Equation.3">
                        <p:embed/>
                      </p:oleObj>
                    </mc:Choice>
                    <mc:Fallback>
                      <p:oleObj name="" r:id="rId37" imgW="1282700" imgH="419100" progId="Equation.3">
                        <p:embed/>
                        <p:pic>
                          <p:nvPicPr>
                            <p:cNvPr id="0" name="图片 3269"/>
                            <p:cNvPicPr/>
                            <p:nvPr/>
                          </p:nvPicPr>
                          <p:blipFill>
                            <a:blip r:embed="rId3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785" y="2866"/>
                              <a:ext cx="675" cy="21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8955" name="矩形 1283116"/>
                <p:cNvSpPr/>
                <p:nvPr/>
              </p:nvSpPr>
              <p:spPr>
                <a:xfrm>
                  <a:off x="0" y="2025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56" name="矩形 1283117"/>
                <p:cNvSpPr/>
                <p:nvPr/>
              </p:nvSpPr>
              <p:spPr>
                <a:xfrm>
                  <a:off x="0" y="2025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57" name="矩形 1283118"/>
                <p:cNvSpPr/>
                <p:nvPr/>
              </p:nvSpPr>
              <p:spPr>
                <a:xfrm>
                  <a:off x="0" y="2025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58" name="矩形 1283119"/>
                <p:cNvSpPr/>
                <p:nvPr/>
              </p:nvSpPr>
              <p:spPr>
                <a:xfrm>
                  <a:off x="0" y="2025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59" name="矩形 1283120"/>
                <p:cNvSpPr/>
                <p:nvPr/>
              </p:nvSpPr>
              <p:spPr>
                <a:xfrm>
                  <a:off x="0" y="2025"/>
                  <a:ext cx="5760" cy="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aphicFrame>
          <p:nvGraphicFramePr>
            <p:cNvPr id="38960" name="对象 1283121"/>
            <p:cNvGraphicFramePr/>
            <p:nvPr/>
          </p:nvGraphicFramePr>
          <p:xfrm>
            <a:off x="4785" y="3158"/>
            <a:ext cx="635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9" name="" r:id="rId39" imgW="1269365" imgH="419100" progId="Equation.3">
                    <p:embed/>
                  </p:oleObj>
                </mc:Choice>
                <mc:Fallback>
                  <p:oleObj name="" r:id="rId39" imgW="1269365" imgH="419100" progId="Equation.3">
                    <p:embed/>
                    <p:pic>
                      <p:nvPicPr>
                        <p:cNvPr id="0" name="图片 3268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4785" y="3158"/>
                          <a:ext cx="635" cy="2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83124" name="内容占位符 1283123"/>
          <p:cNvGraphicFramePr>
            <a:graphicFrameLocks noGrp="1"/>
          </p:cNvGraphicFramePr>
          <p:nvPr>
            <p:ph/>
          </p:nvPr>
        </p:nvGraphicFramePr>
        <p:xfrm>
          <a:off x="6443663" y="5456238"/>
          <a:ext cx="11525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41" imgW="1332865" imgH="431800" progId="Equation.3">
                  <p:embed/>
                </p:oleObj>
              </mc:Choice>
              <mc:Fallback>
                <p:oleObj name="" r:id="rId41" imgW="1332865" imgH="4318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443663" y="5456238"/>
                        <a:ext cx="1152525" cy="373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85124" name="对象 1285123"/>
          <p:cNvGraphicFramePr/>
          <p:nvPr/>
        </p:nvGraphicFramePr>
        <p:xfrm>
          <a:off x="6737350" y="4078288"/>
          <a:ext cx="106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1" imgW="1066800" imgH="457200" progId="Equation.3">
                  <p:embed/>
                </p:oleObj>
              </mc:Choice>
              <mc:Fallback>
                <p:oleObj name="" r:id="rId1" imgW="1066800" imgH="457200" progId="Equation.3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37350" y="4078288"/>
                        <a:ext cx="10668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38" name="组合 1285172"/>
          <p:cNvGrpSpPr/>
          <p:nvPr/>
        </p:nvGrpSpPr>
        <p:grpSpPr>
          <a:xfrm>
            <a:off x="0" y="620713"/>
            <a:ext cx="9288463" cy="6121400"/>
            <a:chOff x="0" y="391"/>
            <a:chExt cx="5851" cy="3856"/>
          </a:xfrm>
        </p:grpSpPr>
        <p:grpSp>
          <p:nvGrpSpPr>
            <p:cNvPr id="39939" name="组合 1285124"/>
            <p:cNvGrpSpPr/>
            <p:nvPr/>
          </p:nvGrpSpPr>
          <p:grpSpPr>
            <a:xfrm>
              <a:off x="0" y="391"/>
              <a:ext cx="5851" cy="3856"/>
              <a:chOff x="0" y="391"/>
              <a:chExt cx="5851" cy="3856"/>
            </a:xfrm>
          </p:grpSpPr>
          <p:grpSp>
            <p:nvGrpSpPr>
              <p:cNvPr id="39940" name="组合 1285125"/>
              <p:cNvGrpSpPr/>
              <p:nvPr/>
            </p:nvGrpSpPr>
            <p:grpSpPr>
              <a:xfrm>
                <a:off x="0" y="391"/>
                <a:ext cx="5851" cy="3856"/>
                <a:chOff x="0" y="391"/>
                <a:chExt cx="5851" cy="3856"/>
              </a:xfrm>
            </p:grpSpPr>
            <p:graphicFrame>
              <p:nvGraphicFramePr>
                <p:cNvPr id="39941" name="对象 1285126"/>
                <p:cNvGraphicFramePr/>
                <p:nvPr/>
              </p:nvGraphicFramePr>
              <p:xfrm>
                <a:off x="4059" y="3166"/>
                <a:ext cx="681" cy="21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54" name="" r:id="rId3" imgW="1333500" imgH="431800" progId="Equation.3">
                        <p:embed/>
                      </p:oleObj>
                    </mc:Choice>
                    <mc:Fallback>
                      <p:oleObj name="" r:id="rId3" imgW="1333500" imgH="431800" progId="Equation.3">
                        <p:embed/>
                        <p:pic>
                          <p:nvPicPr>
                            <p:cNvPr id="0" name="图片 3253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059" y="3166"/>
                              <a:ext cx="681" cy="21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39942" name="组合 1285127"/>
                <p:cNvGrpSpPr/>
                <p:nvPr/>
              </p:nvGrpSpPr>
              <p:grpSpPr>
                <a:xfrm>
                  <a:off x="0" y="391"/>
                  <a:ext cx="5851" cy="3856"/>
                  <a:chOff x="0" y="391"/>
                  <a:chExt cx="5851" cy="3856"/>
                </a:xfrm>
              </p:grpSpPr>
              <p:grpSp>
                <p:nvGrpSpPr>
                  <p:cNvPr id="39943" name="组合 1285128"/>
                  <p:cNvGrpSpPr/>
                  <p:nvPr/>
                </p:nvGrpSpPr>
                <p:grpSpPr>
                  <a:xfrm>
                    <a:off x="65" y="391"/>
                    <a:ext cx="5760" cy="3856"/>
                    <a:chOff x="65" y="391"/>
                    <a:chExt cx="5760" cy="3856"/>
                  </a:xfrm>
                </p:grpSpPr>
                <p:sp>
                  <p:nvSpPr>
                    <p:cNvPr id="39944" name="文本框 1285129"/>
                    <p:cNvSpPr txBox="1"/>
                    <p:nvPr/>
                  </p:nvSpPr>
                  <p:spPr>
                    <a:xfrm>
                      <a:off x="541" y="391"/>
                      <a:ext cx="5035" cy="3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i="1" err="1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rPr>
                        <a:t>Dijkstra</a:t>
                      </a:r>
                      <a:r>
                        <a:rPr lang="zh-CN" altLang="en-US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rPr>
                        <a:t>算法</a:t>
                      </a:r>
                      <a:r>
                        <a:rPr lang="en-US" altLang="zh-CN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rPr>
                        <a:t>: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求</a:t>
                      </a:r>
                      <a:r>
                        <a:rPr lang="en-US" altLang="zh-CN" i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中从顶点</a:t>
                      </a:r>
                      <a:r>
                        <a:rPr lang="en-US" altLang="zh-CN" i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</a:t>
                      </a:r>
                      <a:r>
                        <a:rPr lang="en-US" altLang="zh-CN" i="1" baseline="-25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到其余顶点的最短路</a:t>
                      </a:r>
                      <a:r>
                        <a:rPr lang="en-US" altLang="zh-CN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</a:t>
                      </a:r>
                      <a:endParaRPr lang="en-US" altLang="zh-CN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grpSp>
                  <p:nvGrpSpPr>
                    <p:cNvPr id="39945" name="组合 1285130"/>
                    <p:cNvGrpSpPr/>
                    <p:nvPr/>
                  </p:nvGrpSpPr>
                  <p:grpSpPr>
                    <a:xfrm>
                      <a:off x="405" y="699"/>
                      <a:ext cx="5217" cy="327"/>
                      <a:chOff x="385" y="2205"/>
                      <a:chExt cx="5217" cy="327"/>
                    </a:xfrm>
                  </p:grpSpPr>
                  <p:sp>
                    <p:nvSpPr>
                      <p:cNvPr id="39946" name="文本框 1285131"/>
                      <p:cNvSpPr txBox="1"/>
                      <p:nvPr/>
                    </p:nvSpPr>
                    <p:spPr>
                      <a:xfrm>
                        <a:off x="385" y="2205"/>
                        <a:ext cx="5217" cy="3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>
                        <a:spAutoFit/>
                      </a:bodyPr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    </a:t>
                        </a:r>
                        <a:r>
                          <a:rPr lang="en-US" altLang="zh-CN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1)</a:t>
                        </a:r>
                        <a:r>
                          <a:rPr lang="en-US" altLang="zh-CN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 </a:t>
                        </a:r>
                        <a:r>
                          <a:rPr lang="zh-CN" altLang="en-US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置             ，对         ，          ，           且         </a:t>
                        </a:r>
                        <a:r>
                          <a:rPr lang="en-US" altLang="zh-CN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.</a:t>
                        </a:r>
                        <a:endParaRPr lang="en-US" altLang="zh-CN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graphicFrame>
                    <p:nvGraphicFramePr>
                      <p:cNvPr id="39947" name="对象 1285132"/>
                      <p:cNvGraphicFramePr/>
                      <p:nvPr/>
                    </p:nvGraphicFramePr>
                    <p:xfrm>
                      <a:off x="1202" y="2251"/>
                      <a:ext cx="788" cy="272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55" name="" r:id="rId5" imgW="1256665" imgH="431800" progId="Equation.3">
                              <p:embed/>
                            </p:oleObj>
                          </mc:Choice>
                          <mc:Fallback>
                            <p:oleObj name="" r:id="rId5" imgW="1256665" imgH="431800" progId="Equation.3">
                              <p:embed/>
                              <p:pic>
                                <p:nvPicPr>
                                  <p:cNvPr id="0" name="图片 3254"/>
                                  <p:cNvPicPr/>
                                  <p:nvPr/>
                                </p:nvPicPr>
                                <p:blipFill>
                                  <a:blip r:embed="rId6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202" y="2251"/>
                                    <a:ext cx="788" cy="27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39948" name="对象 1285133"/>
                      <p:cNvGraphicFramePr/>
                      <p:nvPr/>
                    </p:nvGraphicFramePr>
                    <p:xfrm>
                      <a:off x="2426" y="2244"/>
                      <a:ext cx="549" cy="272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46" name="" r:id="rId7" imgW="862965" imgH="431800" progId="Equation.3">
                              <p:embed/>
                            </p:oleObj>
                          </mc:Choice>
                          <mc:Fallback>
                            <p:oleObj name="" r:id="rId7" imgW="862965" imgH="431800" progId="Equation.3">
                              <p:embed/>
                              <p:pic>
                                <p:nvPicPr>
                                  <p:cNvPr id="0" name="图片 3245"/>
                                  <p:cNvPicPr/>
                                  <p:nvPr/>
                                </p:nvPicPr>
                                <p:blipFill>
                                  <a:blip r:embed="rId8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2426" y="2244"/>
                                    <a:ext cx="549" cy="27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39949" name="对象 1285134"/>
                      <p:cNvGraphicFramePr/>
                      <p:nvPr/>
                    </p:nvGraphicFramePr>
                    <p:xfrm>
                      <a:off x="3107" y="2282"/>
                      <a:ext cx="732" cy="244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57" name="" r:id="rId9" imgW="1167765" imgH="393700" progId="Equation.3">
                              <p:embed/>
                            </p:oleObj>
                          </mc:Choice>
                          <mc:Fallback>
                            <p:oleObj name="" r:id="rId9" imgW="1167765" imgH="393700" progId="Equation.3">
                              <p:embed/>
                              <p:pic>
                                <p:nvPicPr>
                                  <p:cNvPr id="0" name="图片 3256"/>
                                  <p:cNvPicPr/>
                                  <p:nvPr/>
                                </p:nvPicPr>
                                <p:blipFill>
                                  <a:blip r:embed="rId10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3107" y="2282"/>
                                    <a:ext cx="732" cy="244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39950" name="对象 1285135"/>
                      <p:cNvGraphicFramePr/>
                      <p:nvPr/>
                    </p:nvGraphicFramePr>
                    <p:xfrm>
                      <a:off x="3923" y="2251"/>
                      <a:ext cx="836" cy="272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48" name="" r:id="rId11" imgW="1332865" imgH="431800" progId="Equation.3">
                              <p:embed/>
                            </p:oleObj>
                          </mc:Choice>
                          <mc:Fallback>
                            <p:oleObj name="" r:id="rId11" imgW="1332865" imgH="431800" progId="Equation.3">
                              <p:embed/>
                              <p:pic>
                                <p:nvPicPr>
                                  <p:cNvPr id="0" name="图片 3247"/>
                                  <p:cNvPicPr/>
                                  <p:nvPr/>
                                </p:nvPicPr>
                                <p:blipFill>
                                  <a:blip r:embed="rId12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3923" y="2251"/>
                                    <a:ext cx="836" cy="27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39951" name="对象 1285136"/>
                      <p:cNvGraphicFramePr/>
                      <p:nvPr/>
                    </p:nvGraphicFramePr>
                    <p:xfrm>
                      <a:off x="5000" y="2274"/>
                      <a:ext cx="420" cy="204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56" name="" r:id="rId13" imgW="659765" imgH="317500" progId="Equation.3">
                              <p:embed/>
                            </p:oleObj>
                          </mc:Choice>
                          <mc:Fallback>
                            <p:oleObj name="" r:id="rId13" imgW="659765" imgH="317500" progId="Equation.3">
                              <p:embed/>
                              <p:pic>
                                <p:nvPicPr>
                                  <p:cNvPr id="0" name="图片 3255"/>
                                  <p:cNvPicPr/>
                                  <p:nvPr/>
                                </p:nvPicPr>
                                <p:blipFill>
                                  <a:blip r:embed="rId14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5000" y="2274"/>
                                    <a:ext cx="420" cy="204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p:grpSp>
                <p:grpSp>
                  <p:nvGrpSpPr>
                    <p:cNvPr id="39952" name="组合 1285137"/>
                    <p:cNvGrpSpPr/>
                    <p:nvPr/>
                  </p:nvGrpSpPr>
                  <p:grpSpPr>
                    <a:xfrm>
                      <a:off x="528" y="1026"/>
                      <a:ext cx="5080" cy="327"/>
                      <a:chOff x="463" y="935"/>
                      <a:chExt cx="5080" cy="327"/>
                    </a:xfrm>
                  </p:grpSpPr>
                  <p:sp>
                    <p:nvSpPr>
                      <p:cNvPr id="39953" name="文本框 1285138"/>
                      <p:cNvSpPr txBox="1"/>
                      <p:nvPr/>
                    </p:nvSpPr>
                    <p:spPr>
                      <a:xfrm>
                        <a:off x="463" y="935"/>
                        <a:ext cx="5080" cy="3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>
                        <a:spAutoFit/>
                      </a:bodyPr>
                      <a:p>
                        <a:r>
                          <a:rPr lang="en-US" altLang="zh-CN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  </a:t>
                        </a:r>
                        <a:r>
                          <a:rPr lang="en-US" altLang="zh-CN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2)</a:t>
                        </a:r>
                        <a:r>
                          <a:rPr lang="en-US" altLang="zh-CN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 </a:t>
                        </a:r>
                        <a:r>
                          <a:rPr lang="zh-CN" altLang="en-US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对每个         ，用</a:t>
                        </a:r>
                        <a:endPara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graphicFrame>
                    <p:nvGraphicFramePr>
                      <p:cNvPr id="39954" name="对象 1285139"/>
                      <p:cNvGraphicFramePr/>
                      <p:nvPr/>
                    </p:nvGraphicFramePr>
                    <p:xfrm>
                      <a:off x="1609" y="961"/>
                      <a:ext cx="532" cy="292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58" name="" r:id="rId15" imgW="838200" imgH="457200" progId="Equation.3">
                              <p:embed/>
                            </p:oleObj>
                          </mc:Choice>
                          <mc:Fallback>
                            <p:oleObj name="" r:id="rId15" imgW="838200" imgH="457200" progId="Equation.3">
                              <p:embed/>
                              <p:pic>
                                <p:nvPicPr>
                                  <p:cNvPr id="0" name="图片 3257"/>
                                  <p:cNvPicPr/>
                                  <p:nvPr/>
                                </p:nvPicPr>
                                <p:blipFill>
                                  <a:blip r:embed="rId16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609" y="961"/>
                                    <a:ext cx="532" cy="29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39955" name="对象 1285140"/>
                      <p:cNvGraphicFramePr/>
                      <p:nvPr/>
                    </p:nvGraphicFramePr>
                    <p:xfrm>
                      <a:off x="2816" y="972"/>
                      <a:ext cx="2237" cy="276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59" name="" r:id="rId17" imgW="3542030" imgH="431800" progId="Equation.3">
                              <p:embed/>
                            </p:oleObj>
                          </mc:Choice>
                          <mc:Fallback>
                            <p:oleObj name="" r:id="rId17" imgW="3542030" imgH="431800" progId="Equation.3">
                              <p:embed/>
                              <p:pic>
                                <p:nvPicPr>
                                  <p:cNvPr id="0" name="图片 3258"/>
                                  <p:cNvPicPr/>
                                  <p:nvPr/>
                                </p:nvPicPr>
                                <p:blipFill>
                                  <a:blip r:embed="rId18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2816" y="972"/>
                                    <a:ext cx="2237" cy="27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p:grpSp>
                <p:grpSp>
                  <p:nvGrpSpPr>
                    <p:cNvPr id="39956" name="组合 1285141"/>
                    <p:cNvGrpSpPr/>
                    <p:nvPr/>
                  </p:nvGrpSpPr>
                  <p:grpSpPr>
                    <a:xfrm>
                      <a:off x="450" y="1363"/>
                      <a:ext cx="5126" cy="434"/>
                      <a:chOff x="385" y="2931"/>
                      <a:chExt cx="5126" cy="434"/>
                    </a:xfrm>
                  </p:grpSpPr>
                  <p:sp>
                    <p:nvSpPr>
                      <p:cNvPr id="39957" name="文本框 1285142"/>
                      <p:cNvSpPr txBox="1"/>
                      <p:nvPr/>
                    </p:nvSpPr>
                    <p:spPr>
                      <a:xfrm>
                        <a:off x="385" y="2931"/>
                        <a:ext cx="5126" cy="3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>
                        <a:spAutoFit/>
                      </a:bodyPr>
                      <a:p>
                        <a:r>
                          <a:rPr lang="zh-CN" altLang="en-US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代替       ，计算               ，并把达到这个最小值的</a:t>
                        </a:r>
                        <a:endPara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graphicFrame>
                    <p:nvGraphicFramePr>
                      <p:cNvPr id="39958" name="对象 1285143"/>
                      <p:cNvGraphicFramePr/>
                      <p:nvPr/>
                    </p:nvGraphicFramePr>
                    <p:xfrm>
                      <a:off x="930" y="2998"/>
                      <a:ext cx="353" cy="251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60" name="" r:id="rId19" imgW="558800" imgH="393700" progId="Equation.3">
                              <p:embed/>
                            </p:oleObj>
                          </mc:Choice>
                          <mc:Fallback>
                            <p:oleObj name="" r:id="rId19" imgW="558800" imgH="393700" progId="Equation.3">
                              <p:embed/>
                              <p:pic>
                                <p:nvPicPr>
                                  <p:cNvPr id="0" name="图片 3259"/>
                                  <p:cNvPicPr/>
                                  <p:nvPr/>
                                </p:nvPicPr>
                                <p:blipFill>
                                  <a:blip r:embed="rId20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930" y="2998"/>
                                    <a:ext cx="353" cy="25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39959" name="对象 1285144"/>
                      <p:cNvGraphicFramePr/>
                      <p:nvPr/>
                    </p:nvGraphicFramePr>
                    <p:xfrm>
                      <a:off x="2064" y="2953"/>
                      <a:ext cx="892" cy="412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52" name="" r:id="rId21" imgW="1409700" imgH="647700" progId="Equation.3">
                              <p:embed/>
                            </p:oleObj>
                          </mc:Choice>
                          <mc:Fallback>
                            <p:oleObj name="" r:id="rId21" imgW="1409700" imgH="647700" progId="Equation.3">
                              <p:embed/>
                              <p:pic>
                                <p:nvPicPr>
                                  <p:cNvPr id="0" name="图片 3251"/>
                                  <p:cNvPicPr/>
                                  <p:nvPr/>
                                </p:nvPicPr>
                                <p:blipFill>
                                  <a:blip r:embed="rId22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2064" y="2953"/>
                                    <a:ext cx="892" cy="41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p:grpSp>
                <p:grpSp>
                  <p:nvGrpSpPr>
                    <p:cNvPr id="39960" name="组合 1285145"/>
                    <p:cNvGrpSpPr/>
                    <p:nvPr/>
                  </p:nvGrpSpPr>
                  <p:grpSpPr>
                    <a:xfrm>
                      <a:off x="489" y="1743"/>
                      <a:ext cx="5035" cy="327"/>
                      <a:chOff x="424" y="2976"/>
                      <a:chExt cx="5035" cy="327"/>
                    </a:xfrm>
                  </p:grpSpPr>
                  <p:sp>
                    <p:nvSpPr>
                      <p:cNvPr id="39961" name="文本框 1285146"/>
                      <p:cNvSpPr txBox="1"/>
                      <p:nvPr/>
                    </p:nvSpPr>
                    <p:spPr>
                      <a:xfrm>
                        <a:off x="424" y="2976"/>
                        <a:ext cx="5035" cy="3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>
                        <a:spAutoFit/>
                      </a:bodyPr>
                      <a:p>
                        <a:r>
                          <a:rPr lang="zh-CN" altLang="en-US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一个顶点记为     ，置</a:t>
                        </a:r>
                        <a:endPara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graphicFrame>
                    <p:nvGraphicFramePr>
                      <p:cNvPr id="39962" name="对象 1285147"/>
                      <p:cNvGraphicFramePr/>
                      <p:nvPr/>
                    </p:nvGraphicFramePr>
                    <p:xfrm>
                      <a:off x="1862" y="3003"/>
                      <a:ext cx="331" cy="272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47" name="" r:id="rId23" imgW="533400" imgH="431800" progId="Equation.3">
                              <p:embed/>
                            </p:oleObj>
                          </mc:Choice>
                          <mc:Fallback>
                            <p:oleObj name="" r:id="rId23" imgW="533400" imgH="431800" progId="Equation.3">
                              <p:embed/>
                              <p:pic>
                                <p:nvPicPr>
                                  <p:cNvPr id="0" name="图片 3246"/>
                                  <p:cNvPicPr/>
                                  <p:nvPr/>
                                </p:nvPicPr>
                                <p:blipFill>
                                  <a:blip r:embed="rId24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862" y="3003"/>
                                    <a:ext cx="331" cy="27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39963" name="对象 1285148"/>
                      <p:cNvGraphicFramePr/>
                      <p:nvPr/>
                    </p:nvGraphicFramePr>
                    <p:xfrm>
                      <a:off x="2601" y="3009"/>
                      <a:ext cx="1565" cy="272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49" name="" r:id="rId25" imgW="2475230" imgH="431800" progId="Equation.3">
                              <p:embed/>
                            </p:oleObj>
                          </mc:Choice>
                          <mc:Fallback>
                            <p:oleObj name="" r:id="rId25" imgW="2475230" imgH="431800" progId="Equation.3">
                              <p:embed/>
                              <p:pic>
                                <p:nvPicPr>
                                  <p:cNvPr id="0" name="图片 3248"/>
                                  <p:cNvPicPr/>
                                  <p:nvPr/>
                                </p:nvPicPr>
                                <p:blipFill>
                                  <a:blip r:embed="rId26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2601" y="3009"/>
                                    <a:ext cx="1565" cy="27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p:grpSp>
                <p:grpSp>
                  <p:nvGrpSpPr>
                    <p:cNvPr id="39964" name="组合 1285149"/>
                    <p:cNvGrpSpPr/>
                    <p:nvPr/>
                  </p:nvGrpSpPr>
                  <p:grpSpPr>
                    <a:xfrm>
                      <a:off x="541" y="1979"/>
                      <a:ext cx="5125" cy="327"/>
                      <a:chOff x="476" y="3294"/>
                      <a:chExt cx="5125" cy="327"/>
                    </a:xfrm>
                  </p:grpSpPr>
                  <p:sp>
                    <p:nvSpPr>
                      <p:cNvPr id="39965" name="文本框 1285150"/>
                      <p:cNvSpPr txBox="1"/>
                      <p:nvPr/>
                    </p:nvSpPr>
                    <p:spPr>
                      <a:xfrm>
                        <a:off x="476" y="3294"/>
                        <a:ext cx="5125" cy="3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>
                        <a:spAutoFit/>
                      </a:bodyPr>
                      <a:p>
                        <a:pPr marL="342900" indent="-342900"/>
                        <a:r>
                          <a:rPr lang="en-US" altLang="zh-CN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  </a:t>
                        </a:r>
                        <a:r>
                          <a:rPr lang="en-US" altLang="zh-CN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3)</a:t>
                        </a:r>
                        <a:r>
                          <a:rPr lang="en-US" altLang="zh-CN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  </a:t>
                        </a:r>
                        <a:r>
                          <a:rPr lang="zh-CN" altLang="en-US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若            ，则停止；若            ，则用 </a:t>
                        </a:r>
                        <a:r>
                          <a:rPr lang="en-US" altLang="zh-CN" i="1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i+1 </a:t>
                        </a:r>
                        <a:r>
                          <a:rPr lang="zh-CN" altLang="en-US" dirty="0">
                            <a:latin typeface="Arial" panose="020B0604020202020204" pitchFamily="34" charset="0"/>
                            <a:ea typeface="宋体" panose="02010600030101010101" pitchFamily="2" charset="-122"/>
                          </a:rPr>
                          <a:t>代</a:t>
                        </a:r>
                        <a:endParaRPr lang="zh-CN" altLang="en-US" i="1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graphicFrame>
                    <p:nvGraphicFramePr>
                      <p:cNvPr id="39966" name="对象 1285151"/>
                      <p:cNvGraphicFramePr/>
                      <p:nvPr/>
                    </p:nvGraphicFramePr>
                    <p:xfrm>
                      <a:off x="1237" y="3359"/>
                      <a:ext cx="700" cy="204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50" name="" r:id="rId27" imgW="1103630" imgH="317500" progId="Equation.3">
                              <p:embed/>
                            </p:oleObj>
                          </mc:Choice>
                          <mc:Fallback>
                            <p:oleObj name="" r:id="rId27" imgW="1103630" imgH="317500" progId="Equation.3">
                              <p:embed/>
                              <p:pic>
                                <p:nvPicPr>
                                  <p:cNvPr id="0" name="图片 3249"/>
                                  <p:cNvPicPr/>
                                  <p:nvPr/>
                                </p:nvPicPr>
                                <p:blipFill>
                                  <a:blip r:embed="rId28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237" y="3359"/>
                                    <a:ext cx="700" cy="204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39967" name="对象 1285152"/>
                      <p:cNvGraphicFramePr/>
                      <p:nvPr/>
                    </p:nvGraphicFramePr>
                    <p:xfrm>
                      <a:off x="3311" y="3354"/>
                      <a:ext cx="700" cy="203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251" name="" r:id="rId29" imgW="1103630" imgH="317500" progId="Equation.3">
                              <p:embed/>
                            </p:oleObj>
                          </mc:Choice>
                          <mc:Fallback>
                            <p:oleObj name="" r:id="rId29" imgW="1103630" imgH="317500" progId="Equation.3">
                              <p:embed/>
                              <p:pic>
                                <p:nvPicPr>
                                  <p:cNvPr id="0" name="图片 3250"/>
                                  <p:cNvPicPr/>
                                  <p:nvPr/>
                                </p:nvPicPr>
                                <p:blipFill>
                                  <a:blip r:embed="rId30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3311" y="3354"/>
                                    <a:ext cx="700" cy="203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p:grpSp>
                <p:sp>
                  <p:nvSpPr>
                    <p:cNvPr id="39968" name="文本框 1285153"/>
                    <p:cNvSpPr txBox="1"/>
                    <p:nvPr/>
                  </p:nvSpPr>
                  <p:spPr>
                    <a:xfrm>
                      <a:off x="496" y="2251"/>
                      <a:ext cx="3492" cy="3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>
                      <a:spAutoFit/>
                    </a:bodyPr>
                    <a:p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替</a:t>
                      </a:r>
                      <a:r>
                        <a:rPr lang="en-US" altLang="zh-CN" i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，并转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2)</a:t>
                      </a:r>
                      <a:r>
                        <a:rPr lang="en-US" altLang="zh-CN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</a:t>
                      </a:r>
                      <a:endParaRPr lang="en-US" altLang="zh-CN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pic>
                  <p:nvPicPr>
                    <p:cNvPr id="39969" name="图片 1285154"/>
                    <p:cNvPicPr>
                      <a:picLocks noChangeAspect="1"/>
                    </p:cNvPicPr>
                    <p:nvPr/>
                  </p:nvPicPr>
                  <p:blipFill>
                    <a:blip r:embed="rId31"/>
                    <a:stretch>
                      <a:fillRect/>
                    </a:stretch>
                  </p:blipFill>
                  <p:spPr>
                    <a:xfrm>
                      <a:off x="359" y="2523"/>
                      <a:ext cx="1815" cy="1724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pic>
                  <p:nvPicPr>
                    <p:cNvPr id="39970" name="图片 1285155"/>
                    <p:cNvPicPr>
                      <a:picLocks noChangeAspect="1"/>
                    </p:cNvPicPr>
                    <p:nvPr/>
                  </p:nvPicPr>
                  <p:blipFill>
                    <a:blip r:embed="rId32"/>
                    <a:stretch>
                      <a:fillRect/>
                    </a:stretch>
                  </p:blipFill>
                  <p:spPr>
                    <a:xfrm>
                      <a:off x="2174" y="2556"/>
                      <a:ext cx="1814" cy="167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39971" name="矩形 1285156"/>
                    <p:cNvSpPr/>
                    <p:nvPr/>
                  </p:nvSpPr>
                  <p:spPr>
                    <a:xfrm>
                      <a:off x="65" y="2098"/>
                      <a:ext cx="5760" cy="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/>
                    <a:p>
                      <a:endParaRPr lang="zh-CN" altLang="en-US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graphicFrame>
                  <p:nvGraphicFramePr>
                    <p:cNvPr id="39972" name="对象 1285157"/>
                    <p:cNvGraphicFramePr/>
                    <p:nvPr/>
                  </p:nvGraphicFramePr>
                  <p:xfrm>
                    <a:off x="2537" y="2296"/>
                    <a:ext cx="2862" cy="30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253" name="" r:id="rId33" imgW="4546600" imgH="482600" progId="Equation.3">
                            <p:embed/>
                          </p:oleObj>
                        </mc:Choice>
                        <mc:Fallback>
                          <p:oleObj name="" r:id="rId33" imgW="4546600" imgH="482600" progId="Equation.3">
                            <p:embed/>
                            <p:pic>
                              <p:nvPicPr>
                                <p:cNvPr id="0" name="图片 3252"/>
                                <p:cNvPicPr/>
                                <p:nvPr/>
                              </p:nvPicPr>
                              <p:blipFill>
                                <a:blip r:embed="rId34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537" y="2296"/>
                                  <a:ext cx="2862" cy="306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39973" name="矩形 1285158"/>
                    <p:cNvSpPr/>
                    <p:nvPr/>
                  </p:nvSpPr>
                  <p:spPr>
                    <a:xfrm>
                      <a:off x="65" y="2107"/>
                      <a:ext cx="5760" cy="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/>
                    <a:p>
                      <a:endParaRPr lang="zh-CN" altLang="en-US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9974" name="矩形 1285159"/>
                    <p:cNvSpPr/>
                    <p:nvPr/>
                  </p:nvSpPr>
                  <p:spPr>
                    <a:xfrm>
                      <a:off x="65" y="2119"/>
                      <a:ext cx="5760" cy="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/>
                    <a:p>
                      <a:endParaRPr lang="zh-CN" altLang="en-US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9975" name="矩形 1285160"/>
                    <p:cNvSpPr/>
                    <p:nvPr/>
                  </p:nvSpPr>
                  <p:spPr>
                    <a:xfrm>
                      <a:off x="65" y="2119"/>
                      <a:ext cx="5760" cy="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/>
                    <a:p>
                      <a:endParaRPr lang="zh-CN" altLang="en-US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39976" name="矩形 1285161"/>
                  <p:cNvSpPr/>
                  <p:nvPr/>
                </p:nvSpPr>
                <p:spPr>
                  <a:xfrm>
                    <a:off x="91" y="2119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9977" name="对象 1285162"/>
                  <p:cNvGraphicFramePr/>
                  <p:nvPr/>
                </p:nvGraphicFramePr>
                <p:xfrm>
                  <a:off x="4059" y="2860"/>
                  <a:ext cx="590" cy="21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261" name="" r:id="rId35" imgW="1155700" imgH="419100" progId="Equation.3">
                          <p:embed/>
                        </p:oleObj>
                      </mc:Choice>
                      <mc:Fallback>
                        <p:oleObj name="" r:id="rId35" imgW="1155700" imgH="419100" progId="Equation.3">
                          <p:embed/>
                          <p:pic>
                            <p:nvPicPr>
                              <p:cNvPr id="0" name="图片 3260"/>
                              <p:cNvPicPr/>
                              <p:nvPr/>
                            </p:nvPicPr>
                            <p:blipFill>
                              <a:blip r:embed="rId3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059" y="2860"/>
                                <a:ext cx="590" cy="215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39978" name="矩形 1285163"/>
                  <p:cNvSpPr/>
                  <p:nvPr/>
                </p:nvSpPr>
                <p:spPr>
                  <a:xfrm>
                    <a:off x="0" y="2028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9979" name="对象 1285164"/>
                  <p:cNvGraphicFramePr/>
                  <p:nvPr/>
                </p:nvGraphicFramePr>
                <p:xfrm>
                  <a:off x="4785" y="2866"/>
                  <a:ext cx="675" cy="21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26" name="" r:id="rId37" imgW="1282700" imgH="419100" progId="Equation.3">
                          <p:embed/>
                        </p:oleObj>
                      </mc:Choice>
                      <mc:Fallback>
                        <p:oleObj name="" r:id="rId37" imgW="1282700" imgH="419100" progId="Equation.3">
                          <p:embed/>
                          <p:pic>
                            <p:nvPicPr>
                              <p:cNvPr id="0" name="图片 3325"/>
                              <p:cNvPicPr/>
                              <p:nvPr/>
                            </p:nvPicPr>
                            <p:blipFill>
                              <a:blip r:embed="rId3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785" y="2866"/>
                                <a:ext cx="675" cy="21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39980" name="矩形 1285165"/>
                  <p:cNvSpPr/>
                  <p:nvPr/>
                </p:nvSpPr>
                <p:spPr>
                  <a:xfrm>
                    <a:off x="0" y="2025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81" name="矩形 1285166"/>
                  <p:cNvSpPr/>
                  <p:nvPr/>
                </p:nvSpPr>
                <p:spPr>
                  <a:xfrm>
                    <a:off x="0" y="2025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82" name="矩形 1285167"/>
                  <p:cNvSpPr/>
                  <p:nvPr/>
                </p:nvSpPr>
                <p:spPr>
                  <a:xfrm>
                    <a:off x="0" y="2025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83" name="矩形 1285168"/>
                  <p:cNvSpPr/>
                  <p:nvPr/>
                </p:nvSpPr>
                <p:spPr>
                  <a:xfrm>
                    <a:off x="0" y="2025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984" name="矩形 1285169"/>
                  <p:cNvSpPr/>
                  <p:nvPr/>
                </p:nvSpPr>
                <p:spPr>
                  <a:xfrm>
                    <a:off x="0" y="2025"/>
                    <a:ext cx="5760" cy="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aphicFrame>
            <p:nvGraphicFramePr>
              <p:cNvPr id="39985" name="对象 1285170"/>
              <p:cNvGraphicFramePr/>
              <p:nvPr/>
            </p:nvGraphicFramePr>
            <p:xfrm>
              <a:off x="4785" y="3158"/>
              <a:ext cx="635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8" name="" r:id="rId39" imgW="1269365" imgH="419100" progId="Equation.3">
                      <p:embed/>
                    </p:oleObj>
                  </mc:Choice>
                  <mc:Fallback>
                    <p:oleObj name="" r:id="rId39" imgW="1269365" imgH="419100" progId="Equation.3">
                      <p:embed/>
                      <p:pic>
                        <p:nvPicPr>
                          <p:cNvPr id="0" name="图片 3327"/>
                          <p:cNvPicPr/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4785" y="3158"/>
                            <a:ext cx="635" cy="21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9986" name="对象 1285171"/>
            <p:cNvGraphicFramePr/>
            <p:nvPr/>
          </p:nvGraphicFramePr>
          <p:xfrm>
            <a:off x="4059" y="3437"/>
            <a:ext cx="72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7" name="" r:id="rId41" imgW="1332865" imgH="431800" progId="Equation.3">
                    <p:embed/>
                  </p:oleObj>
                </mc:Choice>
                <mc:Fallback>
                  <p:oleObj name="" r:id="rId41" imgW="1332865" imgH="431800" progId="Equation.3">
                    <p:embed/>
                    <p:pic>
                      <p:nvPicPr>
                        <p:cNvPr id="0" name="图片 3326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4059" y="3437"/>
                          <a:ext cx="726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85174" name="内容占位符 1285173"/>
          <p:cNvGraphicFramePr>
            <a:graphicFrameLocks noGrp="1"/>
          </p:cNvGraphicFramePr>
          <p:nvPr>
            <p:ph/>
          </p:nvPr>
        </p:nvGraphicFramePr>
        <p:xfrm>
          <a:off x="7667625" y="5476875"/>
          <a:ext cx="11525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" name="" r:id="rId43" imgW="1256665" imgH="431800" progId="Equation.3">
                  <p:embed/>
                </p:oleObj>
              </mc:Choice>
              <mc:Fallback>
                <p:oleObj name="" r:id="rId43" imgW="1256665" imgH="431800" progId="Equation.3">
                  <p:embed/>
                  <p:pic>
                    <p:nvPicPr>
                      <p:cNvPr id="0" name="图片 3324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667625" y="5476875"/>
                        <a:ext cx="1152525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80004" name="对象 1280003"/>
          <p:cNvGraphicFramePr/>
          <p:nvPr/>
        </p:nvGraphicFramePr>
        <p:xfrm>
          <a:off x="6737350" y="4078288"/>
          <a:ext cx="106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" name="" r:id="rId1" imgW="1066800" imgH="457200" progId="Equation.3">
                  <p:embed/>
                </p:oleObj>
              </mc:Choice>
              <mc:Fallback>
                <p:oleObj name="" r:id="rId1" imgW="1066800" imgH="457200" progId="Equation.3">
                  <p:embed/>
                  <p:pic>
                    <p:nvPicPr>
                      <p:cNvPr id="0" name="图片 33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37350" y="4078288"/>
                        <a:ext cx="10668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62" name="组合 1280004"/>
          <p:cNvGrpSpPr/>
          <p:nvPr/>
        </p:nvGrpSpPr>
        <p:grpSpPr>
          <a:xfrm>
            <a:off x="103188" y="620713"/>
            <a:ext cx="9144000" cy="6121400"/>
            <a:chOff x="65" y="391"/>
            <a:chExt cx="5760" cy="3856"/>
          </a:xfrm>
        </p:grpSpPr>
        <p:sp>
          <p:nvSpPr>
            <p:cNvPr id="40963" name="文本框 1280005"/>
            <p:cNvSpPr txBox="1"/>
            <p:nvPr/>
          </p:nvSpPr>
          <p:spPr>
            <a:xfrm>
              <a:off x="541" y="391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i="1" err="1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Dijkstra</a:t>
              </a:r>
              <a:r>
                <a:rPr lang="zh-CN" altLang="en-US" dirty="0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算法</a:t>
              </a:r>
              <a:r>
                <a:rPr lang="en-US" altLang="zh-CN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: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求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中从顶点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到其余顶点的最短路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964" name="组合 1280006"/>
            <p:cNvGrpSpPr/>
            <p:nvPr/>
          </p:nvGrpSpPr>
          <p:grpSpPr>
            <a:xfrm>
              <a:off x="405" y="699"/>
              <a:ext cx="5217" cy="327"/>
              <a:chOff x="385" y="2205"/>
              <a:chExt cx="5217" cy="327"/>
            </a:xfrm>
          </p:grpSpPr>
          <p:sp>
            <p:nvSpPr>
              <p:cNvPr id="40965" name="文本框 1280007"/>
              <p:cNvSpPr txBox="1"/>
              <p:nvPr/>
            </p:nvSpPr>
            <p:spPr>
              <a:xfrm>
                <a:off x="385" y="2205"/>
                <a:ext cx="521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1)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置             ，对         ，          ，           且         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.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0966" name="对象 1280008"/>
              <p:cNvGraphicFramePr/>
              <p:nvPr/>
            </p:nvGraphicFramePr>
            <p:xfrm>
              <a:off x="1202" y="2251"/>
              <a:ext cx="788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0" name="" r:id="rId3" imgW="1256665" imgH="431800" progId="Equation.3">
                      <p:embed/>
                    </p:oleObj>
                  </mc:Choice>
                  <mc:Fallback>
                    <p:oleObj name="" r:id="rId3" imgW="1256665" imgH="431800" progId="Equation.3">
                      <p:embed/>
                      <p:pic>
                        <p:nvPicPr>
                          <p:cNvPr id="0" name="图片 332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02" y="2251"/>
                            <a:ext cx="788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67" name="对象 1280009"/>
              <p:cNvGraphicFramePr/>
              <p:nvPr/>
            </p:nvGraphicFramePr>
            <p:xfrm>
              <a:off x="2426" y="2244"/>
              <a:ext cx="549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3" name="" r:id="rId5" imgW="862965" imgH="431800" progId="Equation.3">
                      <p:embed/>
                    </p:oleObj>
                  </mc:Choice>
                  <mc:Fallback>
                    <p:oleObj name="" r:id="rId5" imgW="862965" imgH="431800" progId="Equation.3">
                      <p:embed/>
                      <p:pic>
                        <p:nvPicPr>
                          <p:cNvPr id="0" name="图片 3322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426" y="2244"/>
                            <a:ext cx="549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68" name="对象 1280010"/>
              <p:cNvGraphicFramePr/>
              <p:nvPr/>
            </p:nvGraphicFramePr>
            <p:xfrm>
              <a:off x="3107" y="2282"/>
              <a:ext cx="73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1" name="" r:id="rId7" imgW="1167765" imgH="393700" progId="Equation.3">
                      <p:embed/>
                    </p:oleObj>
                  </mc:Choice>
                  <mc:Fallback>
                    <p:oleObj name="" r:id="rId7" imgW="1167765" imgH="393700" progId="Equation.3">
                      <p:embed/>
                      <p:pic>
                        <p:nvPicPr>
                          <p:cNvPr id="0" name="图片 3330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107" y="2282"/>
                            <a:ext cx="732" cy="2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69" name="对象 1280011"/>
              <p:cNvGraphicFramePr/>
              <p:nvPr/>
            </p:nvGraphicFramePr>
            <p:xfrm>
              <a:off x="3923" y="2251"/>
              <a:ext cx="83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2" name="" r:id="rId9" imgW="1332865" imgH="431800" progId="Equation.3">
                      <p:embed/>
                    </p:oleObj>
                  </mc:Choice>
                  <mc:Fallback>
                    <p:oleObj name="" r:id="rId9" imgW="1332865" imgH="431800" progId="Equation.3">
                      <p:embed/>
                      <p:pic>
                        <p:nvPicPr>
                          <p:cNvPr id="0" name="图片 3331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923" y="2251"/>
                            <a:ext cx="83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70" name="对象 1280012"/>
              <p:cNvGraphicFramePr/>
              <p:nvPr/>
            </p:nvGraphicFramePr>
            <p:xfrm>
              <a:off x="5000" y="2274"/>
              <a:ext cx="420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8" name="" r:id="rId11" imgW="659765" imgH="317500" progId="Equation.3">
                      <p:embed/>
                    </p:oleObj>
                  </mc:Choice>
                  <mc:Fallback>
                    <p:oleObj name="" r:id="rId11" imgW="659765" imgH="317500" progId="Equation.3">
                      <p:embed/>
                      <p:pic>
                        <p:nvPicPr>
                          <p:cNvPr id="0" name="图片 3337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000" y="2274"/>
                            <a:ext cx="420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971" name="组合 1280013"/>
            <p:cNvGrpSpPr/>
            <p:nvPr/>
          </p:nvGrpSpPr>
          <p:grpSpPr>
            <a:xfrm>
              <a:off x="528" y="1026"/>
              <a:ext cx="5080" cy="327"/>
              <a:chOff x="463" y="935"/>
              <a:chExt cx="5080" cy="327"/>
            </a:xfrm>
          </p:grpSpPr>
          <p:sp>
            <p:nvSpPr>
              <p:cNvPr id="40972" name="文本框 1280014"/>
              <p:cNvSpPr txBox="1"/>
              <p:nvPr/>
            </p:nvSpPr>
            <p:spPr>
              <a:xfrm>
                <a:off x="463" y="935"/>
                <a:ext cx="508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2)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对每个         ，用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0973" name="对象 1280015"/>
              <p:cNvGraphicFramePr/>
              <p:nvPr/>
            </p:nvGraphicFramePr>
            <p:xfrm>
              <a:off x="1609" y="961"/>
              <a:ext cx="532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3" name="" r:id="rId13" imgW="838200" imgH="457200" progId="Equation.3">
                      <p:embed/>
                    </p:oleObj>
                  </mc:Choice>
                  <mc:Fallback>
                    <p:oleObj name="" r:id="rId13" imgW="838200" imgH="457200" progId="Equation.3">
                      <p:embed/>
                      <p:pic>
                        <p:nvPicPr>
                          <p:cNvPr id="0" name="图片 3332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609" y="961"/>
                            <a:ext cx="532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74" name="对象 1280016"/>
              <p:cNvGraphicFramePr/>
              <p:nvPr/>
            </p:nvGraphicFramePr>
            <p:xfrm>
              <a:off x="2816" y="972"/>
              <a:ext cx="2237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4" name="" r:id="rId15" imgW="3542030" imgH="431800" progId="Equation.3">
                      <p:embed/>
                    </p:oleObj>
                  </mc:Choice>
                  <mc:Fallback>
                    <p:oleObj name="" r:id="rId15" imgW="3542030" imgH="431800" progId="Equation.3">
                      <p:embed/>
                      <p:pic>
                        <p:nvPicPr>
                          <p:cNvPr id="0" name="图片 3333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816" y="972"/>
                            <a:ext cx="2237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975" name="组合 1280017"/>
            <p:cNvGrpSpPr/>
            <p:nvPr/>
          </p:nvGrpSpPr>
          <p:grpSpPr>
            <a:xfrm>
              <a:off x="450" y="1363"/>
              <a:ext cx="5126" cy="434"/>
              <a:chOff x="385" y="2931"/>
              <a:chExt cx="5126" cy="434"/>
            </a:xfrm>
          </p:grpSpPr>
          <p:sp>
            <p:nvSpPr>
              <p:cNvPr id="40976" name="文本框 1280018"/>
              <p:cNvSpPr txBox="1"/>
              <p:nvPr/>
            </p:nvSpPr>
            <p:spPr>
              <a:xfrm>
                <a:off x="385" y="2931"/>
                <a:ext cx="512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代替       ，计算               ，并把达到这个最小值的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0977" name="对象 1280019"/>
              <p:cNvGraphicFramePr/>
              <p:nvPr/>
            </p:nvGraphicFramePr>
            <p:xfrm>
              <a:off x="930" y="2998"/>
              <a:ext cx="353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5" name="" r:id="rId17" imgW="558800" imgH="393700" progId="Equation.3">
                      <p:embed/>
                    </p:oleObj>
                  </mc:Choice>
                  <mc:Fallback>
                    <p:oleObj name="" r:id="rId17" imgW="558800" imgH="393700" progId="Equation.3">
                      <p:embed/>
                      <p:pic>
                        <p:nvPicPr>
                          <p:cNvPr id="0" name="图片 3334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930" y="2998"/>
                            <a:ext cx="353" cy="2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78" name="对象 1280020"/>
              <p:cNvGraphicFramePr/>
              <p:nvPr/>
            </p:nvGraphicFramePr>
            <p:xfrm>
              <a:off x="2064" y="2953"/>
              <a:ext cx="892" cy="4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6" name="" r:id="rId19" imgW="1409700" imgH="647700" progId="Equation.3">
                      <p:embed/>
                    </p:oleObj>
                  </mc:Choice>
                  <mc:Fallback>
                    <p:oleObj name="" r:id="rId19" imgW="1409700" imgH="647700" progId="Equation.3">
                      <p:embed/>
                      <p:pic>
                        <p:nvPicPr>
                          <p:cNvPr id="0" name="图片 3335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2064" y="2953"/>
                            <a:ext cx="892" cy="4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979" name="组合 1280021"/>
            <p:cNvGrpSpPr/>
            <p:nvPr/>
          </p:nvGrpSpPr>
          <p:grpSpPr>
            <a:xfrm>
              <a:off x="489" y="1743"/>
              <a:ext cx="5035" cy="327"/>
              <a:chOff x="424" y="2976"/>
              <a:chExt cx="5035" cy="327"/>
            </a:xfrm>
          </p:grpSpPr>
          <p:sp>
            <p:nvSpPr>
              <p:cNvPr id="40980" name="文本框 1280022"/>
              <p:cNvSpPr txBox="1"/>
              <p:nvPr/>
            </p:nvSpPr>
            <p:spPr>
              <a:xfrm>
                <a:off x="424" y="2976"/>
                <a:ext cx="503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一个顶点记为     ，置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0981" name="对象 1280023"/>
              <p:cNvGraphicFramePr/>
              <p:nvPr/>
            </p:nvGraphicFramePr>
            <p:xfrm>
              <a:off x="1862" y="3003"/>
              <a:ext cx="33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7" name="" r:id="rId21" imgW="533400" imgH="431800" progId="Equation.3">
                      <p:embed/>
                    </p:oleObj>
                  </mc:Choice>
                  <mc:Fallback>
                    <p:oleObj name="" r:id="rId21" imgW="533400" imgH="431800" progId="Equation.3">
                      <p:embed/>
                      <p:pic>
                        <p:nvPicPr>
                          <p:cNvPr id="0" name="图片 3336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1862" y="3003"/>
                            <a:ext cx="33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82" name="对象 1280024"/>
              <p:cNvGraphicFramePr/>
              <p:nvPr/>
            </p:nvGraphicFramePr>
            <p:xfrm>
              <a:off x="2601" y="3009"/>
              <a:ext cx="1565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9" name="" r:id="rId23" imgW="2475230" imgH="431800" progId="Equation.3">
                      <p:embed/>
                    </p:oleObj>
                  </mc:Choice>
                  <mc:Fallback>
                    <p:oleObj name="" r:id="rId23" imgW="2475230" imgH="431800" progId="Equation.3">
                      <p:embed/>
                      <p:pic>
                        <p:nvPicPr>
                          <p:cNvPr id="0" name="图片 3338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2601" y="3009"/>
                            <a:ext cx="1565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983" name="组合 1280025"/>
            <p:cNvGrpSpPr/>
            <p:nvPr/>
          </p:nvGrpSpPr>
          <p:grpSpPr>
            <a:xfrm>
              <a:off x="541" y="1979"/>
              <a:ext cx="5125" cy="327"/>
              <a:chOff x="476" y="3294"/>
              <a:chExt cx="5125" cy="327"/>
            </a:xfrm>
          </p:grpSpPr>
          <p:sp>
            <p:nvSpPr>
              <p:cNvPr id="40984" name="文本框 1280026"/>
              <p:cNvSpPr txBox="1"/>
              <p:nvPr/>
            </p:nvSpPr>
            <p:spPr>
              <a:xfrm>
                <a:off x="476" y="3294"/>
                <a:ext cx="512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marL="342900" indent="-342900"/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3)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若            ，则停止；若            ，则用 </a:t>
                </a: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i+1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代</a:t>
                </a:r>
                <a:endParaRPr lang="zh-CN" altLang="en-US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0985" name="对象 1280027"/>
              <p:cNvGraphicFramePr/>
              <p:nvPr/>
            </p:nvGraphicFramePr>
            <p:xfrm>
              <a:off x="1237" y="3359"/>
              <a:ext cx="700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4" name="" r:id="rId25" imgW="1103630" imgH="317500" progId="Equation.3">
                      <p:embed/>
                    </p:oleObj>
                  </mc:Choice>
                  <mc:Fallback>
                    <p:oleObj name="" r:id="rId25" imgW="1103630" imgH="317500" progId="Equation.3">
                      <p:embed/>
                      <p:pic>
                        <p:nvPicPr>
                          <p:cNvPr id="0" name="图片 3323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237" y="3359"/>
                            <a:ext cx="700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86" name="对象 1280028"/>
              <p:cNvGraphicFramePr/>
              <p:nvPr/>
            </p:nvGraphicFramePr>
            <p:xfrm>
              <a:off x="3311" y="3354"/>
              <a:ext cx="700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41" name="" r:id="rId27" imgW="1103630" imgH="317500" progId="Equation.3">
                      <p:embed/>
                    </p:oleObj>
                  </mc:Choice>
                  <mc:Fallback>
                    <p:oleObj name="" r:id="rId27" imgW="1103630" imgH="317500" progId="Equation.3">
                      <p:embed/>
                      <p:pic>
                        <p:nvPicPr>
                          <p:cNvPr id="0" name="图片 3340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3311" y="3354"/>
                            <a:ext cx="700" cy="2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0987" name="文本框 1280029"/>
            <p:cNvSpPr txBox="1"/>
            <p:nvPr/>
          </p:nvSpPr>
          <p:spPr>
            <a:xfrm>
              <a:off x="496" y="2251"/>
              <a:ext cx="34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替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，并转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2)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40988" name="图片 1280030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59" y="2523"/>
              <a:ext cx="1815" cy="172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1280031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2174" y="2556"/>
              <a:ext cx="1814" cy="167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90" name="矩形 1280032"/>
            <p:cNvSpPr/>
            <p:nvPr/>
          </p:nvSpPr>
          <p:spPr>
            <a:xfrm>
              <a:off x="65" y="2098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0991" name="对象 1280033"/>
            <p:cNvGraphicFramePr/>
            <p:nvPr/>
          </p:nvGraphicFramePr>
          <p:xfrm>
            <a:off x="2537" y="2296"/>
            <a:ext cx="286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4" name="" r:id="rId31" imgW="4546600" imgH="482600" progId="Equation.3">
                    <p:embed/>
                  </p:oleObj>
                </mc:Choice>
                <mc:Fallback>
                  <p:oleObj name="" r:id="rId31" imgW="4546600" imgH="482600" progId="Equation.3">
                    <p:embed/>
                    <p:pic>
                      <p:nvPicPr>
                        <p:cNvPr id="0" name="图片 3343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537" y="2296"/>
                          <a:ext cx="2862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92" name="矩形 1280034"/>
            <p:cNvSpPr/>
            <p:nvPr/>
          </p:nvSpPr>
          <p:spPr>
            <a:xfrm>
              <a:off x="65" y="2107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3" name="矩形 1280035"/>
            <p:cNvSpPr/>
            <p:nvPr/>
          </p:nvSpPr>
          <p:spPr>
            <a:xfrm>
              <a:off x="65" y="2119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4" name="矩形 1280036"/>
            <p:cNvSpPr/>
            <p:nvPr/>
          </p:nvSpPr>
          <p:spPr>
            <a:xfrm>
              <a:off x="65" y="2119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995" name="矩形 1280037"/>
          <p:cNvSpPr/>
          <p:nvPr/>
        </p:nvSpPr>
        <p:spPr>
          <a:xfrm>
            <a:off x="144463" y="3363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96" name="对象 1280038"/>
          <p:cNvGraphicFramePr/>
          <p:nvPr/>
        </p:nvGraphicFramePr>
        <p:xfrm>
          <a:off x="6443663" y="4540250"/>
          <a:ext cx="9366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" name="" r:id="rId33" imgW="1155700" imgH="419100" progId="Equation.3">
                  <p:embed/>
                </p:oleObj>
              </mc:Choice>
              <mc:Fallback>
                <p:oleObj name="" r:id="rId33" imgW="1155700" imgH="419100" progId="Equation.3">
                  <p:embed/>
                  <p:pic>
                    <p:nvPicPr>
                      <p:cNvPr id="0" name="图片 334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443663" y="4540250"/>
                        <a:ext cx="936625" cy="341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7" name="矩形 1280039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98" name="对象 1280040"/>
          <p:cNvGraphicFramePr/>
          <p:nvPr/>
        </p:nvGraphicFramePr>
        <p:xfrm>
          <a:off x="7596188" y="4549775"/>
          <a:ext cx="10715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" name="" r:id="rId35" imgW="1282700" imgH="419100" progId="Equation.3">
                  <p:embed/>
                </p:oleObj>
              </mc:Choice>
              <mc:Fallback>
                <p:oleObj name="" r:id="rId35" imgW="1282700" imgH="419100" progId="Equation.3">
                  <p:embed/>
                  <p:pic>
                    <p:nvPicPr>
                      <p:cNvPr id="0" name="图片 3346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596188" y="4549775"/>
                        <a:ext cx="1071562" cy="34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9" name="矩形 1280041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000" name="对象 1280042"/>
          <p:cNvGraphicFramePr/>
          <p:nvPr/>
        </p:nvGraphicFramePr>
        <p:xfrm>
          <a:off x="6443663" y="5026025"/>
          <a:ext cx="108108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8" name="" r:id="rId37" imgW="1333500" imgH="431800" progId="Equation.3">
                  <p:embed/>
                </p:oleObj>
              </mc:Choice>
              <mc:Fallback>
                <p:oleObj name="" r:id="rId37" imgW="1333500" imgH="431800" progId="Equation.3">
                  <p:embed/>
                  <p:pic>
                    <p:nvPicPr>
                      <p:cNvPr id="0" name="图片 3347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443663" y="5026025"/>
                        <a:ext cx="1081087" cy="34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1" name="矩形 1280043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002" name="对象 1280044"/>
          <p:cNvGraphicFramePr/>
          <p:nvPr/>
        </p:nvGraphicFramePr>
        <p:xfrm>
          <a:off x="7596188" y="5003800"/>
          <a:ext cx="11271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" name="" r:id="rId39" imgW="1269365" imgH="419100" progId="Equation.3">
                  <p:embed/>
                </p:oleObj>
              </mc:Choice>
              <mc:Fallback>
                <p:oleObj name="" r:id="rId39" imgW="1269365" imgH="419100" progId="Equation.3">
                  <p:embed/>
                  <p:pic>
                    <p:nvPicPr>
                      <p:cNvPr id="0" name="图片 3350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596188" y="5003800"/>
                        <a:ext cx="1127125" cy="369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3" name="矩形 1280045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004" name="对象 1280046"/>
          <p:cNvGraphicFramePr/>
          <p:nvPr/>
        </p:nvGraphicFramePr>
        <p:xfrm>
          <a:off x="6407150" y="5422900"/>
          <a:ext cx="118903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" name="" r:id="rId41" imgW="1332865" imgH="431800" progId="Equation.3">
                  <p:embed/>
                </p:oleObj>
              </mc:Choice>
              <mc:Fallback>
                <p:oleObj name="" r:id="rId41" imgW="1332865" imgH="431800" progId="Equation.3">
                  <p:embed/>
                  <p:pic>
                    <p:nvPicPr>
                      <p:cNvPr id="0" name="图片 3349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407150" y="5422900"/>
                        <a:ext cx="1189038" cy="382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5" name="矩形 1280047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006" name="对象 1280048"/>
          <p:cNvGraphicFramePr/>
          <p:nvPr/>
        </p:nvGraphicFramePr>
        <p:xfrm>
          <a:off x="7596188" y="5445125"/>
          <a:ext cx="1112837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" name="" r:id="rId43" imgW="1256665" imgH="431800" progId="Equation.3">
                  <p:embed/>
                </p:oleObj>
              </mc:Choice>
              <mc:Fallback>
                <p:oleObj name="" r:id="rId43" imgW="1256665" imgH="431800" progId="Equation.3">
                  <p:embed/>
                  <p:pic>
                    <p:nvPicPr>
                      <p:cNvPr id="0" name="图片 3342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596188" y="5445125"/>
                        <a:ext cx="1112837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7" name="矩形 1280049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80051" name="对象 1280050"/>
          <p:cNvGraphicFramePr/>
          <p:nvPr/>
        </p:nvGraphicFramePr>
        <p:xfrm>
          <a:off x="6443663" y="5857875"/>
          <a:ext cx="110172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" name="" r:id="rId45" imgW="1243965" imgH="431800" progId="Equation.3">
                  <p:embed/>
                </p:oleObj>
              </mc:Choice>
              <mc:Fallback>
                <p:oleObj name="" r:id="rId45" imgW="1243965" imgH="431800" progId="Equation.3">
                  <p:embed/>
                  <p:pic>
                    <p:nvPicPr>
                      <p:cNvPr id="0" name="图片 3351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6443663" y="5857875"/>
                        <a:ext cx="1101725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985" name="组合 1289220"/>
          <p:cNvGrpSpPr/>
          <p:nvPr/>
        </p:nvGrpSpPr>
        <p:grpSpPr>
          <a:xfrm>
            <a:off x="66675" y="404813"/>
            <a:ext cx="9144000" cy="6121400"/>
            <a:chOff x="65" y="391"/>
            <a:chExt cx="5760" cy="3856"/>
          </a:xfrm>
        </p:grpSpPr>
        <p:sp>
          <p:nvSpPr>
            <p:cNvPr id="41986" name="文本框 1289221"/>
            <p:cNvSpPr txBox="1"/>
            <p:nvPr/>
          </p:nvSpPr>
          <p:spPr>
            <a:xfrm>
              <a:off x="541" y="391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i="1" err="1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Dijkstra</a:t>
              </a:r>
              <a:r>
                <a:rPr lang="zh-CN" altLang="en-US" dirty="0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算法</a:t>
              </a:r>
              <a:r>
                <a:rPr lang="en-US" altLang="zh-CN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: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求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中从顶点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到其余顶点的最短路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1987" name="组合 1289222"/>
            <p:cNvGrpSpPr/>
            <p:nvPr/>
          </p:nvGrpSpPr>
          <p:grpSpPr>
            <a:xfrm>
              <a:off x="405" y="699"/>
              <a:ext cx="5217" cy="327"/>
              <a:chOff x="385" y="2205"/>
              <a:chExt cx="5217" cy="327"/>
            </a:xfrm>
          </p:grpSpPr>
          <p:sp>
            <p:nvSpPr>
              <p:cNvPr id="41988" name="文本框 1289223"/>
              <p:cNvSpPr txBox="1"/>
              <p:nvPr/>
            </p:nvSpPr>
            <p:spPr>
              <a:xfrm>
                <a:off x="385" y="2205"/>
                <a:ext cx="521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1)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置             ，对         ，          ，           且         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.</a:t>
                </a:r>
                <a:endParaRPr lang="en-US" altLang="zh-CN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1989" name="对象 1289224"/>
              <p:cNvGraphicFramePr/>
              <p:nvPr/>
            </p:nvGraphicFramePr>
            <p:xfrm>
              <a:off x="1202" y="2251"/>
              <a:ext cx="788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45" name="" r:id="rId1" imgW="1256665" imgH="431800" progId="Equation.3">
                      <p:embed/>
                    </p:oleObj>
                  </mc:Choice>
                  <mc:Fallback>
                    <p:oleObj name="" r:id="rId1" imgW="1256665" imgH="431800" progId="Equation.3">
                      <p:embed/>
                      <p:pic>
                        <p:nvPicPr>
                          <p:cNvPr id="0" name="图片 334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202" y="2251"/>
                            <a:ext cx="788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990" name="对象 1289225"/>
              <p:cNvGraphicFramePr/>
              <p:nvPr/>
            </p:nvGraphicFramePr>
            <p:xfrm>
              <a:off x="2426" y="2244"/>
              <a:ext cx="549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49" name="" r:id="rId3" imgW="862965" imgH="431800" progId="Equation.3">
                      <p:embed/>
                    </p:oleObj>
                  </mc:Choice>
                  <mc:Fallback>
                    <p:oleObj name="" r:id="rId3" imgW="862965" imgH="431800" progId="Equation.3">
                      <p:embed/>
                      <p:pic>
                        <p:nvPicPr>
                          <p:cNvPr id="0" name="图片 334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426" y="2244"/>
                            <a:ext cx="549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991" name="对象 1289226"/>
              <p:cNvGraphicFramePr/>
              <p:nvPr/>
            </p:nvGraphicFramePr>
            <p:xfrm>
              <a:off x="3107" y="2282"/>
              <a:ext cx="73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40" name="" r:id="rId5" imgW="1167765" imgH="393700" progId="Equation.3">
                      <p:embed/>
                    </p:oleObj>
                  </mc:Choice>
                  <mc:Fallback>
                    <p:oleObj name="" r:id="rId5" imgW="1167765" imgH="393700" progId="Equation.3">
                      <p:embed/>
                      <p:pic>
                        <p:nvPicPr>
                          <p:cNvPr id="0" name="图片 3339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107" y="2282"/>
                            <a:ext cx="732" cy="2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992" name="对象 1289227"/>
              <p:cNvGraphicFramePr/>
              <p:nvPr/>
            </p:nvGraphicFramePr>
            <p:xfrm>
              <a:off x="3923" y="2251"/>
              <a:ext cx="83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42" name="" r:id="rId7" imgW="1332865" imgH="431800" progId="Equation.3">
                      <p:embed/>
                    </p:oleObj>
                  </mc:Choice>
                  <mc:Fallback>
                    <p:oleObj name="" r:id="rId7" imgW="1332865" imgH="431800" progId="Equation.3">
                      <p:embed/>
                      <p:pic>
                        <p:nvPicPr>
                          <p:cNvPr id="0" name="图片 3341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923" y="2251"/>
                            <a:ext cx="83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993" name="对象 1289228"/>
              <p:cNvGraphicFramePr/>
              <p:nvPr/>
            </p:nvGraphicFramePr>
            <p:xfrm>
              <a:off x="5000" y="2274"/>
              <a:ext cx="420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65" name="" r:id="rId9" imgW="659765" imgH="317500" progId="Equation.3">
                      <p:embed/>
                    </p:oleObj>
                  </mc:Choice>
                  <mc:Fallback>
                    <p:oleObj name="" r:id="rId9" imgW="659765" imgH="317500" progId="Equation.3">
                      <p:embed/>
                      <p:pic>
                        <p:nvPicPr>
                          <p:cNvPr id="0" name="图片 3364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5000" y="2274"/>
                            <a:ext cx="420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994" name="组合 1289229"/>
            <p:cNvGrpSpPr/>
            <p:nvPr/>
          </p:nvGrpSpPr>
          <p:grpSpPr>
            <a:xfrm>
              <a:off x="528" y="1026"/>
              <a:ext cx="5080" cy="327"/>
              <a:chOff x="463" y="935"/>
              <a:chExt cx="5080" cy="327"/>
            </a:xfrm>
          </p:grpSpPr>
          <p:sp>
            <p:nvSpPr>
              <p:cNvPr id="41995" name="文本框 1289230"/>
              <p:cNvSpPr txBox="1"/>
              <p:nvPr/>
            </p:nvSpPr>
            <p:spPr>
              <a:xfrm>
                <a:off x="463" y="935"/>
                <a:ext cx="508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2)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对每个         ，用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1996" name="对象 1289231"/>
              <p:cNvGraphicFramePr/>
              <p:nvPr/>
            </p:nvGraphicFramePr>
            <p:xfrm>
              <a:off x="1609" y="961"/>
              <a:ext cx="532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63" name="" r:id="rId11" imgW="838200" imgH="457200" progId="Equation.3">
                      <p:embed/>
                    </p:oleObj>
                  </mc:Choice>
                  <mc:Fallback>
                    <p:oleObj name="" r:id="rId11" imgW="838200" imgH="457200" progId="Equation.3">
                      <p:embed/>
                      <p:pic>
                        <p:nvPicPr>
                          <p:cNvPr id="0" name="图片 3362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609" y="961"/>
                            <a:ext cx="532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997" name="对象 1289232"/>
              <p:cNvGraphicFramePr/>
              <p:nvPr/>
            </p:nvGraphicFramePr>
            <p:xfrm>
              <a:off x="2816" y="972"/>
              <a:ext cx="2237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59" name="" r:id="rId13" imgW="3542030" imgH="431800" progId="Equation.3">
                      <p:embed/>
                    </p:oleObj>
                  </mc:Choice>
                  <mc:Fallback>
                    <p:oleObj name="" r:id="rId13" imgW="3542030" imgH="431800" progId="Equation.3">
                      <p:embed/>
                      <p:pic>
                        <p:nvPicPr>
                          <p:cNvPr id="0" name="图片 3358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816" y="972"/>
                            <a:ext cx="2237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998" name="组合 1289233"/>
            <p:cNvGrpSpPr/>
            <p:nvPr/>
          </p:nvGrpSpPr>
          <p:grpSpPr>
            <a:xfrm>
              <a:off x="450" y="1363"/>
              <a:ext cx="5126" cy="434"/>
              <a:chOff x="385" y="2931"/>
              <a:chExt cx="5126" cy="434"/>
            </a:xfrm>
          </p:grpSpPr>
          <p:sp>
            <p:nvSpPr>
              <p:cNvPr id="41999" name="文本框 1289234"/>
              <p:cNvSpPr txBox="1"/>
              <p:nvPr/>
            </p:nvSpPr>
            <p:spPr>
              <a:xfrm>
                <a:off x="385" y="2931"/>
                <a:ext cx="512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代替       ，计算               ，并把达到这个最小值的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2000" name="对象 1289235"/>
              <p:cNvGraphicFramePr/>
              <p:nvPr/>
            </p:nvGraphicFramePr>
            <p:xfrm>
              <a:off x="930" y="2998"/>
              <a:ext cx="353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60" name="" r:id="rId15" imgW="558800" imgH="393700" progId="Equation.3">
                      <p:embed/>
                    </p:oleObj>
                  </mc:Choice>
                  <mc:Fallback>
                    <p:oleObj name="" r:id="rId15" imgW="558800" imgH="393700" progId="Equation.3">
                      <p:embed/>
                      <p:pic>
                        <p:nvPicPr>
                          <p:cNvPr id="0" name="图片 3359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930" y="2998"/>
                            <a:ext cx="353" cy="2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01" name="对象 1289236"/>
              <p:cNvGraphicFramePr/>
              <p:nvPr/>
            </p:nvGraphicFramePr>
            <p:xfrm>
              <a:off x="2064" y="2953"/>
              <a:ext cx="892" cy="4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64" name="" r:id="rId17" imgW="1409700" imgH="647700" progId="Equation.3">
                      <p:embed/>
                    </p:oleObj>
                  </mc:Choice>
                  <mc:Fallback>
                    <p:oleObj name="" r:id="rId17" imgW="1409700" imgH="647700" progId="Equation.3">
                      <p:embed/>
                      <p:pic>
                        <p:nvPicPr>
                          <p:cNvPr id="0" name="图片 3363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2064" y="2953"/>
                            <a:ext cx="892" cy="4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002" name="组合 1289237"/>
            <p:cNvGrpSpPr/>
            <p:nvPr/>
          </p:nvGrpSpPr>
          <p:grpSpPr>
            <a:xfrm>
              <a:off x="489" y="1743"/>
              <a:ext cx="5035" cy="327"/>
              <a:chOff x="424" y="2976"/>
              <a:chExt cx="5035" cy="327"/>
            </a:xfrm>
          </p:grpSpPr>
          <p:sp>
            <p:nvSpPr>
              <p:cNvPr id="42003" name="文本框 1289238"/>
              <p:cNvSpPr txBox="1"/>
              <p:nvPr/>
            </p:nvSpPr>
            <p:spPr>
              <a:xfrm>
                <a:off x="424" y="2976"/>
                <a:ext cx="503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一个顶点记为     ，置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2004" name="对象 1289239"/>
              <p:cNvGraphicFramePr/>
              <p:nvPr/>
            </p:nvGraphicFramePr>
            <p:xfrm>
              <a:off x="1862" y="3003"/>
              <a:ext cx="33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61" name="" r:id="rId19" imgW="533400" imgH="431800" progId="Equation.3">
                      <p:embed/>
                    </p:oleObj>
                  </mc:Choice>
                  <mc:Fallback>
                    <p:oleObj name="" r:id="rId19" imgW="533400" imgH="431800" progId="Equation.3">
                      <p:embed/>
                      <p:pic>
                        <p:nvPicPr>
                          <p:cNvPr id="0" name="图片 3360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1862" y="3003"/>
                            <a:ext cx="33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05" name="对象 1289240"/>
              <p:cNvGraphicFramePr/>
              <p:nvPr/>
            </p:nvGraphicFramePr>
            <p:xfrm>
              <a:off x="2601" y="3009"/>
              <a:ext cx="1565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62" name="" r:id="rId21" imgW="2475230" imgH="431800" progId="Equation.3">
                      <p:embed/>
                    </p:oleObj>
                  </mc:Choice>
                  <mc:Fallback>
                    <p:oleObj name="" r:id="rId21" imgW="2475230" imgH="431800" progId="Equation.3">
                      <p:embed/>
                      <p:pic>
                        <p:nvPicPr>
                          <p:cNvPr id="0" name="图片 3361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601" y="3009"/>
                            <a:ext cx="1565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006" name="组合 1289241"/>
            <p:cNvGrpSpPr/>
            <p:nvPr/>
          </p:nvGrpSpPr>
          <p:grpSpPr>
            <a:xfrm>
              <a:off x="541" y="1979"/>
              <a:ext cx="5125" cy="327"/>
              <a:chOff x="476" y="3294"/>
              <a:chExt cx="5125" cy="327"/>
            </a:xfrm>
          </p:grpSpPr>
          <p:sp>
            <p:nvSpPr>
              <p:cNvPr id="42007" name="文本框 1289242"/>
              <p:cNvSpPr txBox="1"/>
              <p:nvPr/>
            </p:nvSpPr>
            <p:spPr>
              <a:xfrm>
                <a:off x="476" y="3294"/>
                <a:ext cx="512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 marL="342900" indent="-342900"/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3)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</a:rPr>
                  <a:t> 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若            ，则停止；若            ，则用 </a:t>
                </a: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i+1 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代</a:t>
                </a:r>
                <a:endParaRPr lang="zh-CN" altLang="en-US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2008" name="对象 1289243"/>
              <p:cNvGraphicFramePr/>
              <p:nvPr/>
            </p:nvGraphicFramePr>
            <p:xfrm>
              <a:off x="1237" y="3359"/>
              <a:ext cx="700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56" name="" r:id="rId23" imgW="1103630" imgH="317500" progId="Equation.3">
                      <p:embed/>
                    </p:oleObj>
                  </mc:Choice>
                  <mc:Fallback>
                    <p:oleObj name="" r:id="rId23" imgW="1103630" imgH="317500" progId="Equation.3">
                      <p:embed/>
                      <p:pic>
                        <p:nvPicPr>
                          <p:cNvPr id="0" name="图片 3355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1237" y="3359"/>
                            <a:ext cx="700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09" name="对象 1289244"/>
              <p:cNvGraphicFramePr/>
              <p:nvPr/>
            </p:nvGraphicFramePr>
            <p:xfrm>
              <a:off x="3311" y="3354"/>
              <a:ext cx="700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57" name="" r:id="rId25" imgW="1103630" imgH="317500" progId="Equation.3">
                      <p:embed/>
                    </p:oleObj>
                  </mc:Choice>
                  <mc:Fallback>
                    <p:oleObj name="" r:id="rId25" imgW="1103630" imgH="317500" progId="Equation.3">
                      <p:embed/>
                      <p:pic>
                        <p:nvPicPr>
                          <p:cNvPr id="0" name="图片 3356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3311" y="3354"/>
                            <a:ext cx="700" cy="2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2010" name="文本框 1289245"/>
            <p:cNvSpPr txBox="1"/>
            <p:nvPr/>
          </p:nvSpPr>
          <p:spPr>
            <a:xfrm>
              <a:off x="496" y="2251"/>
              <a:ext cx="34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替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，并转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2)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42011" name="图片 1289246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59" y="2523"/>
              <a:ext cx="1815" cy="172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1289247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174" y="2556"/>
              <a:ext cx="1814" cy="167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13" name="矩形 1289248"/>
            <p:cNvSpPr/>
            <p:nvPr/>
          </p:nvSpPr>
          <p:spPr>
            <a:xfrm>
              <a:off x="65" y="2098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2014" name="对象 1289249"/>
            <p:cNvGraphicFramePr/>
            <p:nvPr/>
          </p:nvGraphicFramePr>
          <p:xfrm>
            <a:off x="2537" y="2296"/>
            <a:ext cx="286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6" name="" r:id="rId29" imgW="4546600" imgH="482600" progId="Equation.3">
                    <p:embed/>
                  </p:oleObj>
                </mc:Choice>
                <mc:Fallback>
                  <p:oleObj name="" r:id="rId29" imgW="4546600" imgH="482600" progId="Equation.3">
                    <p:embed/>
                    <p:pic>
                      <p:nvPicPr>
                        <p:cNvPr id="0" name="图片 3365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537" y="2296"/>
                          <a:ext cx="2862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5" name="矩形 1289250"/>
            <p:cNvSpPr/>
            <p:nvPr/>
          </p:nvSpPr>
          <p:spPr>
            <a:xfrm>
              <a:off x="65" y="2107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6" name="矩形 1289251"/>
            <p:cNvSpPr/>
            <p:nvPr/>
          </p:nvSpPr>
          <p:spPr>
            <a:xfrm>
              <a:off x="65" y="2119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7" name="矩形 1289252"/>
            <p:cNvSpPr/>
            <p:nvPr/>
          </p:nvSpPr>
          <p:spPr>
            <a:xfrm>
              <a:off x="65" y="2119"/>
              <a:ext cx="576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018" name="矩形 1289253"/>
          <p:cNvSpPr/>
          <p:nvPr/>
        </p:nvSpPr>
        <p:spPr>
          <a:xfrm>
            <a:off x="107950" y="31480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2019" name="对象 1289254"/>
          <p:cNvGraphicFramePr/>
          <p:nvPr/>
        </p:nvGraphicFramePr>
        <p:xfrm>
          <a:off x="6407150" y="3860800"/>
          <a:ext cx="9366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5" name="" r:id="rId31" imgW="1155700" imgH="419100" progId="Equation.3">
                  <p:embed/>
                </p:oleObj>
              </mc:Choice>
              <mc:Fallback>
                <p:oleObj name="" r:id="rId31" imgW="1155700" imgH="419100" progId="Equation.3">
                  <p:embed/>
                  <p:pic>
                    <p:nvPicPr>
                      <p:cNvPr id="0" name="图片 335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407150" y="3860800"/>
                        <a:ext cx="936625" cy="341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0" name="矩形 1289255"/>
          <p:cNvSpPr/>
          <p:nvPr/>
        </p:nvSpPr>
        <p:spPr>
          <a:xfrm>
            <a:off x="-36512" y="30035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2021" name="对象 1289256"/>
          <p:cNvGraphicFramePr/>
          <p:nvPr/>
        </p:nvGraphicFramePr>
        <p:xfrm>
          <a:off x="7559675" y="3870325"/>
          <a:ext cx="107156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3" name="" r:id="rId33" imgW="1282700" imgH="419100" progId="Equation.3">
                  <p:embed/>
                </p:oleObj>
              </mc:Choice>
              <mc:Fallback>
                <p:oleObj name="" r:id="rId33" imgW="1282700" imgH="419100" progId="Equation.3">
                  <p:embed/>
                  <p:pic>
                    <p:nvPicPr>
                      <p:cNvPr id="0" name="图片 3352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559675" y="3870325"/>
                        <a:ext cx="1071563" cy="34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2" name="矩形 1289257"/>
          <p:cNvSpPr/>
          <p:nvPr/>
        </p:nvSpPr>
        <p:spPr>
          <a:xfrm>
            <a:off x="-36512" y="2998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2023" name="对象 1289258"/>
          <p:cNvGraphicFramePr/>
          <p:nvPr/>
        </p:nvGraphicFramePr>
        <p:xfrm>
          <a:off x="6407150" y="4346575"/>
          <a:ext cx="1081088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" name="" r:id="rId35" imgW="1333500" imgH="431800" progId="Equation.3">
                  <p:embed/>
                </p:oleObj>
              </mc:Choice>
              <mc:Fallback>
                <p:oleObj name="" r:id="rId35" imgW="1333500" imgH="431800" progId="Equation.3">
                  <p:embed/>
                  <p:pic>
                    <p:nvPicPr>
                      <p:cNvPr id="0" name="图片 3357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407150" y="4346575"/>
                        <a:ext cx="1081088" cy="34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4" name="矩形 1289259"/>
          <p:cNvSpPr/>
          <p:nvPr/>
        </p:nvSpPr>
        <p:spPr>
          <a:xfrm>
            <a:off x="-36512" y="2998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2025" name="对象 1289260"/>
          <p:cNvGraphicFramePr/>
          <p:nvPr/>
        </p:nvGraphicFramePr>
        <p:xfrm>
          <a:off x="7559675" y="4324350"/>
          <a:ext cx="11271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7" name="" r:id="rId37" imgW="1269365" imgH="419100" progId="Equation.3">
                  <p:embed/>
                </p:oleObj>
              </mc:Choice>
              <mc:Fallback>
                <p:oleObj name="" r:id="rId37" imgW="1269365" imgH="419100" progId="Equation.3">
                  <p:embed/>
                  <p:pic>
                    <p:nvPicPr>
                      <p:cNvPr id="0" name="图片 3366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559675" y="4324350"/>
                        <a:ext cx="1127125" cy="369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6" name="矩形 1289261"/>
          <p:cNvSpPr/>
          <p:nvPr/>
        </p:nvSpPr>
        <p:spPr>
          <a:xfrm>
            <a:off x="-36512" y="2998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2027" name="对象 1289262"/>
          <p:cNvGraphicFramePr/>
          <p:nvPr/>
        </p:nvGraphicFramePr>
        <p:xfrm>
          <a:off x="6370638" y="4743450"/>
          <a:ext cx="118903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4" name="" r:id="rId39" imgW="1332865" imgH="431800" progId="Equation.3">
                  <p:embed/>
                </p:oleObj>
              </mc:Choice>
              <mc:Fallback>
                <p:oleObj name="" r:id="rId39" imgW="1332865" imgH="431800" progId="Equation.3">
                  <p:embed/>
                  <p:pic>
                    <p:nvPicPr>
                      <p:cNvPr id="0" name="图片 3353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370638" y="4743450"/>
                        <a:ext cx="1189037" cy="382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8" name="矩形 1289263"/>
          <p:cNvSpPr/>
          <p:nvPr/>
        </p:nvSpPr>
        <p:spPr>
          <a:xfrm>
            <a:off x="-36512" y="2998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2029" name="对象 1289264"/>
          <p:cNvGraphicFramePr/>
          <p:nvPr/>
        </p:nvGraphicFramePr>
        <p:xfrm>
          <a:off x="7559675" y="4765675"/>
          <a:ext cx="111283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" name="" r:id="rId41" imgW="1256665" imgH="431800" progId="Equation.3">
                  <p:embed/>
                </p:oleObj>
              </mc:Choice>
              <mc:Fallback>
                <p:oleObj name="" r:id="rId41" imgW="1256665" imgH="431800" progId="Equation.3">
                  <p:embed/>
                  <p:pic>
                    <p:nvPicPr>
                      <p:cNvPr id="0" name="图片 338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559675" y="4765675"/>
                        <a:ext cx="1112838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0" name="矩形 1289265"/>
          <p:cNvSpPr/>
          <p:nvPr/>
        </p:nvSpPr>
        <p:spPr>
          <a:xfrm>
            <a:off x="-36512" y="2998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89268" name="内容占位符 1289267"/>
          <p:cNvGraphicFramePr>
            <a:graphicFrameLocks noGrp="1"/>
          </p:cNvGraphicFramePr>
          <p:nvPr>
            <p:ph/>
          </p:nvPr>
        </p:nvGraphicFramePr>
        <p:xfrm>
          <a:off x="6623050" y="5516563"/>
          <a:ext cx="1944688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" name="" r:id="rId43" imgW="2438400" imgH="647700" progId="Equation.3">
                  <p:embed/>
                </p:oleObj>
              </mc:Choice>
              <mc:Fallback>
                <p:oleObj name="" r:id="rId43" imgW="2438400" imgH="647700" progId="Equation.3">
                  <p:embed/>
                  <p:pic>
                    <p:nvPicPr>
                      <p:cNvPr id="0" name="图片 3379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623050" y="5516563"/>
                        <a:ext cx="1944688" cy="515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89270" name="图片 1289269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563938" y="3933825"/>
            <a:ext cx="2774950" cy="2613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033" name="矩形 1289286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2034" name="对象 1289285"/>
          <p:cNvGraphicFramePr/>
          <p:nvPr/>
        </p:nvGraphicFramePr>
        <p:xfrm>
          <a:off x="6372225" y="5172075"/>
          <a:ext cx="1008063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" name="" r:id="rId46" imgW="1257300" imgH="431800" progId="Equation.3">
                  <p:embed/>
                </p:oleObj>
              </mc:Choice>
              <mc:Fallback>
                <p:oleObj name="" r:id="rId46" imgW="1257300" imgH="431800" progId="Equation.3">
                  <p:embed/>
                  <p:pic>
                    <p:nvPicPr>
                      <p:cNvPr id="0" name="图片 3383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6372225" y="5172075"/>
                        <a:ext cx="1008063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文本框 1291268"/>
          <p:cNvSpPr txBox="1"/>
          <p:nvPr/>
        </p:nvSpPr>
        <p:spPr>
          <a:xfrm>
            <a:off x="750888" y="476250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Dijkstra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算法</a:t>
            </a:r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到其余顶点的最短路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3010" name="组合 1291269"/>
          <p:cNvGrpSpPr/>
          <p:nvPr/>
        </p:nvGrpSpPr>
        <p:grpSpPr>
          <a:xfrm>
            <a:off x="534988" y="965200"/>
            <a:ext cx="8281987" cy="519113"/>
            <a:chOff x="385" y="2205"/>
            <a:chExt cx="5217" cy="327"/>
          </a:xfrm>
        </p:grpSpPr>
        <p:sp>
          <p:nvSpPr>
            <p:cNvPr id="43011" name="文本框 1291270"/>
            <p:cNvSpPr txBox="1"/>
            <p:nvPr/>
          </p:nvSpPr>
          <p:spPr>
            <a:xfrm>
              <a:off x="385" y="2205"/>
              <a:ext cx="52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置             ，对         ，          ，           且      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012" name="对象 1291271"/>
            <p:cNvGraphicFramePr/>
            <p:nvPr/>
          </p:nvGraphicFramePr>
          <p:xfrm>
            <a:off x="1202" y="2251"/>
            <a:ext cx="7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7" name="" r:id="rId1" imgW="1256665" imgH="431800" progId="Equation.3">
                    <p:embed/>
                  </p:oleObj>
                </mc:Choice>
                <mc:Fallback>
                  <p:oleObj name="" r:id="rId1" imgW="1256665" imgH="431800" progId="Equation.3">
                    <p:embed/>
                    <p:pic>
                      <p:nvPicPr>
                        <p:cNvPr id="0" name="图片 33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02" y="2251"/>
                          <a:ext cx="78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3" name="对象 1291272"/>
            <p:cNvGraphicFramePr/>
            <p:nvPr/>
          </p:nvGraphicFramePr>
          <p:xfrm>
            <a:off x="2426" y="2244"/>
            <a:ext cx="54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8" name="" r:id="rId3" imgW="862965" imgH="431800" progId="Equation.3">
                    <p:embed/>
                  </p:oleObj>
                </mc:Choice>
                <mc:Fallback>
                  <p:oleObj name="" r:id="rId3" imgW="862965" imgH="431800" progId="Equation.3">
                    <p:embed/>
                    <p:pic>
                      <p:nvPicPr>
                        <p:cNvPr id="0" name="图片 33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26" y="2244"/>
                          <a:ext cx="549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4" name="对象 1291273"/>
            <p:cNvGraphicFramePr/>
            <p:nvPr/>
          </p:nvGraphicFramePr>
          <p:xfrm>
            <a:off x="3107" y="2282"/>
            <a:ext cx="732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9" name="" r:id="rId5" imgW="1167765" imgH="393700" progId="Equation.3">
                    <p:embed/>
                  </p:oleObj>
                </mc:Choice>
                <mc:Fallback>
                  <p:oleObj name="" r:id="rId5" imgW="1167765" imgH="393700" progId="Equation.3">
                    <p:embed/>
                    <p:pic>
                      <p:nvPicPr>
                        <p:cNvPr id="0" name="图片 337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07" y="2282"/>
                          <a:ext cx="732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5" name="对象 1291274"/>
            <p:cNvGraphicFramePr/>
            <p:nvPr/>
          </p:nvGraphicFramePr>
          <p:xfrm>
            <a:off x="3923" y="2251"/>
            <a:ext cx="8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5" name="" r:id="rId7" imgW="1332865" imgH="431800" progId="Equation.3">
                    <p:embed/>
                  </p:oleObj>
                </mc:Choice>
                <mc:Fallback>
                  <p:oleObj name="" r:id="rId7" imgW="1332865" imgH="431800" progId="Equation.3">
                    <p:embed/>
                    <p:pic>
                      <p:nvPicPr>
                        <p:cNvPr id="0" name="图片 337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23" y="2251"/>
                          <a:ext cx="83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6" name="对象 1291275"/>
            <p:cNvGraphicFramePr/>
            <p:nvPr/>
          </p:nvGraphicFramePr>
          <p:xfrm>
            <a:off x="5000" y="2274"/>
            <a:ext cx="42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6" name="" r:id="rId9" imgW="659765" imgH="317500" progId="Equation.3">
                    <p:embed/>
                  </p:oleObj>
                </mc:Choice>
                <mc:Fallback>
                  <p:oleObj name="" r:id="rId9" imgW="659765" imgH="317500" progId="Equation.3">
                    <p:embed/>
                    <p:pic>
                      <p:nvPicPr>
                        <p:cNvPr id="0" name="图片 337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00" y="2274"/>
                          <a:ext cx="420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17" name="组合 1291276"/>
          <p:cNvGrpSpPr/>
          <p:nvPr/>
        </p:nvGrpSpPr>
        <p:grpSpPr>
          <a:xfrm>
            <a:off x="730250" y="1484313"/>
            <a:ext cx="8064500" cy="519112"/>
            <a:chOff x="463" y="935"/>
            <a:chExt cx="5080" cy="327"/>
          </a:xfrm>
        </p:grpSpPr>
        <p:sp>
          <p:nvSpPr>
            <p:cNvPr id="43018" name="文本框 1291277"/>
            <p:cNvSpPr txBox="1"/>
            <p:nvPr/>
          </p:nvSpPr>
          <p:spPr>
            <a:xfrm>
              <a:off x="463" y="935"/>
              <a:ext cx="50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对每个         ，用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019" name="对象 1291278"/>
            <p:cNvGraphicFramePr/>
            <p:nvPr/>
          </p:nvGraphicFramePr>
          <p:xfrm>
            <a:off x="1609" y="961"/>
            <a:ext cx="53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" name="" r:id="rId11" imgW="838200" imgH="457200" progId="Equation.3">
                    <p:embed/>
                  </p:oleObj>
                </mc:Choice>
                <mc:Fallback>
                  <p:oleObj name="" r:id="rId11" imgW="838200" imgH="457200" progId="Equation.3">
                    <p:embed/>
                    <p:pic>
                      <p:nvPicPr>
                        <p:cNvPr id="0" name="图片 338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09" y="961"/>
                          <a:ext cx="532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0" name="对象 1291279"/>
            <p:cNvGraphicFramePr/>
            <p:nvPr/>
          </p:nvGraphicFramePr>
          <p:xfrm>
            <a:off x="2816" y="972"/>
            <a:ext cx="223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" name="" r:id="rId13" imgW="3542030" imgH="431800" progId="Equation.3">
                    <p:embed/>
                  </p:oleObj>
                </mc:Choice>
                <mc:Fallback>
                  <p:oleObj name="" r:id="rId13" imgW="3542030" imgH="431800" progId="Equation.3">
                    <p:embed/>
                    <p:pic>
                      <p:nvPicPr>
                        <p:cNvPr id="0" name="图片 338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16" y="972"/>
                          <a:ext cx="2237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21" name="组合 1291280"/>
          <p:cNvGrpSpPr/>
          <p:nvPr/>
        </p:nvGrpSpPr>
        <p:grpSpPr>
          <a:xfrm>
            <a:off x="606425" y="2019300"/>
            <a:ext cx="8137525" cy="688975"/>
            <a:chOff x="385" y="2931"/>
            <a:chExt cx="5126" cy="434"/>
          </a:xfrm>
        </p:grpSpPr>
        <p:sp>
          <p:nvSpPr>
            <p:cNvPr id="43022" name="文本框 1291281"/>
            <p:cNvSpPr txBox="1"/>
            <p:nvPr/>
          </p:nvSpPr>
          <p:spPr>
            <a:xfrm>
              <a:off x="385" y="2931"/>
              <a:ext cx="51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代替       ，计算               ，并把达到这个最小值的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023" name="对象 1291282"/>
            <p:cNvGraphicFramePr/>
            <p:nvPr/>
          </p:nvGraphicFramePr>
          <p:xfrm>
            <a:off x="930" y="2998"/>
            <a:ext cx="35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3" name="" r:id="rId15" imgW="558800" imgH="393700" progId="Equation.3">
                    <p:embed/>
                  </p:oleObj>
                </mc:Choice>
                <mc:Fallback>
                  <p:oleObj name="" r:id="rId15" imgW="558800" imgH="393700" progId="Equation.3">
                    <p:embed/>
                    <p:pic>
                      <p:nvPicPr>
                        <p:cNvPr id="0" name="图片 337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30" y="2998"/>
                          <a:ext cx="353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4" name="对象 1291283"/>
            <p:cNvGraphicFramePr/>
            <p:nvPr/>
          </p:nvGraphicFramePr>
          <p:xfrm>
            <a:off x="2064" y="2953"/>
            <a:ext cx="892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2" name="" r:id="rId17" imgW="1409700" imgH="647700" progId="Equation.3">
                    <p:embed/>
                  </p:oleObj>
                </mc:Choice>
                <mc:Fallback>
                  <p:oleObj name="" r:id="rId17" imgW="1409700" imgH="647700" progId="Equation.3">
                    <p:embed/>
                    <p:pic>
                      <p:nvPicPr>
                        <p:cNvPr id="0" name="图片 3371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64" y="2953"/>
                          <a:ext cx="892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25" name="组合 1291284"/>
          <p:cNvGrpSpPr/>
          <p:nvPr/>
        </p:nvGrpSpPr>
        <p:grpSpPr>
          <a:xfrm>
            <a:off x="668338" y="2622550"/>
            <a:ext cx="7993062" cy="519113"/>
            <a:chOff x="424" y="2976"/>
            <a:chExt cx="5035" cy="327"/>
          </a:xfrm>
        </p:grpSpPr>
        <p:sp>
          <p:nvSpPr>
            <p:cNvPr id="43026" name="文本框 1291285"/>
            <p:cNvSpPr txBox="1"/>
            <p:nvPr/>
          </p:nvSpPr>
          <p:spPr>
            <a:xfrm>
              <a:off x="424" y="2976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一个顶点记为     ，置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027" name="对象 1291286"/>
            <p:cNvGraphicFramePr/>
            <p:nvPr/>
          </p:nvGraphicFramePr>
          <p:xfrm>
            <a:off x="1862" y="3003"/>
            <a:ext cx="33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8" name="" r:id="rId19" imgW="533400" imgH="431800" progId="Equation.3">
                    <p:embed/>
                  </p:oleObj>
                </mc:Choice>
                <mc:Fallback>
                  <p:oleObj name="" r:id="rId19" imgW="533400" imgH="431800" progId="Equation.3">
                    <p:embed/>
                    <p:pic>
                      <p:nvPicPr>
                        <p:cNvPr id="0" name="图片 336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62" y="3003"/>
                          <a:ext cx="33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8" name="对象 1291287"/>
            <p:cNvGraphicFramePr/>
            <p:nvPr/>
          </p:nvGraphicFramePr>
          <p:xfrm>
            <a:off x="2601" y="3009"/>
            <a:ext cx="156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9" name="" r:id="rId21" imgW="2475230" imgH="431800" progId="Equation.3">
                    <p:embed/>
                  </p:oleObj>
                </mc:Choice>
                <mc:Fallback>
                  <p:oleObj name="" r:id="rId21" imgW="2475230" imgH="431800" progId="Equation.3">
                    <p:embed/>
                    <p:pic>
                      <p:nvPicPr>
                        <p:cNvPr id="0" name="图片 3368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601" y="3009"/>
                          <a:ext cx="1565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29" name="组合 1291288"/>
          <p:cNvGrpSpPr/>
          <p:nvPr/>
        </p:nvGrpSpPr>
        <p:grpSpPr>
          <a:xfrm>
            <a:off x="750888" y="2997200"/>
            <a:ext cx="8135937" cy="519113"/>
            <a:chOff x="476" y="3294"/>
            <a:chExt cx="5125" cy="327"/>
          </a:xfrm>
        </p:grpSpPr>
        <p:sp>
          <p:nvSpPr>
            <p:cNvPr id="43030" name="文本框 1291289"/>
            <p:cNvSpPr txBox="1"/>
            <p:nvPr/>
          </p:nvSpPr>
          <p:spPr>
            <a:xfrm>
              <a:off x="476" y="3294"/>
              <a:ext cx="51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marL="342900" indent="-342900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若            ，则停止；若            ，则用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i+1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代</a:t>
              </a:r>
              <a:endParaRPr lang="zh-CN" altLang="en-US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031" name="对象 1291290"/>
            <p:cNvGraphicFramePr/>
            <p:nvPr/>
          </p:nvGraphicFramePr>
          <p:xfrm>
            <a:off x="1237" y="3359"/>
            <a:ext cx="70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0" name="" r:id="rId23" imgW="1103630" imgH="317500" progId="Equation.3">
                    <p:embed/>
                  </p:oleObj>
                </mc:Choice>
                <mc:Fallback>
                  <p:oleObj name="" r:id="rId23" imgW="1103630" imgH="317500" progId="Equation.3">
                    <p:embed/>
                    <p:pic>
                      <p:nvPicPr>
                        <p:cNvPr id="0" name="图片 336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237" y="3359"/>
                          <a:ext cx="700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2" name="对象 1291291"/>
            <p:cNvGraphicFramePr/>
            <p:nvPr/>
          </p:nvGraphicFramePr>
          <p:xfrm>
            <a:off x="3311" y="3354"/>
            <a:ext cx="700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1" name="" r:id="rId25" imgW="1103630" imgH="317500" progId="Equation.3">
                    <p:embed/>
                  </p:oleObj>
                </mc:Choice>
                <mc:Fallback>
                  <p:oleObj name="" r:id="rId25" imgW="1103630" imgH="317500" progId="Equation.3">
                    <p:embed/>
                    <p:pic>
                      <p:nvPicPr>
                        <p:cNvPr id="0" name="图片 3370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311" y="3354"/>
                          <a:ext cx="700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33" name="文本框 1291292"/>
          <p:cNvSpPr txBox="1"/>
          <p:nvPr/>
        </p:nvSpPr>
        <p:spPr>
          <a:xfrm>
            <a:off x="679450" y="3429000"/>
            <a:ext cx="55435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替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，并转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2)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3034" name="图片 129129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1963" y="3860800"/>
            <a:ext cx="2881312" cy="273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35" name="矩形 1291295"/>
          <p:cNvSpPr/>
          <p:nvPr/>
        </p:nvSpPr>
        <p:spPr>
          <a:xfrm>
            <a:off x="-4762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91297" name="对象 1291296"/>
          <p:cNvGraphicFramePr/>
          <p:nvPr/>
        </p:nvGraphicFramePr>
        <p:xfrm>
          <a:off x="2813050" y="3427413"/>
          <a:ext cx="16875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" name="" r:id="rId28" imgW="1688465" imgH="431800" progId="Equation.3">
                  <p:embed/>
                </p:oleObj>
              </mc:Choice>
              <mc:Fallback>
                <p:oleObj name="" r:id="rId28" imgW="1688465" imgH="431800" progId="Equation.3">
                  <p:embed/>
                  <p:pic>
                    <p:nvPicPr>
                      <p:cNvPr id="0" name="图片 3373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813050" y="3427413"/>
                        <a:ext cx="1687513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7" name="矩形 1291297"/>
          <p:cNvSpPr/>
          <p:nvPr/>
        </p:nvSpPr>
        <p:spPr>
          <a:xfrm>
            <a:off x="-4762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38" name="矩形 1291298"/>
          <p:cNvSpPr/>
          <p:nvPr/>
        </p:nvSpPr>
        <p:spPr>
          <a:xfrm>
            <a:off x="-4762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39" name="矩形 1291299"/>
          <p:cNvSpPr/>
          <p:nvPr/>
        </p:nvSpPr>
        <p:spPr>
          <a:xfrm>
            <a:off x="-4762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40" name="矩形 1291300"/>
          <p:cNvSpPr/>
          <p:nvPr/>
        </p:nvSpPr>
        <p:spPr>
          <a:xfrm>
            <a:off x="36513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41" name="矩形 1291302"/>
          <p:cNvSpPr/>
          <p:nvPr/>
        </p:nvSpPr>
        <p:spPr>
          <a:xfrm>
            <a:off x="-107950" y="3074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42" name="矩形 1291304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43" name="矩形 1291306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44" name="矩形 1291308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45" name="矩形 1291310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46" name="矩形 1291312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91321" name="组合 1291320"/>
          <p:cNvGrpSpPr/>
          <p:nvPr/>
        </p:nvGrpSpPr>
        <p:grpSpPr>
          <a:xfrm>
            <a:off x="4787900" y="3500438"/>
            <a:ext cx="3889375" cy="1171575"/>
            <a:chOff x="3016" y="2205"/>
            <a:chExt cx="2450" cy="738"/>
          </a:xfrm>
        </p:grpSpPr>
        <p:graphicFrame>
          <p:nvGraphicFramePr>
            <p:cNvPr id="43048" name="对象 1291301"/>
            <p:cNvGraphicFramePr/>
            <p:nvPr/>
          </p:nvGraphicFramePr>
          <p:xfrm>
            <a:off x="3016" y="2217"/>
            <a:ext cx="59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2" name="" r:id="rId30" imgW="1155700" imgH="419100" progId="Equation.3">
                    <p:embed/>
                  </p:oleObj>
                </mc:Choice>
                <mc:Fallback>
                  <p:oleObj name="" r:id="rId30" imgW="1155700" imgH="419100" progId="Equation.3">
                    <p:embed/>
                    <p:pic>
                      <p:nvPicPr>
                        <p:cNvPr id="0" name="图片 3391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3016" y="2217"/>
                          <a:ext cx="590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9" name="对象 1291303"/>
            <p:cNvGraphicFramePr/>
            <p:nvPr/>
          </p:nvGraphicFramePr>
          <p:xfrm>
            <a:off x="3702" y="2213"/>
            <a:ext cx="675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8" name="" r:id="rId32" imgW="1282700" imgH="419100" progId="Equation.3">
                    <p:embed/>
                  </p:oleObj>
                </mc:Choice>
                <mc:Fallback>
                  <p:oleObj name="" r:id="rId32" imgW="1282700" imgH="419100" progId="Equation.3">
                    <p:embed/>
                    <p:pic>
                      <p:nvPicPr>
                        <p:cNvPr id="0" name="图片 3387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3702" y="2213"/>
                          <a:ext cx="675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50" name="对象 1291305"/>
            <p:cNvGraphicFramePr/>
            <p:nvPr/>
          </p:nvGraphicFramePr>
          <p:xfrm>
            <a:off x="4649" y="2205"/>
            <a:ext cx="681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6" name="" r:id="rId34" imgW="1333500" imgH="431800" progId="Equation.3">
                    <p:embed/>
                  </p:oleObj>
                </mc:Choice>
                <mc:Fallback>
                  <p:oleObj name="" r:id="rId34" imgW="1333500" imgH="431800" progId="Equation.3">
                    <p:embed/>
                    <p:pic>
                      <p:nvPicPr>
                        <p:cNvPr id="0" name="图片 3395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4649" y="2205"/>
                          <a:ext cx="681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51" name="对象 1291307"/>
            <p:cNvGraphicFramePr/>
            <p:nvPr/>
          </p:nvGraphicFramePr>
          <p:xfrm>
            <a:off x="3924" y="2432"/>
            <a:ext cx="71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6" name="" r:id="rId36" imgW="1269365" imgH="419100" progId="Equation.3">
                    <p:embed/>
                  </p:oleObj>
                </mc:Choice>
                <mc:Fallback>
                  <p:oleObj name="" r:id="rId36" imgW="1269365" imgH="419100" progId="Equation.3">
                    <p:embed/>
                    <p:pic>
                      <p:nvPicPr>
                        <p:cNvPr id="0" name="图片 3385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3924" y="2432"/>
                          <a:ext cx="710" cy="2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52" name="对象 1291309"/>
            <p:cNvGraphicFramePr/>
            <p:nvPr/>
          </p:nvGraphicFramePr>
          <p:xfrm>
            <a:off x="4717" y="2432"/>
            <a:ext cx="749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4" name="" r:id="rId38" imgW="1332865" imgH="431800" progId="Equation.3">
                    <p:embed/>
                  </p:oleObj>
                </mc:Choice>
                <mc:Fallback>
                  <p:oleObj name="" r:id="rId38" imgW="1332865" imgH="431800" progId="Equation.3">
                    <p:embed/>
                    <p:pic>
                      <p:nvPicPr>
                        <p:cNvPr id="0" name="图片 3393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4717" y="2432"/>
                          <a:ext cx="749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53" name="对象 1291311"/>
            <p:cNvGraphicFramePr/>
            <p:nvPr/>
          </p:nvGraphicFramePr>
          <p:xfrm>
            <a:off x="3969" y="2704"/>
            <a:ext cx="701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0" name="" r:id="rId40" imgW="1256665" imgH="431800" progId="Equation.3">
                    <p:embed/>
                  </p:oleObj>
                </mc:Choice>
                <mc:Fallback>
                  <p:oleObj name="" r:id="rId40" imgW="1256665" imgH="431800" progId="Equation.3">
                    <p:embed/>
                    <p:pic>
                      <p:nvPicPr>
                        <p:cNvPr id="0" name="图片 3389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3969" y="2704"/>
                          <a:ext cx="701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54" name="对象 1291313"/>
            <p:cNvGraphicFramePr/>
            <p:nvPr/>
          </p:nvGraphicFramePr>
          <p:xfrm>
            <a:off x="4727" y="2704"/>
            <a:ext cx="694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" name="" r:id="rId42" imgW="1243965" imgH="431800" progId="Equation.3">
                    <p:embed/>
                  </p:oleObj>
                </mc:Choice>
                <mc:Fallback>
                  <p:oleObj name="" r:id="rId42" imgW="1243965" imgH="431800" progId="Equation.3">
                    <p:embed/>
                    <p:pic>
                      <p:nvPicPr>
                        <p:cNvPr id="0" name="图片 3386"/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4727" y="2704"/>
                          <a:ext cx="694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291316" name="图片 1291315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344863" y="3933825"/>
            <a:ext cx="2774950" cy="2662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56" name="矩形 1291317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91317" name="对象 1291316"/>
          <p:cNvGraphicFramePr/>
          <p:nvPr/>
        </p:nvGraphicFramePr>
        <p:xfrm>
          <a:off x="6443663" y="4652963"/>
          <a:ext cx="101441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" name="" r:id="rId45" imgW="1015365" imgH="444500" progId="Equation.3">
                  <p:embed/>
                </p:oleObj>
              </mc:Choice>
              <mc:Fallback>
                <p:oleObj name="" r:id="rId45" imgW="1015365" imgH="444500" progId="Equation.3">
                  <p:embed/>
                  <p:pic>
                    <p:nvPicPr>
                      <p:cNvPr id="0" name="图片 3392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6443663" y="4652963"/>
                        <a:ext cx="1014412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58" name="矩形 1291319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91319" name="对象 1291318"/>
          <p:cNvGraphicFramePr/>
          <p:nvPr/>
        </p:nvGraphicFramePr>
        <p:xfrm>
          <a:off x="6430963" y="5229225"/>
          <a:ext cx="22129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" name="" r:id="rId47" imgW="2806700" imgH="419100" progId="Equation.3">
                  <p:embed/>
                </p:oleObj>
              </mc:Choice>
              <mc:Fallback>
                <p:oleObj name="" r:id="rId47" imgW="2806700" imgH="419100" progId="Equation.3">
                  <p:embed/>
                  <p:pic>
                    <p:nvPicPr>
                      <p:cNvPr id="0" name="图片 3388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6430963" y="5229225"/>
                        <a:ext cx="2212975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60" name="矩形 1291322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91322" name="对象 1291321"/>
          <p:cNvGraphicFramePr/>
          <p:nvPr/>
        </p:nvGraphicFramePr>
        <p:xfrm>
          <a:off x="6588125" y="5661025"/>
          <a:ext cx="122396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" name="" r:id="rId49" imgW="1282700" imgH="419100" progId="Equation.3">
                  <p:embed/>
                </p:oleObj>
              </mc:Choice>
              <mc:Fallback>
                <p:oleObj name="" r:id="rId49" imgW="1282700" imgH="419100" progId="Equation.3">
                  <p:embed/>
                  <p:pic>
                    <p:nvPicPr>
                      <p:cNvPr id="0" name="图片 3390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6588125" y="5661025"/>
                        <a:ext cx="1223963" cy="398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文本框 1294339"/>
          <p:cNvSpPr txBox="1"/>
          <p:nvPr/>
        </p:nvSpPr>
        <p:spPr>
          <a:xfrm>
            <a:off x="750888" y="476250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Dijkstra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算法</a:t>
            </a:r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到其余顶点的最短路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4034" name="组合 1294340"/>
          <p:cNvGrpSpPr/>
          <p:nvPr/>
        </p:nvGrpSpPr>
        <p:grpSpPr>
          <a:xfrm>
            <a:off x="534988" y="965200"/>
            <a:ext cx="8281987" cy="519113"/>
            <a:chOff x="385" y="2205"/>
            <a:chExt cx="5217" cy="327"/>
          </a:xfrm>
        </p:grpSpPr>
        <p:sp>
          <p:nvSpPr>
            <p:cNvPr id="44035" name="文本框 1294341"/>
            <p:cNvSpPr txBox="1"/>
            <p:nvPr/>
          </p:nvSpPr>
          <p:spPr>
            <a:xfrm>
              <a:off x="385" y="2205"/>
              <a:ext cx="52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置             ，对         ，          ，           且      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4036" name="对象 1294342"/>
            <p:cNvGraphicFramePr/>
            <p:nvPr/>
          </p:nvGraphicFramePr>
          <p:xfrm>
            <a:off x="1202" y="2251"/>
            <a:ext cx="7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" name="" r:id="rId1" imgW="1256665" imgH="431800" progId="Equation.3">
                    <p:embed/>
                  </p:oleObj>
                </mc:Choice>
                <mc:Fallback>
                  <p:oleObj name="" r:id="rId1" imgW="1256665" imgH="431800" progId="Equation.3">
                    <p:embed/>
                    <p:pic>
                      <p:nvPicPr>
                        <p:cNvPr id="0" name="图片 33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02" y="2251"/>
                          <a:ext cx="78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37" name="对象 1294343"/>
            <p:cNvGraphicFramePr/>
            <p:nvPr/>
          </p:nvGraphicFramePr>
          <p:xfrm>
            <a:off x="2426" y="2244"/>
            <a:ext cx="54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5" name="" r:id="rId3" imgW="862965" imgH="431800" progId="Equation.3">
                    <p:embed/>
                  </p:oleObj>
                </mc:Choice>
                <mc:Fallback>
                  <p:oleObj name="" r:id="rId3" imgW="862965" imgH="431800" progId="Equation.3">
                    <p:embed/>
                    <p:pic>
                      <p:nvPicPr>
                        <p:cNvPr id="0" name="图片 339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26" y="2244"/>
                          <a:ext cx="549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38" name="对象 1294344"/>
            <p:cNvGraphicFramePr/>
            <p:nvPr/>
          </p:nvGraphicFramePr>
          <p:xfrm>
            <a:off x="3107" y="2282"/>
            <a:ext cx="732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7" name="" r:id="rId5" imgW="1167765" imgH="393700" progId="Equation.3">
                    <p:embed/>
                  </p:oleObj>
                </mc:Choice>
                <mc:Fallback>
                  <p:oleObj name="" r:id="rId5" imgW="1167765" imgH="393700" progId="Equation.3">
                    <p:embed/>
                    <p:pic>
                      <p:nvPicPr>
                        <p:cNvPr id="0" name="图片 339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07" y="2282"/>
                          <a:ext cx="732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39" name="对象 1294345"/>
            <p:cNvGraphicFramePr/>
            <p:nvPr/>
          </p:nvGraphicFramePr>
          <p:xfrm>
            <a:off x="3923" y="2251"/>
            <a:ext cx="8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2" name="" r:id="rId7" imgW="1332865" imgH="431800" progId="Equation.3">
                    <p:embed/>
                  </p:oleObj>
                </mc:Choice>
                <mc:Fallback>
                  <p:oleObj name="" r:id="rId7" imgW="1332865" imgH="431800" progId="Equation.3">
                    <p:embed/>
                    <p:pic>
                      <p:nvPicPr>
                        <p:cNvPr id="0" name="图片 340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23" y="2251"/>
                          <a:ext cx="83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0" name="对象 1294346"/>
            <p:cNvGraphicFramePr/>
            <p:nvPr/>
          </p:nvGraphicFramePr>
          <p:xfrm>
            <a:off x="5000" y="2274"/>
            <a:ext cx="42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" name="" r:id="rId9" imgW="659765" imgH="317500" progId="Equation.3">
                    <p:embed/>
                  </p:oleObj>
                </mc:Choice>
                <mc:Fallback>
                  <p:oleObj name="" r:id="rId9" imgW="659765" imgH="317500" progId="Equation.3">
                    <p:embed/>
                    <p:pic>
                      <p:nvPicPr>
                        <p:cNvPr id="0" name="图片 340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00" y="2274"/>
                          <a:ext cx="420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41" name="组合 1294347"/>
          <p:cNvGrpSpPr/>
          <p:nvPr/>
        </p:nvGrpSpPr>
        <p:grpSpPr>
          <a:xfrm>
            <a:off x="730250" y="1484313"/>
            <a:ext cx="8064500" cy="519112"/>
            <a:chOff x="463" y="935"/>
            <a:chExt cx="5080" cy="327"/>
          </a:xfrm>
        </p:grpSpPr>
        <p:sp>
          <p:nvSpPr>
            <p:cNvPr id="44042" name="文本框 1294348"/>
            <p:cNvSpPr txBox="1"/>
            <p:nvPr/>
          </p:nvSpPr>
          <p:spPr>
            <a:xfrm>
              <a:off x="463" y="935"/>
              <a:ext cx="50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对每个         ，用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4043" name="对象 1294349"/>
            <p:cNvGraphicFramePr/>
            <p:nvPr/>
          </p:nvGraphicFramePr>
          <p:xfrm>
            <a:off x="1609" y="961"/>
            <a:ext cx="53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5" name="" r:id="rId11" imgW="838200" imgH="457200" progId="Equation.3">
                    <p:embed/>
                  </p:oleObj>
                </mc:Choice>
                <mc:Fallback>
                  <p:oleObj name="" r:id="rId11" imgW="838200" imgH="457200" progId="Equation.3">
                    <p:embed/>
                    <p:pic>
                      <p:nvPicPr>
                        <p:cNvPr id="0" name="图片 340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09" y="961"/>
                          <a:ext cx="532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4" name="对象 1294350"/>
            <p:cNvGraphicFramePr/>
            <p:nvPr/>
          </p:nvGraphicFramePr>
          <p:xfrm>
            <a:off x="2816" y="972"/>
            <a:ext cx="223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" name="" r:id="rId13" imgW="3542030" imgH="431800" progId="Equation.3">
                    <p:embed/>
                  </p:oleObj>
                </mc:Choice>
                <mc:Fallback>
                  <p:oleObj name="" r:id="rId13" imgW="3542030" imgH="431800" progId="Equation.3">
                    <p:embed/>
                    <p:pic>
                      <p:nvPicPr>
                        <p:cNvPr id="0" name="图片 341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16" y="972"/>
                          <a:ext cx="2237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45" name="组合 1294351"/>
          <p:cNvGrpSpPr/>
          <p:nvPr/>
        </p:nvGrpSpPr>
        <p:grpSpPr>
          <a:xfrm>
            <a:off x="606425" y="2019300"/>
            <a:ext cx="8137525" cy="688975"/>
            <a:chOff x="385" y="2931"/>
            <a:chExt cx="5126" cy="434"/>
          </a:xfrm>
        </p:grpSpPr>
        <p:sp>
          <p:nvSpPr>
            <p:cNvPr id="44046" name="文本框 1294352"/>
            <p:cNvSpPr txBox="1"/>
            <p:nvPr/>
          </p:nvSpPr>
          <p:spPr>
            <a:xfrm>
              <a:off x="385" y="2931"/>
              <a:ext cx="51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代替       ，计算               ，并把达到这个最小值的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4047" name="对象 1294353"/>
            <p:cNvGraphicFramePr/>
            <p:nvPr/>
          </p:nvGraphicFramePr>
          <p:xfrm>
            <a:off x="930" y="2998"/>
            <a:ext cx="35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2" name="" r:id="rId15" imgW="558800" imgH="393700" progId="Equation.3">
                    <p:embed/>
                  </p:oleObj>
                </mc:Choice>
                <mc:Fallback>
                  <p:oleObj name="" r:id="rId15" imgW="558800" imgH="393700" progId="Equation.3">
                    <p:embed/>
                    <p:pic>
                      <p:nvPicPr>
                        <p:cNvPr id="0" name="图片 341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30" y="2998"/>
                          <a:ext cx="353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8" name="对象 1294354"/>
            <p:cNvGraphicFramePr/>
            <p:nvPr/>
          </p:nvGraphicFramePr>
          <p:xfrm>
            <a:off x="2064" y="2953"/>
            <a:ext cx="892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4" name="" r:id="rId17" imgW="1409700" imgH="647700" progId="Equation.3">
                    <p:embed/>
                  </p:oleObj>
                </mc:Choice>
                <mc:Fallback>
                  <p:oleObj name="" r:id="rId17" imgW="1409700" imgH="647700" progId="Equation.3">
                    <p:embed/>
                    <p:pic>
                      <p:nvPicPr>
                        <p:cNvPr id="0" name="图片 340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64" y="2953"/>
                          <a:ext cx="892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49" name="组合 1294355"/>
          <p:cNvGrpSpPr/>
          <p:nvPr/>
        </p:nvGrpSpPr>
        <p:grpSpPr>
          <a:xfrm>
            <a:off x="668338" y="2622550"/>
            <a:ext cx="7993062" cy="519113"/>
            <a:chOff x="424" y="2976"/>
            <a:chExt cx="5035" cy="327"/>
          </a:xfrm>
        </p:grpSpPr>
        <p:sp>
          <p:nvSpPr>
            <p:cNvPr id="44050" name="文本框 1294356"/>
            <p:cNvSpPr txBox="1"/>
            <p:nvPr/>
          </p:nvSpPr>
          <p:spPr>
            <a:xfrm>
              <a:off x="424" y="2976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一个顶点记为     ，置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4051" name="对象 1294357"/>
            <p:cNvGraphicFramePr/>
            <p:nvPr/>
          </p:nvGraphicFramePr>
          <p:xfrm>
            <a:off x="1862" y="3003"/>
            <a:ext cx="33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3" name="" r:id="rId19" imgW="533400" imgH="431800" progId="Equation.3">
                    <p:embed/>
                  </p:oleObj>
                </mc:Choice>
                <mc:Fallback>
                  <p:oleObj name="" r:id="rId19" imgW="533400" imgH="431800" progId="Equation.3">
                    <p:embed/>
                    <p:pic>
                      <p:nvPicPr>
                        <p:cNvPr id="0" name="图片 3402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62" y="3003"/>
                          <a:ext cx="33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2" name="对象 1294358"/>
            <p:cNvGraphicFramePr/>
            <p:nvPr/>
          </p:nvGraphicFramePr>
          <p:xfrm>
            <a:off x="2601" y="3009"/>
            <a:ext cx="156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8" name="" r:id="rId21" imgW="2475230" imgH="431800" progId="Equation.3">
                    <p:embed/>
                  </p:oleObj>
                </mc:Choice>
                <mc:Fallback>
                  <p:oleObj name="" r:id="rId21" imgW="2475230" imgH="431800" progId="Equation.3">
                    <p:embed/>
                    <p:pic>
                      <p:nvPicPr>
                        <p:cNvPr id="0" name="图片 3397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601" y="3009"/>
                          <a:ext cx="1565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53" name="组合 1294359"/>
          <p:cNvGrpSpPr/>
          <p:nvPr/>
        </p:nvGrpSpPr>
        <p:grpSpPr>
          <a:xfrm>
            <a:off x="750888" y="2997200"/>
            <a:ext cx="8135937" cy="519113"/>
            <a:chOff x="476" y="3294"/>
            <a:chExt cx="5125" cy="327"/>
          </a:xfrm>
        </p:grpSpPr>
        <p:sp>
          <p:nvSpPr>
            <p:cNvPr id="44054" name="文本框 1294360"/>
            <p:cNvSpPr txBox="1"/>
            <p:nvPr/>
          </p:nvSpPr>
          <p:spPr>
            <a:xfrm>
              <a:off x="476" y="3294"/>
              <a:ext cx="51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marL="342900" indent="-342900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若            ，则停止；若            ，则用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i+1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代</a:t>
              </a:r>
              <a:endParaRPr lang="zh-CN" altLang="en-US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4055" name="对象 1294361"/>
            <p:cNvGraphicFramePr/>
            <p:nvPr/>
          </p:nvGraphicFramePr>
          <p:xfrm>
            <a:off x="1237" y="3359"/>
            <a:ext cx="70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" name="" r:id="rId23" imgW="1103630" imgH="317500" progId="Equation.3">
                    <p:embed/>
                  </p:oleObj>
                </mc:Choice>
                <mc:Fallback>
                  <p:oleObj name="" r:id="rId23" imgW="1103630" imgH="317500" progId="Equation.3">
                    <p:embed/>
                    <p:pic>
                      <p:nvPicPr>
                        <p:cNvPr id="0" name="图片 3400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237" y="3359"/>
                          <a:ext cx="700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6" name="对象 1294362"/>
            <p:cNvGraphicFramePr/>
            <p:nvPr/>
          </p:nvGraphicFramePr>
          <p:xfrm>
            <a:off x="3311" y="3354"/>
            <a:ext cx="700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9" name="" r:id="rId25" imgW="1103630" imgH="317500" progId="Equation.3">
                    <p:embed/>
                  </p:oleObj>
                </mc:Choice>
                <mc:Fallback>
                  <p:oleObj name="" r:id="rId25" imgW="1103630" imgH="317500" progId="Equation.3">
                    <p:embed/>
                    <p:pic>
                      <p:nvPicPr>
                        <p:cNvPr id="0" name="图片 3398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311" y="3354"/>
                          <a:ext cx="700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57" name="文本框 1294363"/>
          <p:cNvSpPr txBox="1"/>
          <p:nvPr/>
        </p:nvSpPr>
        <p:spPr>
          <a:xfrm>
            <a:off x="679450" y="3429000"/>
            <a:ext cx="55435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替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，并转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2)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4058" name="图片 129436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1963" y="3860800"/>
            <a:ext cx="2881312" cy="273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59" name="矩形 1294365"/>
          <p:cNvSpPr/>
          <p:nvPr/>
        </p:nvSpPr>
        <p:spPr>
          <a:xfrm>
            <a:off x="-4762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94367" name="对象 1294366"/>
          <p:cNvGraphicFramePr/>
          <p:nvPr/>
        </p:nvGraphicFramePr>
        <p:xfrm>
          <a:off x="2813050" y="3427413"/>
          <a:ext cx="16875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" name="" r:id="rId28" imgW="1688465" imgH="431800" progId="Equation.3">
                  <p:embed/>
                </p:oleObj>
              </mc:Choice>
              <mc:Fallback>
                <p:oleObj name="" r:id="rId28" imgW="1688465" imgH="431800" progId="Equation.3">
                  <p:embed/>
                  <p:pic>
                    <p:nvPicPr>
                      <p:cNvPr id="0" name="图片 3399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813050" y="3427413"/>
                        <a:ext cx="1687513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1" name="矩形 1294367"/>
          <p:cNvSpPr/>
          <p:nvPr/>
        </p:nvSpPr>
        <p:spPr>
          <a:xfrm>
            <a:off x="-4762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2" name="矩形 1294368"/>
          <p:cNvSpPr/>
          <p:nvPr/>
        </p:nvSpPr>
        <p:spPr>
          <a:xfrm>
            <a:off x="-4762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3" name="矩形 1294369"/>
          <p:cNvSpPr/>
          <p:nvPr/>
        </p:nvSpPr>
        <p:spPr>
          <a:xfrm>
            <a:off x="-4762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4" name="矩形 1294370"/>
          <p:cNvSpPr/>
          <p:nvPr/>
        </p:nvSpPr>
        <p:spPr>
          <a:xfrm>
            <a:off x="36513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5" name="矩形 1294371"/>
          <p:cNvSpPr/>
          <p:nvPr/>
        </p:nvSpPr>
        <p:spPr>
          <a:xfrm>
            <a:off x="-107950" y="3074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6" name="矩形 1294372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7" name="矩形 1294373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8" name="矩形 1294374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9" name="矩形 1294375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70" name="矩形 1294376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94378" name="组合 1294377"/>
          <p:cNvGrpSpPr/>
          <p:nvPr/>
        </p:nvGrpSpPr>
        <p:grpSpPr>
          <a:xfrm>
            <a:off x="4787900" y="3500438"/>
            <a:ext cx="3889375" cy="1171575"/>
            <a:chOff x="3016" y="2205"/>
            <a:chExt cx="2450" cy="738"/>
          </a:xfrm>
        </p:grpSpPr>
        <p:graphicFrame>
          <p:nvGraphicFramePr>
            <p:cNvPr id="44072" name="对象 1294378"/>
            <p:cNvGraphicFramePr/>
            <p:nvPr/>
          </p:nvGraphicFramePr>
          <p:xfrm>
            <a:off x="3016" y="2217"/>
            <a:ext cx="59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" name="" r:id="rId30" imgW="1155700" imgH="419100" progId="Equation.3">
                    <p:embed/>
                  </p:oleObj>
                </mc:Choice>
                <mc:Fallback>
                  <p:oleObj name="" r:id="rId30" imgW="1155700" imgH="419100" progId="Equation.3">
                    <p:embed/>
                    <p:pic>
                      <p:nvPicPr>
                        <p:cNvPr id="0" name="图片 3405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3016" y="2217"/>
                          <a:ext cx="590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3" name="对象 1294379"/>
            <p:cNvGraphicFramePr/>
            <p:nvPr/>
          </p:nvGraphicFramePr>
          <p:xfrm>
            <a:off x="3702" y="2213"/>
            <a:ext cx="675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8" name="" r:id="rId32" imgW="1282700" imgH="419100" progId="Equation.3">
                    <p:embed/>
                  </p:oleObj>
                </mc:Choice>
                <mc:Fallback>
                  <p:oleObj name="" r:id="rId32" imgW="1282700" imgH="419100" progId="Equation.3">
                    <p:embed/>
                    <p:pic>
                      <p:nvPicPr>
                        <p:cNvPr id="0" name="图片 3407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3702" y="2213"/>
                          <a:ext cx="675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4" name="对象 1294380"/>
            <p:cNvGraphicFramePr/>
            <p:nvPr/>
          </p:nvGraphicFramePr>
          <p:xfrm>
            <a:off x="4649" y="2205"/>
            <a:ext cx="681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" name="" r:id="rId34" imgW="1333500" imgH="431800" progId="Equation.3">
                    <p:embed/>
                  </p:oleObj>
                </mc:Choice>
                <mc:Fallback>
                  <p:oleObj name="" r:id="rId34" imgW="1333500" imgH="431800" progId="Equation.3">
                    <p:embed/>
                    <p:pic>
                      <p:nvPicPr>
                        <p:cNvPr id="0" name="图片 3408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4649" y="2205"/>
                          <a:ext cx="681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5" name="对象 1294381"/>
            <p:cNvGraphicFramePr/>
            <p:nvPr/>
          </p:nvGraphicFramePr>
          <p:xfrm>
            <a:off x="3924" y="2432"/>
            <a:ext cx="71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" name="" r:id="rId36" imgW="1269365" imgH="419100" progId="Equation.3">
                    <p:embed/>
                  </p:oleObj>
                </mc:Choice>
                <mc:Fallback>
                  <p:oleObj name="" r:id="rId36" imgW="1269365" imgH="419100" progId="Equation.3">
                    <p:embed/>
                    <p:pic>
                      <p:nvPicPr>
                        <p:cNvPr id="0" name="图片 3409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3924" y="2432"/>
                          <a:ext cx="710" cy="2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6" name="对象 1294382"/>
            <p:cNvGraphicFramePr/>
            <p:nvPr/>
          </p:nvGraphicFramePr>
          <p:xfrm>
            <a:off x="4717" y="2432"/>
            <a:ext cx="749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3" name="" r:id="rId38" imgW="1332865" imgH="431800" progId="Equation.3">
                    <p:embed/>
                  </p:oleObj>
                </mc:Choice>
                <mc:Fallback>
                  <p:oleObj name="" r:id="rId38" imgW="1332865" imgH="431800" progId="Equation.3">
                    <p:embed/>
                    <p:pic>
                      <p:nvPicPr>
                        <p:cNvPr id="0" name="图片 3412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4717" y="2432"/>
                          <a:ext cx="749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7" name="对象 1294383"/>
            <p:cNvGraphicFramePr/>
            <p:nvPr/>
          </p:nvGraphicFramePr>
          <p:xfrm>
            <a:off x="3969" y="2704"/>
            <a:ext cx="701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7" name="" r:id="rId40" imgW="1256665" imgH="431800" progId="Equation.3">
                    <p:embed/>
                  </p:oleObj>
                </mc:Choice>
                <mc:Fallback>
                  <p:oleObj name="" r:id="rId40" imgW="1256665" imgH="431800" progId="Equation.3">
                    <p:embed/>
                    <p:pic>
                      <p:nvPicPr>
                        <p:cNvPr id="0" name="图片 3416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3969" y="2704"/>
                          <a:ext cx="701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8" name="对象 1294384"/>
            <p:cNvGraphicFramePr/>
            <p:nvPr/>
          </p:nvGraphicFramePr>
          <p:xfrm>
            <a:off x="4727" y="2704"/>
            <a:ext cx="694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" name="" r:id="rId42" imgW="1243965" imgH="431800" progId="Equation.3">
                    <p:embed/>
                  </p:oleObj>
                </mc:Choice>
                <mc:Fallback>
                  <p:oleObj name="" r:id="rId42" imgW="1243965" imgH="431800" progId="Equation.3">
                    <p:embed/>
                    <p:pic>
                      <p:nvPicPr>
                        <p:cNvPr id="0" name="图片 3430"/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4727" y="2704"/>
                          <a:ext cx="694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79" name="矩形 1294386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94388" name="对象 1294387"/>
          <p:cNvGraphicFramePr/>
          <p:nvPr/>
        </p:nvGraphicFramePr>
        <p:xfrm>
          <a:off x="6443663" y="4652963"/>
          <a:ext cx="101441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" name="" r:id="rId44" imgW="1015365" imgH="444500" progId="Equation.3">
                  <p:embed/>
                </p:oleObj>
              </mc:Choice>
              <mc:Fallback>
                <p:oleObj name="" r:id="rId44" imgW="1015365" imgH="444500" progId="Equation.3">
                  <p:embed/>
                  <p:pic>
                    <p:nvPicPr>
                      <p:cNvPr id="0" name="图片 3417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6443663" y="4652963"/>
                        <a:ext cx="1014412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1" name="矩形 1294388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94390" name="对象 1294389"/>
          <p:cNvGraphicFramePr/>
          <p:nvPr/>
        </p:nvGraphicFramePr>
        <p:xfrm>
          <a:off x="6430963" y="5229225"/>
          <a:ext cx="22129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" name="" r:id="rId46" imgW="2806700" imgH="419100" progId="Equation.3">
                  <p:embed/>
                </p:oleObj>
              </mc:Choice>
              <mc:Fallback>
                <p:oleObj name="" r:id="rId46" imgW="2806700" imgH="419100" progId="Equation.3">
                  <p:embed/>
                  <p:pic>
                    <p:nvPicPr>
                      <p:cNvPr id="0" name="图片 3427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6430963" y="5229225"/>
                        <a:ext cx="2212975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3" name="矩形 1294390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94392" name="对象 1294391"/>
          <p:cNvGraphicFramePr/>
          <p:nvPr/>
        </p:nvGraphicFramePr>
        <p:xfrm>
          <a:off x="6588125" y="5661025"/>
          <a:ext cx="122396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5" name="" r:id="rId48" imgW="1282700" imgH="419100" progId="Equation.3">
                  <p:embed/>
                </p:oleObj>
              </mc:Choice>
              <mc:Fallback>
                <p:oleObj name="" r:id="rId48" imgW="1282700" imgH="419100" progId="Equation.3">
                  <p:embed/>
                  <p:pic>
                    <p:nvPicPr>
                      <p:cNvPr id="0" name="图片 3414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6588125" y="5661025"/>
                        <a:ext cx="1223963" cy="398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94446" name="图片 1294445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352800" y="3933825"/>
            <a:ext cx="2874963" cy="266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4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文本框 1292291"/>
          <p:cNvSpPr txBox="1"/>
          <p:nvPr/>
        </p:nvSpPr>
        <p:spPr>
          <a:xfrm>
            <a:off x="750888" y="476250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 err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Dijkstra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算法</a:t>
            </a:r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到其余顶点的最短路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5058" name="组合 1292292"/>
          <p:cNvGrpSpPr/>
          <p:nvPr/>
        </p:nvGrpSpPr>
        <p:grpSpPr>
          <a:xfrm>
            <a:off x="534988" y="965200"/>
            <a:ext cx="8281987" cy="519113"/>
            <a:chOff x="385" y="2205"/>
            <a:chExt cx="5217" cy="327"/>
          </a:xfrm>
        </p:grpSpPr>
        <p:sp>
          <p:nvSpPr>
            <p:cNvPr id="45059" name="文本框 1292293"/>
            <p:cNvSpPr txBox="1"/>
            <p:nvPr/>
          </p:nvSpPr>
          <p:spPr>
            <a:xfrm>
              <a:off x="385" y="2205"/>
              <a:ext cx="52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置             ，对         ，          ，           且      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5060" name="对象 1292294"/>
            <p:cNvGraphicFramePr/>
            <p:nvPr/>
          </p:nvGraphicFramePr>
          <p:xfrm>
            <a:off x="1202" y="2251"/>
            <a:ext cx="7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1" name="" r:id="rId1" imgW="1256665" imgH="431800" progId="Equation.3">
                    <p:embed/>
                  </p:oleObj>
                </mc:Choice>
                <mc:Fallback>
                  <p:oleObj name="" r:id="rId1" imgW="1256665" imgH="431800" progId="Equation.3">
                    <p:embed/>
                    <p:pic>
                      <p:nvPicPr>
                        <p:cNvPr id="0" name="图片 342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02" y="2251"/>
                          <a:ext cx="78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1" name="对象 1292295"/>
            <p:cNvGraphicFramePr/>
            <p:nvPr/>
          </p:nvGraphicFramePr>
          <p:xfrm>
            <a:off x="2426" y="2244"/>
            <a:ext cx="54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9" name="" r:id="rId3" imgW="862965" imgH="431800" progId="Equation.3">
                    <p:embed/>
                  </p:oleObj>
                </mc:Choice>
                <mc:Fallback>
                  <p:oleObj name="" r:id="rId3" imgW="862965" imgH="431800" progId="Equation.3">
                    <p:embed/>
                    <p:pic>
                      <p:nvPicPr>
                        <p:cNvPr id="0" name="图片 342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26" y="2244"/>
                          <a:ext cx="549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2" name="对象 1292296"/>
            <p:cNvGraphicFramePr/>
            <p:nvPr/>
          </p:nvGraphicFramePr>
          <p:xfrm>
            <a:off x="3107" y="2282"/>
            <a:ext cx="732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6" name="" r:id="rId5" imgW="1167765" imgH="393700" progId="Equation.3">
                    <p:embed/>
                  </p:oleObj>
                </mc:Choice>
                <mc:Fallback>
                  <p:oleObj name="" r:id="rId5" imgW="1167765" imgH="393700" progId="Equation.3">
                    <p:embed/>
                    <p:pic>
                      <p:nvPicPr>
                        <p:cNvPr id="0" name="图片 341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07" y="2282"/>
                          <a:ext cx="732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3" name="对象 1292297"/>
            <p:cNvGraphicFramePr/>
            <p:nvPr/>
          </p:nvGraphicFramePr>
          <p:xfrm>
            <a:off x="3923" y="2251"/>
            <a:ext cx="8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9" name="" r:id="rId7" imgW="1332865" imgH="431800" progId="Equation.3">
                    <p:embed/>
                  </p:oleObj>
                </mc:Choice>
                <mc:Fallback>
                  <p:oleObj name="" r:id="rId7" imgW="1332865" imgH="431800" progId="Equation.3">
                    <p:embed/>
                    <p:pic>
                      <p:nvPicPr>
                        <p:cNvPr id="0" name="图片 341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23" y="2251"/>
                          <a:ext cx="83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4" name="对象 1292298"/>
            <p:cNvGraphicFramePr/>
            <p:nvPr/>
          </p:nvGraphicFramePr>
          <p:xfrm>
            <a:off x="5000" y="2274"/>
            <a:ext cx="42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4" name="" r:id="rId9" imgW="659765" imgH="317500" progId="Equation.3">
                    <p:embed/>
                  </p:oleObj>
                </mc:Choice>
                <mc:Fallback>
                  <p:oleObj name="" r:id="rId9" imgW="659765" imgH="317500" progId="Equation.3">
                    <p:embed/>
                    <p:pic>
                      <p:nvPicPr>
                        <p:cNvPr id="0" name="图片 342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00" y="2274"/>
                          <a:ext cx="420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65" name="组合 1292299"/>
          <p:cNvGrpSpPr/>
          <p:nvPr/>
        </p:nvGrpSpPr>
        <p:grpSpPr>
          <a:xfrm>
            <a:off x="730250" y="1484313"/>
            <a:ext cx="8064500" cy="519112"/>
            <a:chOff x="463" y="935"/>
            <a:chExt cx="5080" cy="327"/>
          </a:xfrm>
        </p:grpSpPr>
        <p:sp>
          <p:nvSpPr>
            <p:cNvPr id="45066" name="文本框 1292300"/>
            <p:cNvSpPr txBox="1"/>
            <p:nvPr/>
          </p:nvSpPr>
          <p:spPr>
            <a:xfrm>
              <a:off x="463" y="935"/>
              <a:ext cx="50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对每个         ，用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5067" name="对象 1292301"/>
            <p:cNvGraphicFramePr/>
            <p:nvPr/>
          </p:nvGraphicFramePr>
          <p:xfrm>
            <a:off x="1609" y="961"/>
            <a:ext cx="53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3" name="" r:id="rId11" imgW="838200" imgH="457200" progId="Equation.3">
                    <p:embed/>
                  </p:oleObj>
                </mc:Choice>
                <mc:Fallback>
                  <p:oleObj name="" r:id="rId11" imgW="838200" imgH="457200" progId="Equation.3">
                    <p:embed/>
                    <p:pic>
                      <p:nvPicPr>
                        <p:cNvPr id="0" name="图片 342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09" y="961"/>
                          <a:ext cx="532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8" name="对象 1292302"/>
            <p:cNvGraphicFramePr/>
            <p:nvPr/>
          </p:nvGraphicFramePr>
          <p:xfrm>
            <a:off x="2816" y="972"/>
            <a:ext cx="223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" name="" r:id="rId13" imgW="3542030" imgH="431800" progId="Equation.3">
                    <p:embed/>
                  </p:oleObj>
                </mc:Choice>
                <mc:Fallback>
                  <p:oleObj name="" r:id="rId13" imgW="3542030" imgH="431800" progId="Equation.3">
                    <p:embed/>
                    <p:pic>
                      <p:nvPicPr>
                        <p:cNvPr id="0" name="图片 342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16" y="972"/>
                          <a:ext cx="2237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69" name="组合 1292303"/>
          <p:cNvGrpSpPr/>
          <p:nvPr/>
        </p:nvGrpSpPr>
        <p:grpSpPr>
          <a:xfrm>
            <a:off x="606425" y="2019300"/>
            <a:ext cx="8137525" cy="688975"/>
            <a:chOff x="385" y="2931"/>
            <a:chExt cx="5126" cy="434"/>
          </a:xfrm>
        </p:grpSpPr>
        <p:sp>
          <p:nvSpPr>
            <p:cNvPr id="45070" name="文本框 1292304"/>
            <p:cNvSpPr txBox="1"/>
            <p:nvPr/>
          </p:nvSpPr>
          <p:spPr>
            <a:xfrm>
              <a:off x="385" y="2931"/>
              <a:ext cx="51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代替       ，计算               ，并把达到这个最小值的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5071" name="对象 1292305"/>
            <p:cNvGraphicFramePr/>
            <p:nvPr/>
          </p:nvGraphicFramePr>
          <p:xfrm>
            <a:off x="930" y="2998"/>
            <a:ext cx="35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6" name="" r:id="rId15" imgW="558800" imgH="393700" progId="Equation.3">
                    <p:embed/>
                  </p:oleObj>
                </mc:Choice>
                <mc:Fallback>
                  <p:oleObj name="" r:id="rId15" imgW="558800" imgH="393700" progId="Equation.3">
                    <p:embed/>
                    <p:pic>
                      <p:nvPicPr>
                        <p:cNvPr id="0" name="图片 342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30" y="2998"/>
                          <a:ext cx="353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2" name="对象 1292306"/>
            <p:cNvGraphicFramePr/>
            <p:nvPr/>
          </p:nvGraphicFramePr>
          <p:xfrm>
            <a:off x="2064" y="2953"/>
            <a:ext cx="892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2" name="" r:id="rId17" imgW="1409700" imgH="647700" progId="Equation.3">
                    <p:embed/>
                  </p:oleObj>
                </mc:Choice>
                <mc:Fallback>
                  <p:oleObj name="" r:id="rId17" imgW="1409700" imgH="647700" progId="Equation.3">
                    <p:embed/>
                    <p:pic>
                      <p:nvPicPr>
                        <p:cNvPr id="0" name="图片 3421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64" y="2953"/>
                          <a:ext cx="892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73" name="组合 1292307"/>
          <p:cNvGrpSpPr/>
          <p:nvPr/>
        </p:nvGrpSpPr>
        <p:grpSpPr>
          <a:xfrm>
            <a:off x="668338" y="2622550"/>
            <a:ext cx="7993062" cy="519113"/>
            <a:chOff x="424" y="2976"/>
            <a:chExt cx="5035" cy="327"/>
          </a:xfrm>
        </p:grpSpPr>
        <p:sp>
          <p:nvSpPr>
            <p:cNvPr id="45074" name="文本框 1292308"/>
            <p:cNvSpPr txBox="1"/>
            <p:nvPr/>
          </p:nvSpPr>
          <p:spPr>
            <a:xfrm>
              <a:off x="424" y="2976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一个顶点记为     ，置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5075" name="对象 1292309"/>
            <p:cNvGraphicFramePr/>
            <p:nvPr/>
          </p:nvGraphicFramePr>
          <p:xfrm>
            <a:off x="1862" y="3003"/>
            <a:ext cx="33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0" name="" r:id="rId19" imgW="533400" imgH="431800" progId="Equation.3">
                    <p:embed/>
                  </p:oleObj>
                </mc:Choice>
                <mc:Fallback>
                  <p:oleObj name="" r:id="rId19" imgW="533400" imgH="431800" progId="Equation.3">
                    <p:embed/>
                    <p:pic>
                      <p:nvPicPr>
                        <p:cNvPr id="0" name="图片 3429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62" y="3003"/>
                          <a:ext cx="33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6" name="对象 1292310"/>
            <p:cNvGraphicFramePr/>
            <p:nvPr/>
          </p:nvGraphicFramePr>
          <p:xfrm>
            <a:off x="2601" y="3009"/>
            <a:ext cx="156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7" name="" r:id="rId21" imgW="2475230" imgH="431800" progId="Equation.3">
                    <p:embed/>
                  </p:oleObj>
                </mc:Choice>
                <mc:Fallback>
                  <p:oleObj name="" r:id="rId21" imgW="2475230" imgH="431800" progId="Equation.3">
                    <p:embed/>
                    <p:pic>
                      <p:nvPicPr>
                        <p:cNvPr id="0" name="图片 3426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601" y="3009"/>
                          <a:ext cx="1565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77" name="组合 1292311"/>
          <p:cNvGrpSpPr/>
          <p:nvPr/>
        </p:nvGrpSpPr>
        <p:grpSpPr>
          <a:xfrm>
            <a:off x="750888" y="2997200"/>
            <a:ext cx="8135937" cy="519113"/>
            <a:chOff x="476" y="3294"/>
            <a:chExt cx="5125" cy="327"/>
          </a:xfrm>
        </p:grpSpPr>
        <p:sp>
          <p:nvSpPr>
            <p:cNvPr id="45078" name="文本框 1292312"/>
            <p:cNvSpPr txBox="1"/>
            <p:nvPr/>
          </p:nvSpPr>
          <p:spPr>
            <a:xfrm>
              <a:off x="476" y="3294"/>
              <a:ext cx="51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marL="342900" indent="-342900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若            ，则停止；若            ，则用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i+1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代</a:t>
              </a:r>
              <a:endParaRPr lang="zh-CN" altLang="en-US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5079" name="对象 1292313"/>
            <p:cNvGraphicFramePr/>
            <p:nvPr/>
          </p:nvGraphicFramePr>
          <p:xfrm>
            <a:off x="1237" y="3359"/>
            <a:ext cx="70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0" name="" r:id="rId23" imgW="1103630" imgH="317500" progId="Equation.3">
                    <p:embed/>
                  </p:oleObj>
                </mc:Choice>
                <mc:Fallback>
                  <p:oleObj name="" r:id="rId23" imgW="1103630" imgH="317500" progId="Equation.3">
                    <p:embed/>
                    <p:pic>
                      <p:nvPicPr>
                        <p:cNvPr id="0" name="图片 341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237" y="3359"/>
                          <a:ext cx="700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80" name="对象 1292314"/>
            <p:cNvGraphicFramePr/>
            <p:nvPr/>
          </p:nvGraphicFramePr>
          <p:xfrm>
            <a:off x="3311" y="3354"/>
            <a:ext cx="700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" name="" r:id="rId25" imgW="1103630" imgH="317500" progId="Equation.3">
                    <p:embed/>
                  </p:oleObj>
                </mc:Choice>
                <mc:Fallback>
                  <p:oleObj name="" r:id="rId25" imgW="1103630" imgH="317500" progId="Equation.3">
                    <p:embed/>
                    <p:pic>
                      <p:nvPicPr>
                        <p:cNvPr id="0" name="图片 3413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311" y="3354"/>
                          <a:ext cx="700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81" name="文本框 1292315"/>
          <p:cNvSpPr txBox="1"/>
          <p:nvPr/>
        </p:nvSpPr>
        <p:spPr>
          <a:xfrm>
            <a:off x="679450" y="3429000"/>
            <a:ext cx="55435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替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，并转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2)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5082" name="图片 129231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1963" y="3860800"/>
            <a:ext cx="2881312" cy="273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83" name="矩形 1292317"/>
          <p:cNvSpPr/>
          <p:nvPr/>
        </p:nvSpPr>
        <p:spPr>
          <a:xfrm>
            <a:off x="-4762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84" name="矩形 1292319"/>
          <p:cNvSpPr/>
          <p:nvPr/>
        </p:nvSpPr>
        <p:spPr>
          <a:xfrm>
            <a:off x="-4762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85" name="矩形 1292320"/>
          <p:cNvSpPr/>
          <p:nvPr/>
        </p:nvSpPr>
        <p:spPr>
          <a:xfrm>
            <a:off x="-4762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86" name="矩形 1292321"/>
          <p:cNvSpPr/>
          <p:nvPr/>
        </p:nvSpPr>
        <p:spPr>
          <a:xfrm>
            <a:off x="-4762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87" name="矩形 1292322"/>
          <p:cNvSpPr/>
          <p:nvPr/>
        </p:nvSpPr>
        <p:spPr>
          <a:xfrm>
            <a:off x="36513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88" name="矩形 1292323"/>
          <p:cNvSpPr/>
          <p:nvPr/>
        </p:nvSpPr>
        <p:spPr>
          <a:xfrm>
            <a:off x="-107950" y="3074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89" name="矩形 1292324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90" name="矩形 1292325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91" name="矩形 1292326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92" name="矩形 1292327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93" name="矩形 1292328"/>
          <p:cNvSpPr/>
          <p:nvPr/>
        </p:nvSpPr>
        <p:spPr>
          <a:xfrm>
            <a:off x="-107950" y="3070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94" name="矩形 1292338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95" name="矩形 1292340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96" name="矩形 1292342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92351" name="图片 129235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333750" y="3933825"/>
            <a:ext cx="3182938" cy="266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00485" name="图片 13004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404813"/>
            <a:ext cx="3384550" cy="2952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486" name="图片 13004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00" y="433388"/>
            <a:ext cx="3536950" cy="2851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487" name="图片 13004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384550"/>
            <a:ext cx="3455988" cy="2852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0488" name="图片 13004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351213"/>
            <a:ext cx="3594100" cy="2886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01512" name="组合 1301511"/>
          <p:cNvGrpSpPr/>
          <p:nvPr/>
        </p:nvGrpSpPr>
        <p:grpSpPr>
          <a:xfrm>
            <a:off x="900113" y="620713"/>
            <a:ext cx="7848600" cy="519112"/>
            <a:chOff x="567" y="391"/>
            <a:chExt cx="4944" cy="327"/>
          </a:xfrm>
        </p:grpSpPr>
        <p:sp>
          <p:nvSpPr>
            <p:cNvPr id="47106" name="文本框 1301508"/>
            <p:cNvSpPr txBox="1"/>
            <p:nvPr/>
          </p:nvSpPr>
          <p:spPr>
            <a:xfrm>
              <a:off x="567" y="391"/>
              <a:ext cx="49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0" dirty="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2" charset="-122"/>
                </a:rPr>
                <a:t>定义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 根据顶点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的标号</a:t>
              </a:r>
              <a:r>
                <a:rPr lang="en-US" altLang="zh-CN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l(v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的取值途径，使    到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7107" name="对象 1301509"/>
            <p:cNvGraphicFramePr/>
            <p:nvPr/>
          </p:nvGraphicFramePr>
          <p:xfrm>
            <a:off x="4747" y="418"/>
            <a:ext cx="2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4" name="" r:id="rId1" imgW="342900" imgH="431800" progId="Equation.3">
                    <p:embed/>
                  </p:oleObj>
                </mc:Choice>
                <mc:Fallback>
                  <p:oleObj name="" r:id="rId1" imgW="342900" imgH="431800" progId="Equation.3">
                    <p:embed/>
                    <p:pic>
                      <p:nvPicPr>
                        <p:cNvPr id="0" name="图片 343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747" y="418"/>
                          <a:ext cx="22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01513" name="文本框 1301512"/>
          <p:cNvSpPr txBox="1"/>
          <p:nvPr/>
        </p:nvSpPr>
        <p:spPr>
          <a:xfrm>
            <a:off x="755650" y="1192213"/>
            <a:ext cx="79930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  <a:buClr>
                <a:schemeClr val="bg1"/>
              </a:buClr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的最短路中与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相邻的前一个顶点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，称为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先驱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1514" name="文本框 1301513"/>
          <p:cNvSpPr txBox="1"/>
          <p:nvPr/>
        </p:nvSpPr>
        <p:spPr>
          <a:xfrm>
            <a:off x="684213" y="1700213"/>
            <a:ext cx="81359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  <a:buClr>
                <a:schemeClr val="bg1"/>
              </a:buClr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点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，记为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),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即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1516" name="文本框 1301515"/>
          <p:cNvSpPr txBox="1"/>
          <p:nvPr/>
        </p:nvSpPr>
        <p:spPr>
          <a:xfrm>
            <a:off x="1187450" y="2276475"/>
            <a:ext cx="76327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先驱点可用于追踪最短路径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的标号过程也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1517" name="文本框 1301516"/>
          <p:cNvSpPr txBox="1"/>
          <p:nvPr/>
        </p:nvSpPr>
        <p:spPr>
          <a:xfrm>
            <a:off x="684213" y="2781300"/>
            <a:ext cx="34559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可按如下方式进行：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01518" name="图片 13015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88" y="3213100"/>
            <a:ext cx="3384550" cy="273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01520" name="文本框 1301519"/>
          <p:cNvSpPr txBox="1"/>
          <p:nvPr/>
        </p:nvSpPr>
        <p:spPr>
          <a:xfrm>
            <a:off x="4067175" y="2781300"/>
            <a:ext cx="45370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首先写出左图带权邻接矩阵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01521" name="对象 1301520"/>
          <p:cNvGraphicFramePr/>
          <p:nvPr/>
        </p:nvGraphicFramePr>
        <p:xfrm>
          <a:off x="4427538" y="3429000"/>
          <a:ext cx="3384550" cy="260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2" name="" r:id="rId4" imgW="5397500" imgH="4165600" progId="Equation.3">
                  <p:embed/>
                </p:oleObj>
              </mc:Choice>
              <mc:Fallback>
                <p:oleObj name="" r:id="rId4" imgW="5397500" imgH="4165600" progId="Equation.3">
                  <p:embed/>
                  <p:pic>
                    <p:nvPicPr>
                      <p:cNvPr id="0" name="图片 343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7538" y="3429000"/>
                        <a:ext cx="3384550" cy="2608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1523" name="文本框 1301522"/>
          <p:cNvSpPr txBox="1"/>
          <p:nvPr/>
        </p:nvSpPr>
        <p:spPr>
          <a:xfrm>
            <a:off x="755650" y="6078538"/>
            <a:ext cx="54721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因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是无向图，故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是对称阵．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0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0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0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1513" grpId="0"/>
      <p:bldP spid="1301514" grpId="0"/>
      <p:bldP spid="1301516" grpId="0"/>
      <p:bldP spid="1301517" grpId="0"/>
      <p:bldP spid="1301520" grpId="0"/>
      <p:bldP spid="130152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15172" name="内容占位符 1415171"/>
          <p:cNvGraphicFramePr>
            <a:graphicFrameLocks noGrp="1"/>
          </p:cNvGraphicFramePr>
          <p:nvPr>
            <p:ph/>
          </p:nvPr>
        </p:nvGraphicFramePr>
        <p:xfrm>
          <a:off x="395288" y="692150"/>
          <a:ext cx="8137525" cy="546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3" name="" r:id="rId1" imgW="5053330" imgH="3954780" progId="Word.Document.8">
                  <p:embed/>
                </p:oleObj>
              </mc:Choice>
              <mc:Fallback>
                <p:oleObj name="" r:id="rId1" imgW="5053330" imgH="3954780" progId="Word.Document.8">
                  <p:embed/>
                  <p:pic>
                    <p:nvPicPr>
                      <p:cNvPr id="0" name="图片 34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692150"/>
                        <a:ext cx="8137525" cy="546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05604" name="图片 13056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476250"/>
            <a:ext cx="7488237" cy="2160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05624" name="直接连接符 1305623"/>
          <p:cNvSpPr/>
          <p:nvPr/>
        </p:nvSpPr>
        <p:spPr>
          <a:xfrm flipV="1">
            <a:off x="3203575" y="3141663"/>
            <a:ext cx="0" cy="11509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05625" name="直接连接符 1305624"/>
          <p:cNvSpPr/>
          <p:nvPr/>
        </p:nvSpPr>
        <p:spPr>
          <a:xfrm flipV="1">
            <a:off x="3203575" y="3213100"/>
            <a:ext cx="1584325" cy="10795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05634" name="直接连接符 1305633"/>
          <p:cNvSpPr/>
          <p:nvPr/>
        </p:nvSpPr>
        <p:spPr>
          <a:xfrm flipH="1" flipV="1">
            <a:off x="4849813" y="3182938"/>
            <a:ext cx="1511300" cy="10795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05635" name="直接连接符 1305634"/>
          <p:cNvSpPr/>
          <p:nvPr/>
        </p:nvSpPr>
        <p:spPr>
          <a:xfrm>
            <a:off x="4767263" y="4292600"/>
            <a:ext cx="15843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05636" name="直接连接符 1305635"/>
          <p:cNvSpPr/>
          <p:nvPr/>
        </p:nvSpPr>
        <p:spPr>
          <a:xfrm flipV="1">
            <a:off x="4829175" y="4292600"/>
            <a:ext cx="1512888" cy="11525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305641" name="组合 1305640"/>
          <p:cNvGrpSpPr/>
          <p:nvPr/>
        </p:nvGrpSpPr>
        <p:grpSpPr>
          <a:xfrm>
            <a:off x="1381125" y="2852738"/>
            <a:ext cx="5556250" cy="2814637"/>
            <a:chOff x="870" y="1797"/>
            <a:chExt cx="3500" cy="1773"/>
          </a:xfrm>
        </p:grpSpPr>
        <p:sp>
          <p:nvSpPr>
            <p:cNvPr id="49160" name="椭圆 1305627"/>
            <p:cNvSpPr/>
            <p:nvPr/>
          </p:nvSpPr>
          <p:spPr>
            <a:xfrm>
              <a:off x="2005" y="3405"/>
              <a:ext cx="45" cy="4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9161" name="组合 1305639"/>
            <p:cNvGrpSpPr/>
            <p:nvPr/>
          </p:nvGrpSpPr>
          <p:grpSpPr>
            <a:xfrm>
              <a:off x="870" y="1797"/>
              <a:ext cx="3500" cy="1773"/>
              <a:chOff x="870" y="1797"/>
              <a:chExt cx="3500" cy="1773"/>
            </a:xfrm>
          </p:grpSpPr>
          <p:graphicFrame>
            <p:nvGraphicFramePr>
              <p:cNvPr id="49162" name="对象 1305604"/>
              <p:cNvGraphicFramePr/>
              <p:nvPr/>
            </p:nvGraphicFramePr>
            <p:xfrm>
              <a:off x="1701" y="1797"/>
              <a:ext cx="184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6" name="" r:id="rId2" imgW="292100" imgH="419100" progId="Equation.3">
                      <p:embed/>
                    </p:oleObj>
                  </mc:Choice>
                  <mc:Fallback>
                    <p:oleObj name="" r:id="rId2" imgW="292100" imgH="419100" progId="Equation.3">
                      <p:embed/>
                      <p:pic>
                        <p:nvPicPr>
                          <p:cNvPr id="0" name="图片 3435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1701" y="1797"/>
                            <a:ext cx="184" cy="2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63" name="对象 1305606"/>
              <p:cNvGraphicFramePr/>
              <p:nvPr/>
            </p:nvGraphicFramePr>
            <p:xfrm>
              <a:off x="1725" y="2369"/>
              <a:ext cx="216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41" name="" r:id="rId4" imgW="342900" imgH="431800" progId="Equation.3">
                      <p:embed/>
                    </p:oleObj>
                  </mc:Choice>
                  <mc:Fallback>
                    <p:oleObj name="" r:id="rId4" imgW="342900" imgH="431800" progId="Equation.3">
                      <p:embed/>
                      <p:pic>
                        <p:nvPicPr>
                          <p:cNvPr id="0" name="图片 3440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725" y="2369"/>
                            <a:ext cx="216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64" name="对象 1305608"/>
              <p:cNvGraphicFramePr/>
              <p:nvPr/>
            </p:nvGraphicFramePr>
            <p:xfrm>
              <a:off x="1701" y="3290"/>
              <a:ext cx="216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9" name="" r:id="rId6" imgW="342900" imgH="431800" progId="Equation.3">
                      <p:embed/>
                    </p:oleObj>
                  </mc:Choice>
                  <mc:Fallback>
                    <p:oleObj name="" r:id="rId6" imgW="342900" imgH="431800" progId="Equation.3">
                      <p:embed/>
                      <p:pic>
                        <p:nvPicPr>
                          <p:cNvPr id="0" name="图片 3438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701" y="3290"/>
                            <a:ext cx="216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65" name="对象 1305610"/>
              <p:cNvGraphicFramePr/>
              <p:nvPr/>
            </p:nvGraphicFramePr>
            <p:xfrm>
              <a:off x="870" y="2545"/>
              <a:ext cx="216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8" name="" r:id="rId8" imgW="342900" imgH="431800" progId="Equation.3">
                      <p:embed/>
                    </p:oleObj>
                  </mc:Choice>
                  <mc:Fallback>
                    <p:oleObj name="" r:id="rId8" imgW="342900" imgH="431800" progId="Equation.3">
                      <p:embed/>
                      <p:pic>
                        <p:nvPicPr>
                          <p:cNvPr id="0" name="图片 3437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870" y="2545"/>
                            <a:ext cx="216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66" name="对象 1305612"/>
              <p:cNvGraphicFramePr/>
              <p:nvPr/>
            </p:nvGraphicFramePr>
            <p:xfrm>
              <a:off x="2744" y="1797"/>
              <a:ext cx="216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42" name="" r:id="rId10" imgW="342900" imgH="419100" progId="Equation.3">
                      <p:embed/>
                    </p:oleObj>
                  </mc:Choice>
                  <mc:Fallback>
                    <p:oleObj name="" r:id="rId10" imgW="342900" imgH="419100" progId="Equation.3">
                      <p:embed/>
                      <p:pic>
                        <p:nvPicPr>
                          <p:cNvPr id="0" name="图片 3441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2744" y="1797"/>
                            <a:ext cx="216" cy="2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67" name="对象 1305614"/>
              <p:cNvGraphicFramePr/>
              <p:nvPr/>
            </p:nvGraphicFramePr>
            <p:xfrm>
              <a:off x="2699" y="2478"/>
              <a:ext cx="216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7" name="" r:id="rId12" imgW="342900" imgH="419100" progId="Equation.3">
                      <p:embed/>
                    </p:oleObj>
                  </mc:Choice>
                  <mc:Fallback>
                    <p:oleObj name="" r:id="rId12" imgW="342900" imgH="419100" progId="Equation.3">
                      <p:embed/>
                      <p:pic>
                        <p:nvPicPr>
                          <p:cNvPr id="0" name="图片 3436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2699" y="2478"/>
                            <a:ext cx="216" cy="2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68" name="对象 1305616"/>
              <p:cNvGraphicFramePr/>
              <p:nvPr/>
            </p:nvGraphicFramePr>
            <p:xfrm>
              <a:off x="4162" y="2564"/>
              <a:ext cx="208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5" name="" r:id="rId14" imgW="330200" imgH="431800" progId="Equation.3">
                      <p:embed/>
                    </p:oleObj>
                  </mc:Choice>
                  <mc:Fallback>
                    <p:oleObj name="" r:id="rId14" imgW="330200" imgH="431800" progId="Equation.3">
                      <p:embed/>
                      <p:pic>
                        <p:nvPicPr>
                          <p:cNvPr id="0" name="图片 3434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4162" y="2564"/>
                            <a:ext cx="208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69" name="对象 1305620"/>
              <p:cNvGraphicFramePr/>
              <p:nvPr/>
            </p:nvGraphicFramePr>
            <p:xfrm>
              <a:off x="2699" y="3294"/>
              <a:ext cx="208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40" name="" r:id="rId16" imgW="330200" imgH="431800" progId="Equation.3">
                      <p:embed/>
                    </p:oleObj>
                  </mc:Choice>
                  <mc:Fallback>
                    <p:oleObj name="" r:id="rId16" imgW="330200" imgH="431800" progId="Equation.3">
                      <p:embed/>
                      <p:pic>
                        <p:nvPicPr>
                          <p:cNvPr id="0" name="图片 3439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2699" y="3294"/>
                            <a:ext cx="208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170" name="椭圆 1305625"/>
              <p:cNvSpPr/>
              <p:nvPr/>
            </p:nvSpPr>
            <p:spPr>
              <a:xfrm>
                <a:off x="2997" y="2679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71" name="椭圆 1305626"/>
              <p:cNvSpPr/>
              <p:nvPr/>
            </p:nvSpPr>
            <p:spPr>
              <a:xfrm>
                <a:off x="3016" y="1978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72" name="椭圆 1305628"/>
              <p:cNvSpPr/>
              <p:nvPr/>
            </p:nvSpPr>
            <p:spPr>
              <a:xfrm>
                <a:off x="1999" y="2678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73" name="椭圆 1305629"/>
              <p:cNvSpPr/>
              <p:nvPr/>
            </p:nvSpPr>
            <p:spPr>
              <a:xfrm>
                <a:off x="1156" y="2692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74" name="椭圆 1305630"/>
              <p:cNvSpPr/>
              <p:nvPr/>
            </p:nvSpPr>
            <p:spPr>
              <a:xfrm>
                <a:off x="1998" y="1933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75" name="椭圆 1305631"/>
              <p:cNvSpPr/>
              <p:nvPr/>
            </p:nvSpPr>
            <p:spPr>
              <a:xfrm>
                <a:off x="3010" y="3429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76" name="椭圆 1305632"/>
              <p:cNvSpPr/>
              <p:nvPr/>
            </p:nvSpPr>
            <p:spPr>
              <a:xfrm>
                <a:off x="3968" y="2672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305637" name="直接连接符 1305636"/>
          <p:cNvSpPr/>
          <p:nvPr/>
        </p:nvSpPr>
        <p:spPr>
          <a:xfrm flipV="1">
            <a:off x="3203575" y="4292600"/>
            <a:ext cx="0" cy="11525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05638" name="直接连接符 1305637"/>
          <p:cNvSpPr/>
          <p:nvPr/>
        </p:nvSpPr>
        <p:spPr>
          <a:xfrm>
            <a:off x="1835150" y="4292600"/>
            <a:ext cx="1368425" cy="11525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0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0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0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0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0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0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6628" name="文本框 1306627"/>
          <p:cNvSpPr txBox="1"/>
          <p:nvPr/>
        </p:nvSpPr>
        <p:spPr>
          <a:xfrm>
            <a:off x="611188" y="1397000"/>
            <a:ext cx="82089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 err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Dijkstra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算法：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中从顶点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u</a:t>
            </a:r>
            <a:r>
              <a:rPr lang="en-US" altLang="zh-CN" baseline="-2500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到其余顶点的最短路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6629" name="文本框 1306628"/>
          <p:cNvSpPr txBox="1"/>
          <p:nvPr/>
        </p:nvSpPr>
        <p:spPr>
          <a:xfrm>
            <a:off x="611188" y="1973263"/>
            <a:ext cx="853281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为赋权有向图或无向图，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边上的权均均非负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 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6630" name="文本框 1306629"/>
          <p:cNvSpPr txBox="1"/>
          <p:nvPr/>
        </p:nvSpPr>
        <p:spPr>
          <a:xfrm>
            <a:off x="827088" y="2549525"/>
            <a:ext cx="78501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对每个顶点，定义两个标记（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l(v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z(v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），其中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6631" name="文本框 1306630"/>
          <p:cNvSpPr txBox="1"/>
          <p:nvPr/>
        </p:nvSpPr>
        <p:spPr>
          <a:xfrm>
            <a:off x="1116013" y="3054350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l(v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表从顶点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的一条路的权．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6632" name="文本框 1306631"/>
          <p:cNvSpPr txBox="1"/>
          <p:nvPr/>
        </p:nvSpPr>
        <p:spPr>
          <a:xfrm>
            <a:off x="1116013" y="3573463"/>
            <a:ext cx="76327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z(v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的先驱点，用以确定最短路的路线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6633" name="文本框 1306632"/>
          <p:cNvSpPr txBox="1"/>
          <p:nvPr/>
        </p:nvSpPr>
        <p:spPr>
          <a:xfrm>
            <a:off x="755650" y="4781550"/>
            <a:ext cx="81375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l(v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的最短路的权．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6634" name="文本框 1306633"/>
          <p:cNvSpPr txBox="1"/>
          <p:nvPr/>
        </p:nvSpPr>
        <p:spPr>
          <a:xfrm>
            <a:off x="754063" y="4205288"/>
            <a:ext cx="82819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算法的过程就是在每一步改进这两个标记，使最终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6635" name="文本框 1306634"/>
          <p:cNvSpPr txBox="1"/>
          <p:nvPr/>
        </p:nvSpPr>
        <p:spPr>
          <a:xfrm>
            <a:off x="827088" y="5357813"/>
            <a:ext cx="61928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：具有永久标号的顶点集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6636" name="文本框 1306635"/>
          <p:cNvSpPr txBox="1"/>
          <p:nvPr/>
        </p:nvSpPr>
        <p:spPr>
          <a:xfrm>
            <a:off x="900113" y="5888038"/>
            <a:ext cx="64087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输入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的带权邻接矩阵 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w(u,v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6" name="文本框 1306636"/>
          <p:cNvSpPr txBox="1"/>
          <p:nvPr/>
        </p:nvSpPr>
        <p:spPr>
          <a:xfrm>
            <a:off x="900113" y="533400"/>
            <a:ext cx="78486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B4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备用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将求最短路与最短路径结合起来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3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663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3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663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3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663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33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06633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3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0663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3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0663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6628" grpId="0"/>
      <p:bldP spid="1306629" grpId="0"/>
      <p:bldP spid="130663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7652" name="文本框 1307651"/>
          <p:cNvSpPr txBox="1"/>
          <p:nvPr/>
        </p:nvSpPr>
        <p:spPr>
          <a:xfrm>
            <a:off x="1331913" y="476250"/>
            <a:ext cx="31686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算法步骤：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07654" name="内容占位符 1307653"/>
          <p:cNvGraphicFramePr>
            <a:graphicFrameLocks noGrp="1"/>
          </p:cNvGraphicFramePr>
          <p:nvPr>
            <p:ph sz="quarter"/>
          </p:nvPr>
        </p:nvGraphicFramePr>
        <p:xfrm>
          <a:off x="930275" y="1047750"/>
          <a:ext cx="4957763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8" name="" r:id="rId1" imgW="5327650" imgH="1885315" progId="Word.Document.8">
                  <p:embed/>
                </p:oleObj>
              </mc:Choice>
              <mc:Fallback>
                <p:oleObj name="" r:id="rId1" imgW="5327650" imgH="1885315" progId="Word.Document.8">
                  <p:embed/>
                  <p:pic>
                    <p:nvPicPr>
                      <p:cNvPr id="0" name="图片 34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30275" y="1047750"/>
                        <a:ext cx="4957763" cy="175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7657" name="内容占位符 1307656"/>
          <p:cNvGraphicFramePr>
            <a:graphicFrameLocks noGrp="1"/>
          </p:cNvGraphicFramePr>
          <p:nvPr>
            <p:ph sz="quarter"/>
          </p:nvPr>
        </p:nvGraphicFramePr>
        <p:xfrm>
          <a:off x="900113" y="2452688"/>
          <a:ext cx="716756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5" name="" r:id="rId3" imgW="7417435" imgH="1086485" progId="Word.Document.8">
                  <p:embed/>
                </p:oleObj>
              </mc:Choice>
              <mc:Fallback>
                <p:oleObj name="" r:id="rId3" imgW="7417435" imgH="1086485" progId="Word.Document.8">
                  <p:embed/>
                  <p:pic>
                    <p:nvPicPr>
                      <p:cNvPr id="0" name="图片 34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2452688"/>
                        <a:ext cx="7167562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7661" name="内容占位符 1307660"/>
          <p:cNvGraphicFramePr>
            <a:graphicFrameLocks noGrp="1"/>
          </p:cNvGraphicFramePr>
          <p:nvPr>
            <p:ph sz="quarter"/>
          </p:nvPr>
        </p:nvGraphicFramePr>
        <p:xfrm>
          <a:off x="900113" y="3465513"/>
          <a:ext cx="7386637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6" name="" r:id="rId5" imgW="7630795" imgH="1005840" progId="Word.Document.8">
                  <p:embed/>
                </p:oleObj>
              </mc:Choice>
              <mc:Fallback>
                <p:oleObj name="" r:id="rId5" imgW="7630795" imgH="1005840" progId="Word.Document.8">
                  <p:embed/>
                  <p:pic>
                    <p:nvPicPr>
                      <p:cNvPr id="0" name="图片 34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113" y="3465513"/>
                        <a:ext cx="7386637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7670" name="内容占位符 1307669"/>
          <p:cNvGraphicFramePr>
            <a:graphicFrameLocks noGrp="1"/>
          </p:cNvGraphicFramePr>
          <p:nvPr>
            <p:ph sz="quarter"/>
          </p:nvPr>
        </p:nvGraphicFramePr>
        <p:xfrm>
          <a:off x="971550" y="4410075"/>
          <a:ext cx="54721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7" name="" r:id="rId7" imgW="5492750" imgH="461645" progId="Word.Document.8">
                  <p:embed/>
                </p:oleObj>
              </mc:Choice>
              <mc:Fallback>
                <p:oleObj name="" r:id="rId7" imgW="5492750" imgH="461645" progId="Word.Document.8">
                  <p:embed/>
                  <p:pic>
                    <p:nvPicPr>
                      <p:cNvPr id="0" name="图片 344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1550" y="4410075"/>
                        <a:ext cx="5472113" cy="458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文本框 1307672"/>
          <p:cNvSpPr txBox="1"/>
          <p:nvPr/>
        </p:nvSpPr>
        <p:spPr>
          <a:xfrm>
            <a:off x="900113" y="5949950"/>
            <a:ext cx="61928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07674" name="对象 1307673"/>
          <p:cNvGraphicFramePr/>
          <p:nvPr/>
        </p:nvGraphicFramePr>
        <p:xfrm>
          <a:off x="730250" y="4962525"/>
          <a:ext cx="76581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4" name="" r:id="rId9" imgW="7100570" imgH="1456690" progId="Word.Document.8">
                  <p:embed/>
                </p:oleObj>
              </mc:Choice>
              <mc:Fallback>
                <p:oleObj name="" r:id="rId9" imgW="7100570" imgH="1456690" progId="Word.Document.8">
                  <p:embed/>
                  <p:pic>
                    <p:nvPicPr>
                      <p:cNvPr id="0" name="图片 344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0250" y="4962525"/>
                        <a:ext cx="7658100" cy="156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07687" name="组合 1307686"/>
          <p:cNvGrpSpPr/>
          <p:nvPr/>
        </p:nvGrpSpPr>
        <p:grpSpPr>
          <a:xfrm>
            <a:off x="5003800" y="260350"/>
            <a:ext cx="3744913" cy="2232025"/>
            <a:chOff x="3016" y="210"/>
            <a:chExt cx="2359" cy="1406"/>
          </a:xfrm>
        </p:grpSpPr>
        <p:sp>
          <p:nvSpPr>
            <p:cNvPr id="51209" name="直接连接符 1307677"/>
            <p:cNvSpPr/>
            <p:nvPr/>
          </p:nvSpPr>
          <p:spPr>
            <a:xfrm>
              <a:off x="3424" y="617"/>
              <a:ext cx="636" cy="6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</p:spPr>
        </p:sp>
        <p:grpSp>
          <p:nvGrpSpPr>
            <p:cNvPr id="51210" name="组合 1307685"/>
            <p:cNvGrpSpPr/>
            <p:nvPr/>
          </p:nvGrpSpPr>
          <p:grpSpPr>
            <a:xfrm>
              <a:off x="3016" y="210"/>
              <a:ext cx="2359" cy="1406"/>
              <a:chOff x="3016" y="210"/>
              <a:chExt cx="2359" cy="1406"/>
            </a:xfrm>
          </p:grpSpPr>
          <p:sp>
            <p:nvSpPr>
              <p:cNvPr id="51211" name="直接连接符 1307676"/>
              <p:cNvSpPr/>
              <p:nvPr/>
            </p:nvSpPr>
            <p:spPr>
              <a:xfrm>
                <a:off x="3424" y="617"/>
                <a:ext cx="145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oval" w="med" len="med"/>
                <a:tailEnd type="oval" w="med" len="med"/>
              </a:ln>
            </p:spPr>
          </p:sp>
          <p:sp>
            <p:nvSpPr>
              <p:cNvPr id="51212" name="直接连接符 1307678"/>
              <p:cNvSpPr/>
              <p:nvPr/>
            </p:nvSpPr>
            <p:spPr>
              <a:xfrm flipH="1">
                <a:off x="4059" y="617"/>
                <a:ext cx="817" cy="6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1213" name="文本框 1307679"/>
              <p:cNvSpPr txBox="1"/>
              <p:nvPr/>
            </p:nvSpPr>
            <p:spPr>
              <a:xfrm>
                <a:off x="3923" y="210"/>
                <a:ext cx="68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i="1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l(v</a:t>
                </a: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14" name="文本框 1307680"/>
              <p:cNvSpPr txBox="1"/>
              <p:nvPr/>
            </p:nvSpPr>
            <p:spPr>
              <a:xfrm>
                <a:off x="3016" y="391"/>
                <a:ext cx="45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i="1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15" name="文本框 1307681"/>
              <p:cNvSpPr txBox="1"/>
              <p:nvPr/>
            </p:nvSpPr>
            <p:spPr>
              <a:xfrm>
                <a:off x="4921" y="436"/>
                <a:ext cx="45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endPara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16" name="文本框 1307682"/>
              <p:cNvSpPr txBox="1"/>
              <p:nvPr/>
            </p:nvSpPr>
            <p:spPr>
              <a:xfrm>
                <a:off x="3198" y="845"/>
                <a:ext cx="68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i="1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l(u</a:t>
                </a: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17" name="文本框 1307683"/>
              <p:cNvSpPr txBox="1"/>
              <p:nvPr/>
            </p:nvSpPr>
            <p:spPr>
              <a:xfrm>
                <a:off x="3923" y="1289"/>
                <a:ext cx="49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18" name="文本框 1307684"/>
              <p:cNvSpPr txBox="1"/>
              <p:nvPr/>
            </p:nvSpPr>
            <p:spPr>
              <a:xfrm>
                <a:off x="4467" y="880"/>
                <a:ext cx="90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i="1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w(u,v</a:t>
                </a:r>
                <a:r>
                  <a:rPr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0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765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12772" name="图片 13127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916113"/>
            <a:ext cx="3384550" cy="273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12773" name="文本框 1312772"/>
          <p:cNvSpPr txBox="1"/>
          <p:nvPr/>
        </p:nvSpPr>
        <p:spPr>
          <a:xfrm>
            <a:off x="4572000" y="765175"/>
            <a:ext cx="417671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首先写出带权邻接矩阵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12774" name="对象 1312773"/>
          <p:cNvGraphicFramePr/>
          <p:nvPr/>
        </p:nvGraphicFramePr>
        <p:xfrm>
          <a:off x="4141788" y="1628775"/>
          <a:ext cx="4535487" cy="385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3" name="" r:id="rId2" imgW="5397500" imgH="4165600" progId="Equation.3">
                  <p:embed/>
                </p:oleObj>
              </mc:Choice>
              <mc:Fallback>
                <p:oleObj name="" r:id="rId2" imgW="5397500" imgH="4165600" progId="Equation.3">
                  <p:embed/>
                  <p:pic>
                    <p:nvPicPr>
                      <p:cNvPr id="0" name="图片 344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41788" y="1628775"/>
                        <a:ext cx="4535487" cy="3854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文本框 1312774"/>
          <p:cNvSpPr txBox="1"/>
          <p:nvPr/>
        </p:nvSpPr>
        <p:spPr>
          <a:xfrm>
            <a:off x="1671638" y="3736975"/>
            <a:ext cx="26844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29" name="文本框 1312775"/>
          <p:cNvSpPr txBox="1"/>
          <p:nvPr/>
        </p:nvSpPr>
        <p:spPr>
          <a:xfrm>
            <a:off x="755650" y="765175"/>
            <a:ext cx="374491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2780" name="文本框 1312779"/>
          <p:cNvSpPr txBox="1"/>
          <p:nvPr/>
        </p:nvSpPr>
        <p:spPr>
          <a:xfrm>
            <a:off x="755650" y="620713"/>
            <a:ext cx="3671888" cy="9461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例  求下图从顶点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到其余顶点的最短路．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2781" name="文本框 1312780"/>
          <p:cNvSpPr txBox="1"/>
          <p:nvPr/>
        </p:nvSpPr>
        <p:spPr>
          <a:xfrm>
            <a:off x="1042988" y="5229225"/>
            <a:ext cx="3529012" cy="9461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因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是无向图，故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是对称阵．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2773" grpId="0"/>
      <p:bldP spid="1312780" grpId="0"/>
      <p:bldP spid="131278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13797" name="内容占位符 1313796"/>
          <p:cNvGraphicFramePr>
            <a:graphicFrameLocks noGrp="1"/>
          </p:cNvGraphicFramePr>
          <p:nvPr>
            <p:ph/>
          </p:nvPr>
        </p:nvGraphicFramePr>
        <p:xfrm>
          <a:off x="395288" y="692150"/>
          <a:ext cx="8208962" cy="532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9" name="" r:id="rId1" imgW="5053330" imgH="3954780" progId="Word.Document.8">
                  <p:embed/>
                </p:oleObj>
              </mc:Choice>
              <mc:Fallback>
                <p:oleObj name="" r:id="rId1" imgW="5053330" imgH="3954780" progId="Word.Document.8">
                  <p:embed/>
                  <p:pic>
                    <p:nvPicPr>
                      <p:cNvPr id="0" name="图片 34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692150"/>
                        <a:ext cx="8208962" cy="5329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15844" name="图片 13158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476250"/>
            <a:ext cx="7488237" cy="2160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15845" name="直接连接符 1315844"/>
          <p:cNvSpPr/>
          <p:nvPr/>
        </p:nvSpPr>
        <p:spPr>
          <a:xfrm flipV="1">
            <a:off x="3203575" y="3141663"/>
            <a:ext cx="0" cy="11509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15846" name="直接连接符 1315845"/>
          <p:cNvSpPr/>
          <p:nvPr/>
        </p:nvSpPr>
        <p:spPr>
          <a:xfrm flipV="1">
            <a:off x="3203575" y="3213100"/>
            <a:ext cx="1584325" cy="10795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15847" name="直接连接符 1315846"/>
          <p:cNvSpPr/>
          <p:nvPr/>
        </p:nvSpPr>
        <p:spPr>
          <a:xfrm flipH="1" flipV="1">
            <a:off x="4849813" y="3182938"/>
            <a:ext cx="1511300" cy="10795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15848" name="直接连接符 1315847"/>
          <p:cNvSpPr/>
          <p:nvPr/>
        </p:nvSpPr>
        <p:spPr>
          <a:xfrm>
            <a:off x="4767263" y="4292600"/>
            <a:ext cx="15843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15849" name="直接连接符 1315848"/>
          <p:cNvSpPr/>
          <p:nvPr/>
        </p:nvSpPr>
        <p:spPr>
          <a:xfrm flipV="1">
            <a:off x="4829175" y="4292600"/>
            <a:ext cx="1512888" cy="11525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315850" name="组合 1315849"/>
          <p:cNvGrpSpPr/>
          <p:nvPr/>
        </p:nvGrpSpPr>
        <p:grpSpPr>
          <a:xfrm>
            <a:off x="1381125" y="2852738"/>
            <a:ext cx="5556250" cy="2814637"/>
            <a:chOff x="870" y="1797"/>
            <a:chExt cx="3500" cy="1773"/>
          </a:xfrm>
        </p:grpSpPr>
        <p:sp>
          <p:nvSpPr>
            <p:cNvPr id="54280" name="椭圆 1315850"/>
            <p:cNvSpPr/>
            <p:nvPr/>
          </p:nvSpPr>
          <p:spPr>
            <a:xfrm>
              <a:off x="2005" y="3405"/>
              <a:ext cx="45" cy="4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4281" name="组合 1315851"/>
            <p:cNvGrpSpPr/>
            <p:nvPr/>
          </p:nvGrpSpPr>
          <p:grpSpPr>
            <a:xfrm>
              <a:off x="870" y="1797"/>
              <a:ext cx="3500" cy="1773"/>
              <a:chOff x="870" y="1797"/>
              <a:chExt cx="3500" cy="1773"/>
            </a:xfrm>
          </p:grpSpPr>
          <p:graphicFrame>
            <p:nvGraphicFramePr>
              <p:cNvPr id="54282" name="对象 1315852"/>
              <p:cNvGraphicFramePr/>
              <p:nvPr/>
            </p:nvGraphicFramePr>
            <p:xfrm>
              <a:off x="1701" y="1797"/>
              <a:ext cx="184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53" name="" r:id="rId2" imgW="292100" imgH="419100" progId="Equation.3">
                      <p:embed/>
                    </p:oleObj>
                  </mc:Choice>
                  <mc:Fallback>
                    <p:oleObj name="" r:id="rId2" imgW="292100" imgH="419100" progId="Equation.3">
                      <p:embed/>
                      <p:pic>
                        <p:nvPicPr>
                          <p:cNvPr id="0" name="图片 3452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1701" y="1797"/>
                            <a:ext cx="184" cy="2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83" name="对象 1315853"/>
              <p:cNvGraphicFramePr/>
              <p:nvPr/>
            </p:nvGraphicFramePr>
            <p:xfrm>
              <a:off x="1725" y="2369"/>
              <a:ext cx="216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57" name="" r:id="rId4" imgW="342900" imgH="431800" progId="Equation.3">
                      <p:embed/>
                    </p:oleObj>
                  </mc:Choice>
                  <mc:Fallback>
                    <p:oleObj name="" r:id="rId4" imgW="342900" imgH="431800" progId="Equation.3">
                      <p:embed/>
                      <p:pic>
                        <p:nvPicPr>
                          <p:cNvPr id="0" name="图片 3456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725" y="2369"/>
                            <a:ext cx="216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84" name="对象 1315854"/>
              <p:cNvGraphicFramePr/>
              <p:nvPr/>
            </p:nvGraphicFramePr>
            <p:xfrm>
              <a:off x="1701" y="3290"/>
              <a:ext cx="216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54" name="" r:id="rId6" imgW="342900" imgH="431800" progId="Equation.3">
                      <p:embed/>
                    </p:oleObj>
                  </mc:Choice>
                  <mc:Fallback>
                    <p:oleObj name="" r:id="rId6" imgW="342900" imgH="431800" progId="Equation.3">
                      <p:embed/>
                      <p:pic>
                        <p:nvPicPr>
                          <p:cNvPr id="0" name="图片 3453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701" y="3290"/>
                            <a:ext cx="216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85" name="对象 1315855"/>
              <p:cNvGraphicFramePr/>
              <p:nvPr/>
            </p:nvGraphicFramePr>
            <p:xfrm>
              <a:off x="870" y="2545"/>
              <a:ext cx="216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55" name="" r:id="rId8" imgW="342900" imgH="431800" progId="Equation.3">
                      <p:embed/>
                    </p:oleObj>
                  </mc:Choice>
                  <mc:Fallback>
                    <p:oleObj name="" r:id="rId8" imgW="342900" imgH="431800" progId="Equation.3">
                      <p:embed/>
                      <p:pic>
                        <p:nvPicPr>
                          <p:cNvPr id="0" name="图片 3454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870" y="2545"/>
                            <a:ext cx="216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86" name="对象 1315856"/>
              <p:cNvGraphicFramePr/>
              <p:nvPr/>
            </p:nvGraphicFramePr>
            <p:xfrm>
              <a:off x="2744" y="1797"/>
              <a:ext cx="216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50" name="" r:id="rId10" imgW="342900" imgH="419100" progId="Equation.3">
                      <p:embed/>
                    </p:oleObj>
                  </mc:Choice>
                  <mc:Fallback>
                    <p:oleObj name="" r:id="rId10" imgW="342900" imgH="419100" progId="Equation.3">
                      <p:embed/>
                      <p:pic>
                        <p:nvPicPr>
                          <p:cNvPr id="0" name="图片 3449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2744" y="1797"/>
                            <a:ext cx="216" cy="2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87" name="对象 1315857"/>
              <p:cNvGraphicFramePr/>
              <p:nvPr/>
            </p:nvGraphicFramePr>
            <p:xfrm>
              <a:off x="2699" y="2478"/>
              <a:ext cx="216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52" name="" r:id="rId12" imgW="342900" imgH="419100" progId="Equation.3">
                      <p:embed/>
                    </p:oleObj>
                  </mc:Choice>
                  <mc:Fallback>
                    <p:oleObj name="" r:id="rId12" imgW="342900" imgH="419100" progId="Equation.3">
                      <p:embed/>
                      <p:pic>
                        <p:nvPicPr>
                          <p:cNvPr id="0" name="图片 3451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2699" y="2478"/>
                            <a:ext cx="216" cy="2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88" name="对象 1315858"/>
              <p:cNvGraphicFramePr/>
              <p:nvPr/>
            </p:nvGraphicFramePr>
            <p:xfrm>
              <a:off x="4162" y="2564"/>
              <a:ext cx="208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51" name="" r:id="rId14" imgW="330200" imgH="431800" progId="Equation.3">
                      <p:embed/>
                    </p:oleObj>
                  </mc:Choice>
                  <mc:Fallback>
                    <p:oleObj name="" r:id="rId14" imgW="330200" imgH="431800" progId="Equation.3">
                      <p:embed/>
                      <p:pic>
                        <p:nvPicPr>
                          <p:cNvPr id="0" name="图片 3450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4162" y="2564"/>
                            <a:ext cx="208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89" name="对象 1315859"/>
              <p:cNvGraphicFramePr/>
              <p:nvPr/>
            </p:nvGraphicFramePr>
            <p:xfrm>
              <a:off x="2699" y="3294"/>
              <a:ext cx="208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56" name="" r:id="rId16" imgW="330200" imgH="431800" progId="Equation.3">
                      <p:embed/>
                    </p:oleObj>
                  </mc:Choice>
                  <mc:Fallback>
                    <p:oleObj name="" r:id="rId16" imgW="330200" imgH="431800" progId="Equation.3">
                      <p:embed/>
                      <p:pic>
                        <p:nvPicPr>
                          <p:cNvPr id="0" name="图片 3455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2699" y="3294"/>
                            <a:ext cx="208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4290" name="椭圆 1315860"/>
              <p:cNvSpPr/>
              <p:nvPr/>
            </p:nvSpPr>
            <p:spPr>
              <a:xfrm>
                <a:off x="2997" y="2679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291" name="椭圆 1315861"/>
              <p:cNvSpPr/>
              <p:nvPr/>
            </p:nvSpPr>
            <p:spPr>
              <a:xfrm>
                <a:off x="3016" y="1978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292" name="椭圆 1315862"/>
              <p:cNvSpPr/>
              <p:nvPr/>
            </p:nvSpPr>
            <p:spPr>
              <a:xfrm>
                <a:off x="1999" y="2678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293" name="椭圆 1315863"/>
              <p:cNvSpPr/>
              <p:nvPr/>
            </p:nvSpPr>
            <p:spPr>
              <a:xfrm>
                <a:off x="1156" y="2692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294" name="椭圆 1315864"/>
              <p:cNvSpPr/>
              <p:nvPr/>
            </p:nvSpPr>
            <p:spPr>
              <a:xfrm>
                <a:off x="1998" y="1933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295" name="椭圆 1315865"/>
              <p:cNvSpPr/>
              <p:nvPr/>
            </p:nvSpPr>
            <p:spPr>
              <a:xfrm>
                <a:off x="3010" y="3429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296" name="椭圆 1315866"/>
              <p:cNvSpPr/>
              <p:nvPr/>
            </p:nvSpPr>
            <p:spPr>
              <a:xfrm>
                <a:off x="3968" y="2672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315868" name="直接连接符 1315867"/>
          <p:cNvSpPr/>
          <p:nvPr/>
        </p:nvSpPr>
        <p:spPr>
          <a:xfrm flipV="1">
            <a:off x="3203575" y="4292600"/>
            <a:ext cx="0" cy="11525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15869" name="直接连接符 1315868"/>
          <p:cNvSpPr/>
          <p:nvPr/>
        </p:nvSpPr>
        <p:spPr>
          <a:xfrm>
            <a:off x="1835150" y="4292600"/>
            <a:ext cx="1368425" cy="11525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15870" name="文本框 1315869">
            <a:hlinkClick r:id="rId18" action="ppaction://hlinkfile"/>
          </p:cNvPr>
          <p:cNvSpPr txBox="1"/>
          <p:nvPr/>
        </p:nvSpPr>
        <p:spPr>
          <a:xfrm>
            <a:off x="971550" y="5949950"/>
            <a:ext cx="47529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见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Matlab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程序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hlinkClick r:id="rId19" action="ppaction://hlinkfile"/>
              </a:rPr>
              <a:t>Dijkstra.doc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1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1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1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1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1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1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1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587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7890" name="标题 1317889"/>
          <p:cNvSpPr>
            <a:spLocks noGrp="1"/>
          </p:cNvSpPr>
          <p:nvPr>
            <p:ph type="title"/>
          </p:nvPr>
        </p:nvSpPr>
        <p:spPr>
          <a:xfrm>
            <a:off x="914400" y="404813"/>
            <a:ext cx="7696200" cy="1143000"/>
          </a:xfrm>
        </p:spPr>
        <p:txBody>
          <a:bodyPr anchor="ctr"/>
          <a:p>
            <a:r>
              <a:rPr lang="en-US" altLang="zh-CN" dirty="0"/>
              <a:t>2) </a:t>
            </a:r>
            <a:r>
              <a:rPr lang="zh-CN" altLang="en-US" dirty="0"/>
              <a:t>求赋权图中任意两顶点间的最短路</a:t>
            </a:r>
            <a:endParaRPr lang="zh-CN" altLang="en-US" dirty="0"/>
          </a:p>
        </p:txBody>
      </p:sp>
      <p:sp>
        <p:nvSpPr>
          <p:cNvPr id="1317891" name="内容占位符 1317890"/>
          <p:cNvSpPr>
            <a:spLocks noGrp="1"/>
          </p:cNvSpPr>
          <p:nvPr>
            <p:ph idx="1"/>
          </p:nvPr>
        </p:nvSpPr>
        <p:spPr>
          <a:xfrm>
            <a:off x="1042988" y="1600200"/>
            <a:ext cx="5483225" cy="533400"/>
          </a:xfrm>
          <a:noFill/>
          <a:ln>
            <a:noFill/>
          </a:ln>
        </p:spPr>
        <p:txBody>
          <a:bodyPr anchor="t"/>
          <a:p>
            <a:pPr>
              <a:spcBef>
                <a:spcPct val="50000"/>
              </a:spcBef>
            </a:pPr>
            <a:r>
              <a:rPr lang="zh-CN" altLang="en-US" dirty="0"/>
              <a:t>算法的基本思想</a:t>
            </a:r>
            <a:endParaRPr lang="zh-CN" altLang="en-US" dirty="0"/>
          </a:p>
        </p:txBody>
      </p:sp>
      <p:sp>
        <p:nvSpPr>
          <p:cNvPr id="1317892" name="文本框 1317891"/>
          <p:cNvSpPr txBox="1"/>
          <p:nvPr/>
        </p:nvSpPr>
        <p:spPr>
          <a:xfrm>
            <a:off x="1042988" y="2276475"/>
            <a:ext cx="58324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）求距离矩阵的方法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7893" name="文本框 1317892"/>
          <p:cNvSpPr txBox="1"/>
          <p:nvPr/>
        </p:nvSpPr>
        <p:spPr>
          <a:xfrm>
            <a:off x="1042988" y="2924175"/>
            <a:ext cx="62658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）求路径矩阵的方法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7894" name="文本框 1317893"/>
          <p:cNvSpPr txBox="1"/>
          <p:nvPr/>
        </p:nvSpPr>
        <p:spPr>
          <a:xfrm>
            <a:off x="1042988" y="3716338"/>
            <a:ext cx="547211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III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）查找最短路路径的方法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7895" name="文本框 1317894"/>
          <p:cNvSpPr txBox="1"/>
          <p:nvPr/>
        </p:nvSpPr>
        <p:spPr>
          <a:xfrm>
            <a:off x="1042988" y="4581525"/>
            <a:ext cx="74168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Clr>
                <a:schemeClr val="bg1"/>
              </a:buClr>
              <a:buChar char="•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Floyd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算法：求任意两顶点间的最短路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7896" name="文本框 1317895"/>
          <p:cNvSpPr txBox="1"/>
          <p:nvPr/>
        </p:nvSpPr>
        <p:spPr>
          <a:xfrm>
            <a:off x="1042988" y="5373688"/>
            <a:ext cx="53292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举例说明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789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789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1789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7890" grpId="0"/>
      <p:bldP spid="1317893" grpId="0"/>
      <p:bldP spid="1317894" grpId="0"/>
      <p:bldP spid="131789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8914" name="标题 1318913"/>
          <p:cNvSpPr>
            <a:spLocks noGrp="1"/>
          </p:cNvSpPr>
          <p:nvPr>
            <p:ph type="title"/>
          </p:nvPr>
        </p:nvSpPr>
        <p:spPr>
          <a:xfrm>
            <a:off x="1196975" y="609600"/>
            <a:ext cx="5680075" cy="1143000"/>
          </a:xfrm>
        </p:spPr>
        <p:txBody>
          <a:bodyPr anchor="ctr"/>
          <a:p>
            <a:br>
              <a:rPr lang="en-US" altLang="zh-CN" sz="2800" dirty="0"/>
            </a:br>
            <a:r>
              <a:rPr lang="zh-CN" altLang="en-US" sz="2800" dirty="0"/>
              <a:t>算法的基本思想</a:t>
            </a:r>
            <a:br>
              <a:rPr lang="zh-CN" altLang="en-US" sz="3200" dirty="0"/>
            </a:br>
            <a:endParaRPr lang="zh-CN" altLang="en-US" sz="3200" dirty="0"/>
          </a:p>
        </p:txBody>
      </p:sp>
      <p:graphicFrame>
        <p:nvGraphicFramePr>
          <p:cNvPr id="1318917" name="内容占位符 1318916"/>
          <p:cNvGraphicFramePr>
            <a:graphicFrameLocks noGrp="1"/>
          </p:cNvGraphicFramePr>
          <p:nvPr>
            <p:ph/>
          </p:nvPr>
        </p:nvGraphicFramePr>
        <p:xfrm>
          <a:off x="1276350" y="2133600"/>
          <a:ext cx="6819900" cy="300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" name="" r:id="rId1" imgW="7277100" imgH="2818130" progId="Word.Document.8">
                  <p:embed/>
                </p:oleObj>
              </mc:Choice>
              <mc:Fallback>
                <p:oleObj name="" r:id="rId1" imgW="7277100" imgH="2818130" progId="Word.Document.8">
                  <p:embed/>
                  <p:pic>
                    <p:nvPicPr>
                      <p:cNvPr id="0" name="图片 346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6350" y="2133600"/>
                        <a:ext cx="6819900" cy="300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对象 1318918"/>
          <p:cNvGraphicFramePr>
            <a:graphicFrameLocks noGrp="1"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" name="" r:id="rId3" imgW="6094730" imgH="4049395" progId="Word.Document.8">
                  <p:embed/>
                </p:oleObj>
              </mc:Choice>
              <mc:Fallback>
                <p:oleObj name="" r:id="rId3" imgW="6094730" imgH="4049395" progId="Word.Document.8">
                  <p:embed/>
                  <p:pic>
                    <p:nvPicPr>
                      <p:cNvPr id="0" name="图片 346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89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62" name="标题 1320961"/>
          <p:cNvSpPr>
            <a:spLocks noGrp="1"/>
          </p:cNvSpPr>
          <p:nvPr>
            <p:ph type="title" sz="quarter"/>
          </p:nvPr>
        </p:nvSpPr>
        <p:spPr>
          <a:xfrm>
            <a:off x="914400" y="549275"/>
            <a:ext cx="7696200" cy="647700"/>
          </a:xfrm>
        </p:spPr>
        <p:txBody>
          <a:bodyPr anchor="ctr"/>
          <a:p>
            <a:r>
              <a:rPr lang="zh-CN" altLang="en-US" sz="2800" dirty="0"/>
              <a:t>（</a:t>
            </a:r>
            <a:r>
              <a:rPr lang="en-US" altLang="zh-CN" sz="2800" dirty="0"/>
              <a:t>I</a:t>
            </a:r>
            <a:r>
              <a:rPr lang="zh-CN" altLang="en-US" sz="2800" dirty="0"/>
              <a:t>）求距离矩阵的方法</a:t>
            </a:r>
            <a:r>
              <a:rPr lang="en-US" altLang="zh-CN" sz="2800"/>
              <a:t>.</a:t>
            </a:r>
            <a:endParaRPr lang="en-US" altLang="zh-CN" sz="2800"/>
          </a:p>
        </p:txBody>
      </p:sp>
      <p:graphicFrame>
        <p:nvGraphicFramePr>
          <p:cNvPr id="1320964" name="内容占位符 1320963"/>
          <p:cNvGraphicFramePr>
            <a:graphicFrameLocks noGrp="1"/>
          </p:cNvGraphicFramePr>
          <p:nvPr>
            <p:ph sz="quarter"/>
          </p:nvPr>
        </p:nvGraphicFramePr>
        <p:xfrm>
          <a:off x="827088" y="1196975"/>
          <a:ext cx="756285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8" name="" r:id="rId1" imgW="7324090" imgH="792480" progId="Word.Document.8">
                  <p:embed/>
                </p:oleObj>
              </mc:Choice>
              <mc:Fallback>
                <p:oleObj name="" r:id="rId1" imgW="7324090" imgH="792480" progId="Word.Document.8">
                  <p:embed/>
                  <p:pic>
                    <p:nvPicPr>
                      <p:cNvPr id="0" name="图片 34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1196975"/>
                        <a:ext cx="7562850" cy="817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0967" name="内容占位符 1320966"/>
          <p:cNvGraphicFramePr>
            <a:graphicFrameLocks noGrp="1"/>
          </p:cNvGraphicFramePr>
          <p:nvPr>
            <p:ph sz="quarter"/>
          </p:nvPr>
        </p:nvGraphicFramePr>
        <p:xfrm>
          <a:off x="1042988" y="1844675"/>
          <a:ext cx="7691437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" name="" r:id="rId3" imgW="9052560" imgH="1466215" progId="Word.Document.8">
                  <p:embed/>
                </p:oleObj>
              </mc:Choice>
              <mc:Fallback>
                <p:oleObj name="" r:id="rId3" imgW="9052560" imgH="1466215" progId="Word.Document.8">
                  <p:embed/>
                  <p:pic>
                    <p:nvPicPr>
                      <p:cNvPr id="0" name="图片 347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2988" y="1844675"/>
                        <a:ext cx="7691437" cy="1243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0970" name="内容占位符 1320969"/>
          <p:cNvGraphicFramePr>
            <a:graphicFrameLocks noGrp="1"/>
          </p:cNvGraphicFramePr>
          <p:nvPr>
            <p:ph sz="quarter"/>
          </p:nvPr>
        </p:nvGraphicFramePr>
        <p:xfrm>
          <a:off x="900113" y="2852738"/>
          <a:ext cx="7848600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7" name="" r:id="rId5" imgW="9261475" imgH="2584450" progId="Word.Document.8">
                  <p:embed/>
                </p:oleObj>
              </mc:Choice>
              <mc:Fallback>
                <p:oleObj name="" r:id="rId5" imgW="9261475" imgH="2584450" progId="Word.Document.8">
                  <p:embed/>
                  <p:pic>
                    <p:nvPicPr>
                      <p:cNvPr id="0" name="图片 346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113" y="2852738"/>
                        <a:ext cx="7848600" cy="218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0973" name="内容占位符 1320972"/>
          <p:cNvGraphicFramePr>
            <a:graphicFrameLocks noGrp="1"/>
          </p:cNvGraphicFramePr>
          <p:nvPr>
            <p:ph sz="quarter"/>
          </p:nvPr>
        </p:nvGraphicFramePr>
        <p:xfrm>
          <a:off x="774700" y="5084763"/>
          <a:ext cx="7902575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2" name="" r:id="rId7" imgW="9916795" imgH="1386840" progId="Word.Document.8">
                  <p:embed/>
                </p:oleObj>
              </mc:Choice>
              <mc:Fallback>
                <p:oleObj name="" r:id="rId7" imgW="9916795" imgH="1386840" progId="Word.Document.8">
                  <p:embed/>
                  <p:pic>
                    <p:nvPicPr>
                      <p:cNvPr id="0" name="图片 347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4700" y="5084763"/>
                        <a:ext cx="7902575" cy="1223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2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2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6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6082" name="标题 1326081"/>
          <p:cNvSpPr>
            <a:spLocks noGrp="1"/>
          </p:cNvSpPr>
          <p:nvPr>
            <p:ph type="title" sz="quarter"/>
          </p:nvPr>
        </p:nvSpPr>
        <p:spPr>
          <a:xfrm>
            <a:off x="914400" y="404813"/>
            <a:ext cx="7696200" cy="792162"/>
          </a:xfrm>
        </p:spPr>
        <p:txBody>
          <a:bodyPr anchor="ctr"/>
          <a:p>
            <a:r>
              <a:rPr lang="zh-CN" altLang="en-US" sz="2800" dirty="0"/>
              <a:t>（</a:t>
            </a:r>
            <a:r>
              <a:rPr lang="en-US" altLang="zh-CN" sz="2800" dirty="0"/>
              <a:t>II</a:t>
            </a:r>
            <a:r>
              <a:rPr lang="zh-CN" altLang="en-US" sz="2800" dirty="0"/>
              <a:t>）求路径矩阵的方法</a:t>
            </a:r>
            <a:r>
              <a:rPr lang="en-US" altLang="zh-CN" sz="2800"/>
              <a:t>.</a:t>
            </a:r>
            <a:endParaRPr lang="en-US" altLang="zh-CN" sz="2800"/>
          </a:p>
        </p:txBody>
      </p:sp>
      <p:graphicFrame>
        <p:nvGraphicFramePr>
          <p:cNvPr id="1326087" name="内容占位符 1326086"/>
          <p:cNvGraphicFramePr>
            <a:graphicFrameLocks noGrp="1"/>
          </p:cNvGraphicFramePr>
          <p:nvPr>
            <p:ph sz="quarter"/>
          </p:nvPr>
        </p:nvGraphicFramePr>
        <p:xfrm>
          <a:off x="685800" y="1557338"/>
          <a:ext cx="762000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" name="" r:id="rId1" imgW="8717280" imgH="1234440" progId="Word.Document.8">
                  <p:embed/>
                </p:oleObj>
              </mc:Choice>
              <mc:Fallback>
                <p:oleObj name="" r:id="rId1" imgW="8717280" imgH="1234440" progId="Word.Document.8">
                  <p:embed/>
                  <p:pic>
                    <p:nvPicPr>
                      <p:cNvPr id="0" name="图片 345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1557338"/>
                        <a:ext cx="7620000" cy="1077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6090" name="内容占位符 1326089"/>
          <p:cNvGraphicFramePr>
            <a:graphicFrameLocks noGrp="1"/>
          </p:cNvGraphicFramePr>
          <p:nvPr>
            <p:ph sz="quarter"/>
          </p:nvPr>
        </p:nvGraphicFramePr>
        <p:xfrm>
          <a:off x="1241425" y="2492375"/>
          <a:ext cx="547211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0" name="" r:id="rId3" imgW="6066790" imgH="722630" progId="Word.Document.8">
                  <p:embed/>
                </p:oleObj>
              </mc:Choice>
              <mc:Fallback>
                <p:oleObj name="" r:id="rId3" imgW="6066790" imgH="722630" progId="Word.Document.8">
                  <p:embed/>
                  <p:pic>
                    <p:nvPicPr>
                      <p:cNvPr id="0" name="图片 345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41425" y="2492375"/>
                        <a:ext cx="5472113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6094" name="内容占位符 1326093"/>
          <p:cNvGraphicFramePr>
            <a:graphicFrameLocks noGrp="1"/>
          </p:cNvGraphicFramePr>
          <p:nvPr>
            <p:ph sz="quarter"/>
          </p:nvPr>
        </p:nvGraphicFramePr>
        <p:xfrm>
          <a:off x="611188" y="2924175"/>
          <a:ext cx="8066087" cy="263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" name="" r:id="rId5" imgW="9819005" imgH="3209290" progId="Word.Document.8">
                  <p:embed/>
                </p:oleObj>
              </mc:Choice>
              <mc:Fallback>
                <p:oleObj name="" r:id="rId5" imgW="9819005" imgH="3209290" progId="Word.Document.8">
                  <p:embed/>
                  <p:pic>
                    <p:nvPicPr>
                      <p:cNvPr id="0" name="图片 346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188" y="2924175"/>
                        <a:ext cx="8066087" cy="2635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6084" name="文本框 1326083"/>
          <p:cNvSpPr txBox="1"/>
          <p:nvPr/>
        </p:nvSpPr>
        <p:spPr>
          <a:xfrm>
            <a:off x="1187450" y="1052513"/>
            <a:ext cx="73453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lr>
                <a:schemeClr val="bg1"/>
              </a:buClr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在建立距离矩阵的同时可建立路径矩阵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．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74" name="文本框 1326095"/>
          <p:cNvSpPr txBox="1"/>
          <p:nvPr/>
        </p:nvSpPr>
        <p:spPr>
          <a:xfrm>
            <a:off x="900113" y="6165850"/>
            <a:ext cx="54006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26097" name="内容占位符 1326096"/>
          <p:cNvGraphicFramePr>
            <a:graphicFrameLocks noGrp="1"/>
          </p:cNvGraphicFramePr>
          <p:nvPr>
            <p:ph sz="quarter"/>
          </p:nvPr>
        </p:nvGraphicFramePr>
        <p:xfrm>
          <a:off x="539750" y="5486400"/>
          <a:ext cx="81375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1" name="" r:id="rId7" imgW="9030970" imgH="1188720" progId="Word.Document.8">
                  <p:embed/>
                </p:oleObj>
              </mc:Choice>
              <mc:Fallback>
                <p:oleObj name="" r:id="rId7" imgW="9030970" imgH="1188720" progId="Word.Document.8">
                  <p:embed/>
                  <p:pic>
                    <p:nvPicPr>
                      <p:cNvPr id="0" name="图片 346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9750" y="5486400"/>
                        <a:ext cx="8137525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2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2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2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6082" grpId="0"/>
      <p:bldP spid="132608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31256" name="组合 1331255"/>
          <p:cNvGrpSpPr/>
          <p:nvPr/>
        </p:nvGrpSpPr>
        <p:grpSpPr>
          <a:xfrm>
            <a:off x="755650" y="4983163"/>
            <a:ext cx="7870825" cy="960437"/>
            <a:chOff x="476" y="3139"/>
            <a:chExt cx="4958" cy="605"/>
          </a:xfrm>
        </p:grpSpPr>
        <p:sp>
          <p:nvSpPr>
            <p:cNvPr id="59394" name="椭圆 1331223"/>
            <p:cNvSpPr/>
            <p:nvPr/>
          </p:nvSpPr>
          <p:spPr>
            <a:xfrm>
              <a:off x="483" y="3139"/>
              <a:ext cx="96" cy="9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395" name="椭圆 1331224"/>
            <p:cNvSpPr/>
            <p:nvPr/>
          </p:nvSpPr>
          <p:spPr>
            <a:xfrm>
              <a:off x="5331" y="3139"/>
              <a:ext cx="96" cy="9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396" name="直接连接符 1331225"/>
            <p:cNvSpPr/>
            <p:nvPr/>
          </p:nvSpPr>
          <p:spPr>
            <a:xfrm>
              <a:off x="531" y="3187"/>
              <a:ext cx="47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59397" name="对象 1331245"/>
            <p:cNvGraphicFramePr/>
            <p:nvPr/>
          </p:nvGraphicFramePr>
          <p:xfrm>
            <a:off x="476" y="3430"/>
            <a:ext cx="1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2" name="" r:id="rId1" imgW="266065" imgH="431165" progId="Equation.3">
                    <p:embed/>
                  </p:oleObj>
                </mc:Choice>
                <mc:Fallback>
                  <p:oleObj name="" r:id="rId1" imgW="266065" imgH="431165" progId="Equation.3">
                    <p:embed/>
                    <p:pic>
                      <p:nvPicPr>
                        <p:cNvPr id="0" name="图片 346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76" y="3430"/>
                          <a:ext cx="16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398" name="对象 1331246"/>
            <p:cNvGraphicFramePr/>
            <p:nvPr/>
          </p:nvGraphicFramePr>
          <p:xfrm>
            <a:off x="5226" y="3440"/>
            <a:ext cx="20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5" name="" r:id="rId3" imgW="330200" imgH="482600" progId="Equation.3">
                    <p:embed/>
                  </p:oleObj>
                </mc:Choice>
                <mc:Fallback>
                  <p:oleObj name="" r:id="rId3" imgW="330200" imgH="482600" progId="Equation.3">
                    <p:embed/>
                    <p:pic>
                      <p:nvPicPr>
                        <p:cNvPr id="0" name="图片 346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26" y="3440"/>
                          <a:ext cx="208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1202" name="标题 1331201"/>
          <p:cNvSpPr>
            <a:spLocks noGrp="1"/>
          </p:cNvSpPr>
          <p:nvPr>
            <p:ph type="title" sz="quarter"/>
          </p:nvPr>
        </p:nvSpPr>
        <p:spPr>
          <a:xfrm>
            <a:off x="914400" y="404813"/>
            <a:ext cx="7696200" cy="803275"/>
          </a:xfrm>
        </p:spPr>
        <p:txBody>
          <a:bodyPr anchor="ctr"/>
          <a:p>
            <a:r>
              <a:rPr lang="zh-CN" altLang="en-US" sz="2800" dirty="0"/>
              <a:t>（</a:t>
            </a:r>
            <a:r>
              <a:rPr lang="en-US" altLang="zh-CN" sz="2800" dirty="0"/>
              <a:t>III</a:t>
            </a:r>
            <a:r>
              <a:rPr lang="zh-CN" altLang="en-US" sz="2800" dirty="0"/>
              <a:t>）查找最短路路径的方法</a:t>
            </a:r>
            <a:r>
              <a:rPr lang="en-US" altLang="zh-CN" sz="2800"/>
              <a:t>.</a:t>
            </a:r>
            <a:endParaRPr lang="en-US" altLang="zh-CN" sz="2800"/>
          </a:p>
        </p:txBody>
      </p:sp>
      <p:graphicFrame>
        <p:nvGraphicFramePr>
          <p:cNvPr id="1331205" name="内容占位符 1331204"/>
          <p:cNvGraphicFramePr>
            <a:graphicFrameLocks noGrp="1"/>
          </p:cNvGraphicFramePr>
          <p:nvPr>
            <p:ph sz="quarter"/>
          </p:nvPr>
        </p:nvGraphicFramePr>
        <p:xfrm>
          <a:off x="900113" y="1196975"/>
          <a:ext cx="76327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6" name="" r:id="rId5" imgW="7837805" imgH="595630" progId="Word.Document.8">
                  <p:embed/>
                </p:oleObj>
              </mc:Choice>
              <mc:Fallback>
                <p:oleObj name="" r:id="rId5" imgW="7837805" imgH="595630" progId="Word.Document.8">
                  <p:embed/>
                  <p:pic>
                    <p:nvPicPr>
                      <p:cNvPr id="0" name="图片 346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113" y="1196975"/>
                        <a:ext cx="763270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09" name="内容占位符 1331208"/>
          <p:cNvGraphicFramePr>
            <a:graphicFrameLocks noGrp="1"/>
          </p:cNvGraphicFramePr>
          <p:nvPr>
            <p:ph sz="quarter"/>
          </p:nvPr>
        </p:nvGraphicFramePr>
        <p:xfrm>
          <a:off x="1295400" y="2327275"/>
          <a:ext cx="6948488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8" name="" r:id="rId7" imgW="7955280" imgH="850265" progId="Word.Document.8">
                  <p:embed/>
                </p:oleObj>
              </mc:Choice>
              <mc:Fallback>
                <p:oleObj name="" r:id="rId7" imgW="7955280" imgH="850265" progId="Word.Document.8">
                  <p:embed/>
                  <p:pic>
                    <p:nvPicPr>
                      <p:cNvPr id="0" name="图片 346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95400" y="2327275"/>
                        <a:ext cx="6948488" cy="741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12" name="内容占位符 1331211"/>
          <p:cNvGraphicFramePr>
            <a:graphicFrameLocks noGrp="1"/>
          </p:cNvGraphicFramePr>
          <p:nvPr>
            <p:ph sz="quarter"/>
          </p:nvPr>
        </p:nvGraphicFramePr>
        <p:xfrm>
          <a:off x="1306513" y="2992438"/>
          <a:ext cx="7226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9" name="" r:id="rId9" imgW="8179435" imgH="821690" progId="Word.Document.8">
                  <p:embed/>
                </p:oleObj>
              </mc:Choice>
              <mc:Fallback>
                <p:oleObj name="" r:id="rId9" imgW="8179435" imgH="821690" progId="Word.Document.8">
                  <p:embed/>
                  <p:pic>
                    <p:nvPicPr>
                      <p:cNvPr id="0" name="图片 346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06513" y="2992438"/>
                        <a:ext cx="72263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07" name="文本框 1331206"/>
          <p:cNvSpPr txBox="1"/>
          <p:nvPr/>
        </p:nvSpPr>
        <p:spPr>
          <a:xfrm>
            <a:off x="827088" y="1819275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然后用同样的方法再分头查找．若：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04" name="文本框 1331207"/>
          <p:cNvSpPr txBox="1"/>
          <p:nvPr/>
        </p:nvSpPr>
        <p:spPr>
          <a:xfrm>
            <a:off x="827088" y="2852738"/>
            <a:ext cx="73453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31215" name="内容占位符 1331214"/>
          <p:cNvGraphicFramePr>
            <a:graphicFrameLocks noGrp="1"/>
          </p:cNvGraphicFramePr>
          <p:nvPr>
            <p:ph sz="quarter"/>
          </p:nvPr>
        </p:nvGraphicFramePr>
        <p:xfrm>
          <a:off x="1314450" y="3725863"/>
          <a:ext cx="44942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" name="" r:id="rId11" imgW="5449570" imgH="1386840" progId="Word.Document.8">
                  <p:embed/>
                </p:oleObj>
              </mc:Choice>
              <mc:Fallback>
                <p:oleObj name="" r:id="rId11" imgW="5449570" imgH="1386840" progId="Word.Document.8">
                  <p:embed/>
                  <p:pic>
                    <p:nvPicPr>
                      <p:cNvPr id="0" name="图片 347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14450" y="3725863"/>
                        <a:ext cx="4494213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36" name="椭圆 1331235"/>
          <p:cNvSpPr/>
          <p:nvPr/>
        </p:nvSpPr>
        <p:spPr>
          <a:xfrm>
            <a:off x="7418388" y="501015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237" name="椭圆 1331236"/>
          <p:cNvSpPr/>
          <p:nvPr/>
        </p:nvSpPr>
        <p:spPr>
          <a:xfrm>
            <a:off x="3638550" y="501015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238" name="椭圆 1331237"/>
          <p:cNvSpPr/>
          <p:nvPr/>
        </p:nvSpPr>
        <p:spPr>
          <a:xfrm>
            <a:off x="2689225" y="5003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239" name="椭圆 1331238"/>
          <p:cNvSpPr/>
          <p:nvPr/>
        </p:nvSpPr>
        <p:spPr>
          <a:xfrm>
            <a:off x="1692275" y="501015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240" name="椭圆 1331239"/>
          <p:cNvSpPr/>
          <p:nvPr/>
        </p:nvSpPr>
        <p:spPr>
          <a:xfrm>
            <a:off x="4532313" y="501015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241" name="椭圆 1331240"/>
          <p:cNvSpPr/>
          <p:nvPr/>
        </p:nvSpPr>
        <p:spPr>
          <a:xfrm>
            <a:off x="5486400" y="501015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242" name="椭圆 1331241"/>
          <p:cNvSpPr/>
          <p:nvPr/>
        </p:nvSpPr>
        <p:spPr>
          <a:xfrm>
            <a:off x="6477000" y="501015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31248" name="对象 1331247"/>
          <p:cNvGraphicFramePr/>
          <p:nvPr/>
        </p:nvGraphicFramePr>
        <p:xfrm>
          <a:off x="4500563" y="5443538"/>
          <a:ext cx="431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5" name="" r:id="rId13" imgW="431800" imgH="495300" progId="Equation.3">
                  <p:embed/>
                </p:oleObj>
              </mc:Choice>
              <mc:Fallback>
                <p:oleObj name="" r:id="rId13" imgW="431800" imgH="495300" progId="Equation.3">
                  <p:embed/>
                  <p:pic>
                    <p:nvPicPr>
                      <p:cNvPr id="0" name="图片 347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00563" y="5443538"/>
                        <a:ext cx="4318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49" name="对象 1331248"/>
          <p:cNvGraphicFramePr/>
          <p:nvPr/>
        </p:nvGraphicFramePr>
        <p:xfrm>
          <a:off x="3573463" y="5464175"/>
          <a:ext cx="482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3" name="" r:id="rId15" imgW="482600" imgH="495300" progId="Equation.3">
                  <p:embed/>
                </p:oleObj>
              </mc:Choice>
              <mc:Fallback>
                <p:oleObj name="" r:id="rId15" imgW="482600" imgH="495300" progId="Equation.3">
                  <p:embed/>
                  <p:pic>
                    <p:nvPicPr>
                      <p:cNvPr id="0" name="图片 347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73463" y="5464175"/>
                        <a:ext cx="4826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50" name="对象 1331249"/>
          <p:cNvGraphicFramePr/>
          <p:nvPr/>
        </p:nvGraphicFramePr>
        <p:xfrm>
          <a:off x="2576513" y="5422900"/>
          <a:ext cx="457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" name="" r:id="rId17" imgW="457200" imgH="495300" progId="Equation.3">
                  <p:embed/>
                </p:oleObj>
              </mc:Choice>
              <mc:Fallback>
                <p:oleObj name="" r:id="rId17" imgW="457200" imgH="495300" progId="Equation.3">
                  <p:embed/>
                  <p:pic>
                    <p:nvPicPr>
                      <p:cNvPr id="0" name="图片 347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76513" y="5422900"/>
                        <a:ext cx="4572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51" name="对象 1331250"/>
          <p:cNvGraphicFramePr/>
          <p:nvPr/>
        </p:nvGraphicFramePr>
        <p:xfrm>
          <a:off x="1547813" y="5413375"/>
          <a:ext cx="482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8" name="" r:id="rId19" imgW="482600" imgH="495300" progId="Equation.3">
                  <p:embed/>
                </p:oleObj>
              </mc:Choice>
              <mc:Fallback>
                <p:oleObj name="" r:id="rId19" imgW="482600" imgH="495300" progId="Equation.3">
                  <p:embed/>
                  <p:pic>
                    <p:nvPicPr>
                      <p:cNvPr id="0" name="图片 347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47813" y="5413375"/>
                        <a:ext cx="4826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52" name="对象 1331251"/>
          <p:cNvGraphicFramePr/>
          <p:nvPr/>
        </p:nvGraphicFramePr>
        <p:xfrm>
          <a:off x="5330825" y="5445125"/>
          <a:ext cx="406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" name="" r:id="rId21" imgW="405765" imgH="494665" progId="Equation.3">
                  <p:embed/>
                </p:oleObj>
              </mc:Choice>
              <mc:Fallback>
                <p:oleObj name="" r:id="rId21" imgW="405765" imgH="494665" progId="Equation.3">
                  <p:embed/>
                  <p:pic>
                    <p:nvPicPr>
                      <p:cNvPr id="0" name="图片 348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30825" y="5445125"/>
                        <a:ext cx="4064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53" name="对象 1331252"/>
          <p:cNvGraphicFramePr/>
          <p:nvPr/>
        </p:nvGraphicFramePr>
        <p:xfrm>
          <a:off x="6324600" y="5464175"/>
          <a:ext cx="457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4" name="" r:id="rId23" imgW="457200" imgH="495300" progId="Equation.3">
                  <p:embed/>
                </p:oleObj>
              </mc:Choice>
              <mc:Fallback>
                <p:oleObj name="" r:id="rId23" imgW="457200" imgH="495300" progId="Equation.3">
                  <p:embed/>
                  <p:pic>
                    <p:nvPicPr>
                      <p:cNvPr id="0" name="图片 347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324600" y="5464175"/>
                        <a:ext cx="4572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54" name="对象 1331253"/>
          <p:cNvGraphicFramePr/>
          <p:nvPr/>
        </p:nvGraphicFramePr>
        <p:xfrm>
          <a:off x="7307263" y="5475288"/>
          <a:ext cx="508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" name="" r:id="rId25" imgW="508000" imgH="495300" progId="Equation.3">
                  <p:embed/>
                </p:oleObj>
              </mc:Choice>
              <mc:Fallback>
                <p:oleObj name="" r:id="rId25" imgW="508000" imgH="495300" progId="Equation.3">
                  <p:embed/>
                  <p:pic>
                    <p:nvPicPr>
                      <p:cNvPr id="0" name="图片 348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307263" y="5475288"/>
                        <a:ext cx="5080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3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3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3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3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3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3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3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3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3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3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3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02" grpId="0"/>
      <p:bldP spid="133120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7346" name="标题 1337345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7696200" cy="874713"/>
          </a:xfrm>
        </p:spPr>
        <p:txBody>
          <a:bodyPr anchor="ctr"/>
          <a:p>
            <a:r>
              <a:rPr lang="zh-CN" altLang="en-US" sz="2800" dirty="0"/>
              <a:t>（</a:t>
            </a:r>
            <a:r>
              <a:rPr lang="en-US" altLang="zh-CN" sz="2800" dirty="0"/>
              <a:t>IV</a:t>
            </a:r>
            <a:r>
              <a:rPr lang="zh-CN" altLang="en-US" sz="2800" dirty="0"/>
              <a:t>）</a:t>
            </a:r>
            <a:r>
              <a:rPr lang="en-US" altLang="zh-CN" sz="2800" dirty="0"/>
              <a:t>Floyd</a:t>
            </a:r>
            <a:r>
              <a:rPr lang="zh-CN" altLang="en-US" sz="2800" dirty="0"/>
              <a:t>算法：求任意两顶点间的最短路</a:t>
            </a:r>
            <a:r>
              <a:rPr lang="en-US" altLang="zh-CN" sz="2800"/>
              <a:t>.</a:t>
            </a:r>
            <a:endParaRPr lang="en-US" altLang="zh-CN" sz="2800"/>
          </a:p>
        </p:txBody>
      </p:sp>
      <p:graphicFrame>
        <p:nvGraphicFramePr>
          <p:cNvPr id="1337349" name="内容占位符 1337348"/>
          <p:cNvGraphicFramePr>
            <a:graphicFrameLocks noGrp="1"/>
          </p:cNvGraphicFramePr>
          <p:nvPr>
            <p:ph sz="quarter"/>
          </p:nvPr>
        </p:nvGraphicFramePr>
        <p:xfrm>
          <a:off x="458788" y="1666875"/>
          <a:ext cx="7208837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" name="" r:id="rId1" imgW="7025640" imgH="1685290" progId="Word.Document.8">
                  <p:embed/>
                </p:oleObj>
              </mc:Choice>
              <mc:Fallback>
                <p:oleObj name="" r:id="rId1" imgW="7025640" imgH="1685290" progId="Word.Document.8">
                  <p:embed/>
                  <p:pic>
                    <p:nvPicPr>
                      <p:cNvPr id="0" name="图片 34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8788" y="1666875"/>
                        <a:ext cx="7208837" cy="172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7351" name="内容占位符 1337350"/>
          <p:cNvGraphicFramePr>
            <a:graphicFrameLocks noGrp="1"/>
          </p:cNvGraphicFramePr>
          <p:nvPr>
            <p:ph sz="quarter"/>
          </p:nvPr>
        </p:nvGraphicFramePr>
        <p:xfrm>
          <a:off x="895350" y="3467100"/>
          <a:ext cx="73914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" name="" r:id="rId3" imgW="7867015" imgH="753110" progId="Word.Document.8">
                  <p:embed/>
                </p:oleObj>
              </mc:Choice>
              <mc:Fallback>
                <p:oleObj name="" r:id="rId3" imgW="7867015" imgH="753110" progId="Word.Document.8">
                  <p:embed/>
                  <p:pic>
                    <p:nvPicPr>
                      <p:cNvPr id="0" name="图片 34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5350" y="3467100"/>
                        <a:ext cx="7391400" cy="704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7354" name="内容占位符 1337353"/>
          <p:cNvGraphicFramePr>
            <a:graphicFrameLocks noGrp="1"/>
          </p:cNvGraphicFramePr>
          <p:nvPr>
            <p:ph sz="quarter"/>
          </p:nvPr>
        </p:nvGraphicFramePr>
        <p:xfrm>
          <a:off x="1123950" y="4138613"/>
          <a:ext cx="73914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" name="" r:id="rId5" imgW="8232775" imgH="1306195" progId="Word.Document.8">
                  <p:embed/>
                </p:oleObj>
              </mc:Choice>
              <mc:Fallback>
                <p:oleObj name="" r:id="rId5" imgW="8232775" imgH="1306195" progId="Word.Document.8">
                  <p:embed/>
                  <p:pic>
                    <p:nvPicPr>
                      <p:cNvPr id="0" name="图片 34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3950" y="4138613"/>
                        <a:ext cx="7391400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7356" name="内容占位符 1337355"/>
          <p:cNvGraphicFramePr>
            <a:graphicFrameLocks noGrp="1"/>
          </p:cNvGraphicFramePr>
          <p:nvPr>
            <p:ph sz="quarter"/>
          </p:nvPr>
        </p:nvGraphicFramePr>
        <p:xfrm>
          <a:off x="895350" y="5334000"/>
          <a:ext cx="58372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" name="" r:id="rId7" imgW="6541135" imgH="770890" progId="Word.Document.8">
                  <p:embed/>
                </p:oleObj>
              </mc:Choice>
              <mc:Fallback>
                <p:oleObj name="" r:id="rId7" imgW="6541135" imgH="770890" progId="Word.Document.8">
                  <p:embed/>
                  <p:pic>
                    <p:nvPicPr>
                      <p:cNvPr id="0" name="图片 34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5350" y="5334000"/>
                        <a:ext cx="5837238" cy="75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734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42468" name="图片 13424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775" y="1123950"/>
            <a:ext cx="3529013" cy="2449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42469" name="文本框 1342468"/>
          <p:cNvSpPr txBox="1"/>
          <p:nvPr/>
        </p:nvSpPr>
        <p:spPr>
          <a:xfrm>
            <a:off x="971550" y="604838"/>
            <a:ext cx="7848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例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求下图中加权图的任意两点间的距离与路径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3" name="矩形 1342470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2470" name="对象 1342469"/>
          <p:cNvGraphicFramePr/>
          <p:nvPr/>
        </p:nvGraphicFramePr>
        <p:xfrm>
          <a:off x="684213" y="3629025"/>
          <a:ext cx="3454400" cy="239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" name="" r:id="rId2" imgW="1981200" imgH="1371600" progId="Equation.3">
                  <p:embed/>
                </p:oleObj>
              </mc:Choice>
              <mc:Fallback>
                <p:oleObj name="" r:id="rId2" imgW="1981200" imgH="1371600" progId="Equation.3">
                  <p:embed/>
                  <p:pic>
                    <p:nvPicPr>
                      <p:cNvPr id="0" name="图片 34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4213" y="3629025"/>
                        <a:ext cx="3454400" cy="239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2472" name="对象 1342471"/>
          <p:cNvGraphicFramePr/>
          <p:nvPr/>
        </p:nvGraphicFramePr>
        <p:xfrm>
          <a:off x="4716463" y="3649663"/>
          <a:ext cx="3095625" cy="237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" name="" r:id="rId4" imgW="1790700" imgH="1371600" progId="Equation.3">
                  <p:embed/>
                </p:oleObj>
              </mc:Choice>
              <mc:Fallback>
                <p:oleObj name="" r:id="rId4" imgW="1790700" imgH="1371600" progId="Equation.3">
                  <p:embed/>
                  <p:pic>
                    <p:nvPicPr>
                      <p:cNvPr id="0" name="图片 34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16463" y="3649663"/>
                        <a:ext cx="3095625" cy="2371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246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43492" name="图片 13434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60350"/>
            <a:ext cx="3529013" cy="2449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6" name="矩形 1343493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3495" name="对象 1343494"/>
          <p:cNvGraphicFramePr/>
          <p:nvPr/>
        </p:nvGraphicFramePr>
        <p:xfrm>
          <a:off x="4789488" y="333375"/>
          <a:ext cx="3454400" cy="239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" name="" r:id="rId2" imgW="1981200" imgH="1371600" progId="Equation.3">
                  <p:embed/>
                </p:oleObj>
              </mc:Choice>
              <mc:Fallback>
                <p:oleObj name="" r:id="rId2" imgW="1981200" imgH="1371600" progId="Equation.3">
                  <p:embed/>
                  <p:pic>
                    <p:nvPicPr>
                      <p:cNvPr id="0" name="图片 349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89488" y="333375"/>
                        <a:ext cx="3454400" cy="239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矩形 1343495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69" name="矩形 1343498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3498" name="对象 1343497"/>
          <p:cNvGraphicFramePr/>
          <p:nvPr/>
        </p:nvGraphicFramePr>
        <p:xfrm>
          <a:off x="3825875" y="2708275"/>
          <a:ext cx="49228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" name="" r:id="rId4" imgW="4914900" imgH="596900" progId="Equation.3">
                  <p:embed/>
                </p:oleObj>
              </mc:Choice>
              <mc:Fallback>
                <p:oleObj name="" r:id="rId4" imgW="4914900" imgH="596900" progId="Equation.3">
                  <p:embed/>
                  <p:pic>
                    <p:nvPicPr>
                      <p:cNvPr id="0" name="图片 348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25875" y="2708275"/>
                        <a:ext cx="4922838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3500" name="文本框 1343499"/>
          <p:cNvSpPr txBox="1"/>
          <p:nvPr/>
        </p:nvSpPr>
        <p:spPr>
          <a:xfrm>
            <a:off x="1187450" y="2708275"/>
            <a:ext cx="302418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插入点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得：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72" name="矩形 1343501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3501" name="对象 1343500"/>
          <p:cNvGraphicFramePr/>
          <p:nvPr/>
        </p:nvGraphicFramePr>
        <p:xfrm>
          <a:off x="1042988" y="3341688"/>
          <a:ext cx="3600450" cy="255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" name="" r:id="rId6" imgW="1968500" imgH="1397000" progId="Equation.3">
                  <p:embed/>
                </p:oleObj>
              </mc:Choice>
              <mc:Fallback>
                <p:oleObj name="" r:id="rId6" imgW="1968500" imgH="1397000" progId="Equation.3">
                  <p:embed/>
                  <p:pic>
                    <p:nvPicPr>
                      <p:cNvPr id="0" name="图片 348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2988" y="3341688"/>
                        <a:ext cx="3600450" cy="2555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4" name="矩形 1343503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3503" name="对象 1343502"/>
          <p:cNvGraphicFramePr/>
          <p:nvPr/>
        </p:nvGraphicFramePr>
        <p:xfrm>
          <a:off x="4787900" y="3260725"/>
          <a:ext cx="3384550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" name="" r:id="rId8" imgW="1765300" imgH="1397000" progId="Equation.3">
                  <p:embed/>
                </p:oleObj>
              </mc:Choice>
              <mc:Fallback>
                <p:oleObj name="" r:id="rId8" imgW="1765300" imgH="1397000" progId="Equation.3">
                  <p:embed/>
                  <p:pic>
                    <p:nvPicPr>
                      <p:cNvPr id="0" name="图片 348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87900" y="3260725"/>
                        <a:ext cx="3384550" cy="2689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3505" name="文本框 1343504"/>
          <p:cNvSpPr txBox="1"/>
          <p:nvPr/>
        </p:nvSpPr>
        <p:spPr>
          <a:xfrm>
            <a:off x="684213" y="5876925"/>
            <a:ext cx="84597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矩阵中带“</a:t>
            </a:r>
            <a:r>
              <a:rPr lang="en-US" altLang="zh-CN" baseline="-25000"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的项为经迭代比较以后有变化的元素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4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3500" grpId="0"/>
      <p:bldP spid="134350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44516" name="图片 13445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60350"/>
            <a:ext cx="3529013" cy="2449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0" name="矩形 1344516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1" name="矩形 1344518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2" name="矩形 1344519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4521" name="对象 1344520"/>
          <p:cNvGraphicFramePr/>
          <p:nvPr/>
        </p:nvGraphicFramePr>
        <p:xfrm>
          <a:off x="3825875" y="2708275"/>
          <a:ext cx="49228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" name="" r:id="rId2" imgW="4914900" imgH="596900" progId="Equation.3">
                  <p:embed/>
                </p:oleObj>
              </mc:Choice>
              <mc:Fallback>
                <p:oleObj name="" r:id="rId2" imgW="4914900" imgH="596900" progId="Equation.3">
                  <p:embed/>
                  <p:pic>
                    <p:nvPicPr>
                      <p:cNvPr id="0" name="图片 349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25875" y="2708275"/>
                        <a:ext cx="4922838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4522" name="文本框 1344521"/>
          <p:cNvSpPr txBox="1"/>
          <p:nvPr/>
        </p:nvSpPr>
        <p:spPr>
          <a:xfrm>
            <a:off x="1187450" y="2708275"/>
            <a:ext cx="302418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插入点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得：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5" name="矩形 1344522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4524" name="对象 1344523"/>
          <p:cNvGraphicFramePr/>
          <p:nvPr/>
        </p:nvGraphicFramePr>
        <p:xfrm>
          <a:off x="4643438" y="333375"/>
          <a:ext cx="3600450" cy="255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" name="" r:id="rId4" imgW="1968500" imgH="1397000" progId="Equation.3">
                  <p:embed/>
                </p:oleObj>
              </mc:Choice>
              <mc:Fallback>
                <p:oleObj name="" r:id="rId4" imgW="1968500" imgH="1397000" progId="Equation.3">
                  <p:embed/>
                  <p:pic>
                    <p:nvPicPr>
                      <p:cNvPr id="0" name="图片 34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43438" y="333375"/>
                        <a:ext cx="3600450" cy="2555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矩形 1344524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4527" name="文本框 1344526"/>
          <p:cNvSpPr txBox="1"/>
          <p:nvPr/>
        </p:nvSpPr>
        <p:spPr>
          <a:xfrm>
            <a:off x="684213" y="5876925"/>
            <a:ext cx="84597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矩阵中带“</a:t>
            </a:r>
            <a:r>
              <a:rPr lang="en-US" altLang="zh-CN" baseline="-25000"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的项为经迭代比较以后有变化的元素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9" name="矩形 1344528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4528" name="对象 1344527"/>
          <p:cNvGraphicFramePr/>
          <p:nvPr/>
        </p:nvGraphicFramePr>
        <p:xfrm>
          <a:off x="827088" y="3322638"/>
          <a:ext cx="3529012" cy="245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" name="" r:id="rId6" imgW="1968500" imgH="1371600" progId="Equation.3">
                  <p:embed/>
                </p:oleObj>
              </mc:Choice>
              <mc:Fallback>
                <p:oleObj name="" r:id="rId6" imgW="1968500" imgH="1371600" progId="Equation.3">
                  <p:embed/>
                  <p:pic>
                    <p:nvPicPr>
                      <p:cNvPr id="0" name="图片 349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7088" y="3322638"/>
                        <a:ext cx="3529012" cy="2455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1" name="矩形 1344530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4530" name="对象 1344529"/>
          <p:cNvGraphicFramePr/>
          <p:nvPr/>
        </p:nvGraphicFramePr>
        <p:xfrm>
          <a:off x="4746625" y="3275013"/>
          <a:ext cx="3455988" cy="260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" name="" r:id="rId8" imgW="1816100" imgH="1371600" progId="Equation.3">
                  <p:embed/>
                </p:oleObj>
              </mc:Choice>
              <mc:Fallback>
                <p:oleObj name="" r:id="rId8" imgW="1816100" imgH="1371600" progId="Equation.3">
                  <p:embed/>
                  <p:pic>
                    <p:nvPicPr>
                      <p:cNvPr id="0" name="图片 349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46625" y="3275013"/>
                        <a:ext cx="3455988" cy="2603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4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4522" grpId="0"/>
      <p:bldP spid="134452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45540" name="图片 13455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60350"/>
            <a:ext cx="2736850" cy="2449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4" name="矩形 1345540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5" name="矩形 1345541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6" name="矩形 1345542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5544" name="对象 1345543"/>
          <p:cNvGraphicFramePr/>
          <p:nvPr/>
        </p:nvGraphicFramePr>
        <p:xfrm>
          <a:off x="3609975" y="2970213"/>
          <a:ext cx="49228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" name="" r:id="rId2" imgW="4914900" imgH="596900" progId="Equation.3">
                  <p:embed/>
                </p:oleObj>
              </mc:Choice>
              <mc:Fallback>
                <p:oleObj name="" r:id="rId2" imgW="4914900" imgH="596900" progId="Equation.3">
                  <p:embed/>
                  <p:pic>
                    <p:nvPicPr>
                      <p:cNvPr id="0" name="图片 349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09975" y="2970213"/>
                        <a:ext cx="4922838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8" name="矩形 1345545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9" name="矩形 1345547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0" name="矩形 1345549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1" name="矩形 1345551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5554" name="对象 1345553"/>
          <p:cNvGraphicFramePr/>
          <p:nvPr/>
        </p:nvGraphicFramePr>
        <p:xfrm>
          <a:off x="971550" y="3663950"/>
          <a:ext cx="3527425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" name="" r:id="rId4" imgW="1930400" imgH="1371600" progId="Equation.3">
                  <p:embed/>
                </p:oleObj>
              </mc:Choice>
              <mc:Fallback>
                <p:oleObj name="" r:id="rId4" imgW="1930400" imgH="1371600" progId="Equation.3">
                  <p:embed/>
                  <p:pic>
                    <p:nvPicPr>
                      <p:cNvPr id="0" name="图片 34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1550" y="3663950"/>
                        <a:ext cx="3527425" cy="2501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5556" name="对象 1345555"/>
          <p:cNvGraphicFramePr/>
          <p:nvPr/>
        </p:nvGraphicFramePr>
        <p:xfrm>
          <a:off x="4716463" y="3702050"/>
          <a:ext cx="3433762" cy="260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" name="" r:id="rId6" imgW="1803400" imgH="1371600" progId="Equation.3">
                  <p:embed/>
                </p:oleObj>
              </mc:Choice>
              <mc:Fallback>
                <p:oleObj name="" r:id="rId6" imgW="1803400" imgH="1371600" progId="Equation.3">
                  <p:embed/>
                  <p:pic>
                    <p:nvPicPr>
                      <p:cNvPr id="0" name="图片 349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16463" y="3702050"/>
                        <a:ext cx="3433762" cy="2606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5558" name="文本框 1345557"/>
          <p:cNvSpPr txBox="1"/>
          <p:nvPr/>
        </p:nvSpPr>
        <p:spPr>
          <a:xfrm>
            <a:off x="1187450" y="2909888"/>
            <a:ext cx="30241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插入点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得：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45559" name="内容占位符 1345558"/>
          <p:cNvGraphicFramePr>
            <a:graphicFrameLocks noGrp="1"/>
          </p:cNvGraphicFramePr>
          <p:nvPr>
            <p:ph/>
          </p:nvPr>
        </p:nvGraphicFramePr>
        <p:xfrm>
          <a:off x="4284663" y="473075"/>
          <a:ext cx="3313112" cy="230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" name="" r:id="rId8" imgW="1968500" imgH="1371600" progId="Equation.3">
                  <p:embed/>
                </p:oleObj>
              </mc:Choice>
              <mc:Fallback>
                <p:oleObj name="" r:id="rId8" imgW="1968500" imgH="1371600" progId="Equation.3">
                  <p:embed/>
                  <p:pic>
                    <p:nvPicPr>
                      <p:cNvPr id="0" name="图片 349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84663" y="473075"/>
                        <a:ext cx="3313112" cy="230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55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47588" name="图片 13475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60350"/>
            <a:ext cx="2736850" cy="2449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38" name="矩形 1347588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39" name="矩形 1347589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0" name="矩形 1347590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7592" name="对象 1347591"/>
          <p:cNvGraphicFramePr/>
          <p:nvPr/>
        </p:nvGraphicFramePr>
        <p:xfrm>
          <a:off x="3609975" y="2924175"/>
          <a:ext cx="49228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" name="" r:id="rId2" imgW="4914900" imgH="596900" progId="Equation.3">
                  <p:embed/>
                </p:oleObj>
              </mc:Choice>
              <mc:Fallback>
                <p:oleObj name="" r:id="rId2" imgW="4914900" imgH="596900" progId="Equation.3">
                  <p:embed/>
                  <p:pic>
                    <p:nvPicPr>
                      <p:cNvPr id="0" name="图片 350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09975" y="2924175"/>
                        <a:ext cx="4922838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矩形 1347592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3" name="矩形 1347593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4" name="矩形 1347594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5" name="矩形 1347595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7597" name="对象 1347596"/>
          <p:cNvGraphicFramePr/>
          <p:nvPr/>
        </p:nvGraphicFramePr>
        <p:xfrm>
          <a:off x="4211638" y="333375"/>
          <a:ext cx="3527425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6" name="" r:id="rId4" imgW="1930400" imgH="1371600" progId="Equation.3">
                  <p:embed/>
                </p:oleObj>
              </mc:Choice>
              <mc:Fallback>
                <p:oleObj name="" r:id="rId4" imgW="1930400" imgH="1371600" progId="Equation.3">
                  <p:embed/>
                  <p:pic>
                    <p:nvPicPr>
                      <p:cNvPr id="0" name="图片 350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11638" y="333375"/>
                        <a:ext cx="3527425" cy="2501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7599" name="文本框 1347598"/>
          <p:cNvSpPr txBox="1"/>
          <p:nvPr/>
        </p:nvSpPr>
        <p:spPr>
          <a:xfrm>
            <a:off x="1187450" y="2852738"/>
            <a:ext cx="30241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插入点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得：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48" name="矩形 1347601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7601" name="对象 1347600"/>
          <p:cNvGraphicFramePr/>
          <p:nvPr/>
        </p:nvGraphicFramePr>
        <p:xfrm>
          <a:off x="1042988" y="3609975"/>
          <a:ext cx="3095625" cy="219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" name="" r:id="rId6" imgW="1930400" imgH="1371600" progId="Equation.3">
                  <p:embed/>
                </p:oleObj>
              </mc:Choice>
              <mc:Fallback>
                <p:oleObj name="" r:id="rId6" imgW="1930400" imgH="1371600" progId="Equation.3">
                  <p:embed/>
                  <p:pic>
                    <p:nvPicPr>
                      <p:cNvPr id="0" name="图片 350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2988" y="3609975"/>
                        <a:ext cx="3095625" cy="219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0" name="矩形 1347603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7603" name="对象 1347602"/>
          <p:cNvGraphicFramePr/>
          <p:nvPr/>
        </p:nvGraphicFramePr>
        <p:xfrm>
          <a:off x="4211638" y="3573463"/>
          <a:ext cx="3168650" cy="237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7" name="" r:id="rId8" imgW="1828800" imgH="1371600" progId="Equation.3">
                  <p:embed/>
                </p:oleObj>
              </mc:Choice>
              <mc:Fallback>
                <p:oleObj name="" r:id="rId8" imgW="1828800" imgH="1371600" progId="Equation.3">
                  <p:embed/>
                  <p:pic>
                    <p:nvPicPr>
                      <p:cNvPr id="0" name="图片 350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11638" y="3573463"/>
                        <a:ext cx="3168650" cy="2376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2" name="矩形 1347605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7605" name="对象 1347604"/>
          <p:cNvGraphicFramePr/>
          <p:nvPr/>
        </p:nvGraphicFramePr>
        <p:xfrm>
          <a:off x="3276600" y="5856288"/>
          <a:ext cx="17272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" name="" r:id="rId10" imgW="749300" imgH="228600" progId="Equation.3">
                  <p:embed/>
                </p:oleObj>
              </mc:Choice>
              <mc:Fallback>
                <p:oleObj name="" r:id="rId10" imgW="749300" imgH="228600" progId="Equation.3">
                  <p:embed/>
                  <p:pic>
                    <p:nvPicPr>
                      <p:cNvPr id="0" name="图片 350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76600" y="5856288"/>
                        <a:ext cx="1727200" cy="525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7607" name="文本框 1347606"/>
          <p:cNvSpPr txBox="1"/>
          <p:nvPr/>
        </p:nvSpPr>
        <p:spPr>
          <a:xfrm>
            <a:off x="611188" y="5789613"/>
            <a:ext cx="30241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插入点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得：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55" name="矩形 1347608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7608" name="对象 1347607"/>
          <p:cNvGraphicFramePr/>
          <p:nvPr/>
        </p:nvGraphicFramePr>
        <p:xfrm>
          <a:off x="5076825" y="5881688"/>
          <a:ext cx="15843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" name="" r:id="rId12" imgW="723900" imgH="228600" progId="Equation.3">
                  <p:embed/>
                </p:oleObj>
              </mc:Choice>
              <mc:Fallback>
                <p:oleObj name="" r:id="rId12" imgW="723900" imgH="228600" progId="Equation.3">
                  <p:embed/>
                  <p:pic>
                    <p:nvPicPr>
                      <p:cNvPr id="0" name="图片 350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76825" y="5881688"/>
                        <a:ext cx="1584325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0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4760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4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4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759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16868" name="图片 13168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60350"/>
            <a:ext cx="2736850" cy="2449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2" name="矩形 1316868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3" name="矩形 1316869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4" name="矩形 1316870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16872" name="对象 1316871"/>
          <p:cNvGraphicFramePr/>
          <p:nvPr/>
        </p:nvGraphicFramePr>
        <p:xfrm>
          <a:off x="3609975" y="2924175"/>
          <a:ext cx="49228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" name="" r:id="rId2" imgW="4914900" imgH="596900" progId="Equation.3">
                  <p:embed/>
                </p:oleObj>
              </mc:Choice>
              <mc:Fallback>
                <p:oleObj name="" r:id="rId2" imgW="4914900" imgH="596900" progId="Equation.3">
                  <p:embed/>
                  <p:pic>
                    <p:nvPicPr>
                      <p:cNvPr id="0" name="图片 350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09975" y="2924175"/>
                        <a:ext cx="4922838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矩形 1316872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7" name="矩形 1316873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8" name="矩形 1316874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9" name="矩形 1316875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6878" name="文本框 1316877"/>
          <p:cNvSpPr txBox="1"/>
          <p:nvPr/>
        </p:nvSpPr>
        <p:spPr>
          <a:xfrm>
            <a:off x="1187450" y="2852738"/>
            <a:ext cx="30241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插入点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得：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71" name="矩形 1316878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16880" name="对象 1316879"/>
          <p:cNvGraphicFramePr/>
          <p:nvPr/>
        </p:nvGraphicFramePr>
        <p:xfrm>
          <a:off x="4737100" y="549275"/>
          <a:ext cx="3054350" cy="219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" name="" r:id="rId4" imgW="1905000" imgH="1371600" progId="Equation.3">
                  <p:embed/>
                </p:oleObj>
              </mc:Choice>
              <mc:Fallback>
                <p:oleObj name="" r:id="rId4" imgW="1905000" imgH="1371600" progId="Equation.3">
                  <p:embed/>
                  <p:pic>
                    <p:nvPicPr>
                      <p:cNvPr id="0" name="图片 350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7100" y="549275"/>
                        <a:ext cx="3054350" cy="219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3" name="矩形 1316880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4" name="矩形 1316882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5" name="矩形 1316885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6" name="矩形 1316888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16888" name="对象 1316887"/>
          <p:cNvGraphicFramePr/>
          <p:nvPr/>
        </p:nvGraphicFramePr>
        <p:xfrm>
          <a:off x="900113" y="3535363"/>
          <a:ext cx="3168650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" name="" r:id="rId6" imgW="1803400" imgH="1371600" progId="Equation.3">
                  <p:embed/>
                </p:oleObj>
              </mc:Choice>
              <mc:Fallback>
                <p:oleObj name="" r:id="rId6" imgW="1803400" imgH="1371600" progId="Equation.3">
                  <p:embed/>
                  <p:pic>
                    <p:nvPicPr>
                      <p:cNvPr id="0" name="图片 350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0113" y="3535363"/>
                        <a:ext cx="3168650" cy="2414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8" name="矩形 1316890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16890" name="对象 1316889"/>
          <p:cNvGraphicFramePr/>
          <p:nvPr/>
        </p:nvGraphicFramePr>
        <p:xfrm>
          <a:off x="4427538" y="3500438"/>
          <a:ext cx="3240087" cy="244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" name="" r:id="rId8" imgW="1816100" imgH="1371600" progId="Equation.3">
                  <p:embed/>
                </p:oleObj>
              </mc:Choice>
              <mc:Fallback>
                <p:oleObj name="" r:id="rId8" imgW="1816100" imgH="1371600" progId="Equation.3">
                  <p:embed/>
                  <p:pic>
                    <p:nvPicPr>
                      <p:cNvPr id="0" name="图片 351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27538" y="3500438"/>
                        <a:ext cx="3240087" cy="2443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687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48612" name="图片 13486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60350"/>
            <a:ext cx="3313113" cy="2449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86" name="矩形 1348612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87" name="矩形 1348613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88" name="矩形 1348614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89" name="矩形 1348616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0" name="矩形 1348617"/>
          <p:cNvSpPr/>
          <p:nvPr/>
        </p:nvSpPr>
        <p:spPr>
          <a:xfrm>
            <a:off x="0" y="2728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1" name="矩形 1348618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2" name="矩形 1348619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3" name="矩形 1348621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4" name="矩形 1348623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5" name="矩形 1348624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6" name="矩形 1348626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8628" name="对象 1348627"/>
          <p:cNvGraphicFramePr/>
          <p:nvPr/>
        </p:nvGraphicFramePr>
        <p:xfrm>
          <a:off x="4583113" y="404813"/>
          <a:ext cx="3360737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" name="" r:id="rId2" imgW="1790700" imgH="1371600" progId="Equation.3">
                  <p:embed/>
                </p:oleObj>
              </mc:Choice>
              <mc:Fallback>
                <p:oleObj name="" r:id="rId2" imgW="1790700" imgH="1371600" progId="Equation.3">
                  <p:embed/>
                  <p:pic>
                    <p:nvPicPr>
                      <p:cNvPr id="0" name="图片 350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83113" y="404813"/>
                        <a:ext cx="3360737" cy="2414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8" name="矩形 1348628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8630" name="对象 1348629"/>
          <p:cNvGraphicFramePr/>
          <p:nvPr/>
        </p:nvGraphicFramePr>
        <p:xfrm>
          <a:off x="695325" y="2708275"/>
          <a:ext cx="2868613" cy="244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" name="" r:id="rId4" imgW="1803400" imgH="1371600" progId="Equation.3">
                  <p:embed/>
                </p:oleObj>
              </mc:Choice>
              <mc:Fallback>
                <p:oleObj name="" r:id="rId4" imgW="1803400" imgH="1371600" progId="Equation.3">
                  <p:embed/>
                  <p:pic>
                    <p:nvPicPr>
                      <p:cNvPr id="0" name="图片 35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5325" y="2708275"/>
                        <a:ext cx="2868613" cy="2443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0" name="矩形 134863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7601" name="对象 1348630"/>
          <p:cNvGraphicFramePr/>
          <p:nvPr/>
        </p:nvGraphicFramePr>
        <p:xfrm>
          <a:off x="0" y="0"/>
          <a:ext cx="50482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3" name="" r:id="rId6" imgW="508000" imgH="241300" progId="Equation.3">
                  <p:embed/>
                </p:oleObj>
              </mc:Choice>
              <mc:Fallback>
                <p:oleObj name="" r:id="rId6" imgW="508000" imgH="241300" progId="Equation.3">
                  <p:embed/>
                  <p:pic>
                    <p:nvPicPr>
                      <p:cNvPr id="0" name="图片 35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504825" cy="238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8633" name="对象 1348632"/>
          <p:cNvGraphicFramePr/>
          <p:nvPr/>
        </p:nvGraphicFramePr>
        <p:xfrm>
          <a:off x="3706813" y="3030538"/>
          <a:ext cx="11525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" name="" r:id="rId8" imgW="495300" imgH="241300" progId="Equation.3">
                  <p:embed/>
                </p:oleObj>
              </mc:Choice>
              <mc:Fallback>
                <p:oleObj name="" r:id="rId8" imgW="495300" imgH="241300" progId="Equation.3">
                  <p:embed/>
                  <p:pic>
                    <p:nvPicPr>
                      <p:cNvPr id="0" name="图片 35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06813" y="3030538"/>
                        <a:ext cx="1152525" cy="557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8635" name="文本框 1348634"/>
          <p:cNvSpPr txBox="1"/>
          <p:nvPr/>
        </p:nvSpPr>
        <p:spPr>
          <a:xfrm>
            <a:off x="4932363" y="2997200"/>
            <a:ext cx="38512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故从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的最短路为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8636" name="矩形 1348635"/>
          <p:cNvSpPr/>
          <p:nvPr/>
        </p:nvSpPr>
        <p:spPr>
          <a:xfrm>
            <a:off x="5867400" y="2060575"/>
            <a:ext cx="217488" cy="288925"/>
          </a:xfrm>
          <a:prstGeom prst="rect">
            <a:avLst/>
          </a:prstGeom>
          <a:noFill/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8639" name="矩形 1348638"/>
          <p:cNvSpPr/>
          <p:nvPr/>
        </p:nvSpPr>
        <p:spPr>
          <a:xfrm>
            <a:off x="1763713" y="4365625"/>
            <a:ext cx="287337" cy="288925"/>
          </a:xfrm>
          <a:prstGeom prst="rect">
            <a:avLst/>
          </a:prstGeom>
          <a:noFill/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8637" name="对象 1348636"/>
          <p:cNvGraphicFramePr/>
          <p:nvPr/>
        </p:nvGraphicFramePr>
        <p:xfrm>
          <a:off x="3635375" y="3770313"/>
          <a:ext cx="115252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" name="" r:id="rId10" imgW="508000" imgH="241300" progId="Equation.3">
                  <p:embed/>
                </p:oleObj>
              </mc:Choice>
              <mc:Fallback>
                <p:oleObj name="" r:id="rId10" imgW="508000" imgH="241300" progId="Equation.3">
                  <p:embed/>
                  <p:pic>
                    <p:nvPicPr>
                      <p:cNvPr id="0" name="图片 351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35375" y="3770313"/>
                        <a:ext cx="1152525" cy="538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8664" name="组合 1348663"/>
          <p:cNvGrpSpPr/>
          <p:nvPr/>
        </p:nvGrpSpPr>
        <p:grpSpPr>
          <a:xfrm>
            <a:off x="4787900" y="3732213"/>
            <a:ext cx="3502025" cy="576262"/>
            <a:chOff x="3016" y="2523"/>
            <a:chExt cx="2206" cy="363"/>
          </a:xfrm>
        </p:grpSpPr>
        <p:sp>
          <p:nvSpPr>
            <p:cNvPr id="67608" name="文本框 1348649"/>
            <p:cNvSpPr txBox="1"/>
            <p:nvPr/>
          </p:nvSpPr>
          <p:spPr>
            <a:xfrm>
              <a:off x="3016" y="2523"/>
              <a:ext cx="14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由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向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追溯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: 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7609" name="对象 1348650"/>
            <p:cNvGraphicFramePr/>
            <p:nvPr/>
          </p:nvGraphicFramePr>
          <p:xfrm>
            <a:off x="4384" y="2523"/>
            <a:ext cx="838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0" name="" r:id="rId12" imgW="546100" imgH="241300" progId="Equation.3">
                    <p:embed/>
                  </p:oleObj>
                </mc:Choice>
                <mc:Fallback>
                  <p:oleObj name="" r:id="rId12" imgW="546100" imgH="241300" progId="Equation.3">
                    <p:embed/>
                    <p:pic>
                      <p:nvPicPr>
                        <p:cNvPr id="0" name="图片 3519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384" y="2523"/>
                          <a:ext cx="838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48661" name="组合 1348660"/>
          <p:cNvGrpSpPr/>
          <p:nvPr/>
        </p:nvGrpSpPr>
        <p:grpSpPr>
          <a:xfrm>
            <a:off x="3851275" y="4308475"/>
            <a:ext cx="4826000" cy="581025"/>
            <a:chOff x="2426" y="2886"/>
            <a:chExt cx="2777" cy="325"/>
          </a:xfrm>
        </p:grpSpPr>
        <p:sp>
          <p:nvSpPr>
            <p:cNvPr id="67611" name="文本框 1348652"/>
            <p:cNvSpPr txBox="1"/>
            <p:nvPr/>
          </p:nvSpPr>
          <p:spPr>
            <a:xfrm>
              <a:off x="2426" y="2890"/>
              <a:ext cx="1497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由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向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追溯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: 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7612" name="对象 1348653"/>
            <p:cNvGraphicFramePr/>
            <p:nvPr/>
          </p:nvGraphicFramePr>
          <p:xfrm>
            <a:off x="3817" y="2906"/>
            <a:ext cx="667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8" name="" r:id="rId14" imgW="520700" imgH="241300" progId="Equation.3">
                    <p:embed/>
                  </p:oleObj>
                </mc:Choice>
                <mc:Fallback>
                  <p:oleObj name="" r:id="rId14" imgW="520700" imgH="241300" progId="Equation.3">
                    <p:embed/>
                    <p:pic>
                      <p:nvPicPr>
                        <p:cNvPr id="0" name="图片 3517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817" y="2906"/>
                          <a:ext cx="667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613" name="对象 1348655"/>
            <p:cNvGraphicFramePr/>
            <p:nvPr/>
          </p:nvGraphicFramePr>
          <p:xfrm>
            <a:off x="4505" y="2886"/>
            <a:ext cx="69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" name="" r:id="rId16" imgW="546100" imgH="228600" progId="Equation.3">
                    <p:embed/>
                  </p:oleObj>
                </mc:Choice>
                <mc:Fallback>
                  <p:oleObj name="" r:id="rId16" imgW="546100" imgH="228600" progId="Equation.3">
                    <p:embed/>
                    <p:pic>
                      <p:nvPicPr>
                        <p:cNvPr id="0" name="图片 3523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505" y="2886"/>
                          <a:ext cx="698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48669" name="组合 1348668"/>
          <p:cNvGrpSpPr/>
          <p:nvPr/>
        </p:nvGrpSpPr>
        <p:grpSpPr>
          <a:xfrm>
            <a:off x="827088" y="5229225"/>
            <a:ext cx="7058025" cy="592138"/>
            <a:chOff x="521" y="3511"/>
            <a:chExt cx="4446" cy="373"/>
          </a:xfrm>
        </p:grpSpPr>
        <p:sp>
          <p:nvSpPr>
            <p:cNvPr id="67615" name="文本框 1348657"/>
            <p:cNvSpPr txBox="1"/>
            <p:nvPr/>
          </p:nvSpPr>
          <p:spPr>
            <a:xfrm>
              <a:off x="521" y="3511"/>
              <a:ext cx="26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所以从到的最短路径为： 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7616" name="对象 1348658"/>
            <p:cNvGraphicFramePr/>
            <p:nvPr/>
          </p:nvGraphicFramePr>
          <p:xfrm>
            <a:off x="3016" y="3521"/>
            <a:ext cx="19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2" name="" r:id="rId18" imgW="1231265" imgH="228600" progId="Equation.3">
                    <p:embed/>
                  </p:oleObj>
                </mc:Choice>
                <mc:Fallback>
                  <p:oleObj name="" r:id="rId18" imgW="1231265" imgH="228600" progId="Equation.3">
                    <p:embed/>
                    <p:pic>
                      <p:nvPicPr>
                        <p:cNvPr id="0" name="图片 3521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016" y="3521"/>
                          <a:ext cx="1951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48665" name="矩形 1348664"/>
          <p:cNvSpPr/>
          <p:nvPr/>
        </p:nvSpPr>
        <p:spPr>
          <a:xfrm>
            <a:off x="3132138" y="4365625"/>
            <a:ext cx="287337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48668" name="组合 1348667"/>
          <p:cNvGrpSpPr/>
          <p:nvPr/>
        </p:nvGrpSpPr>
        <p:grpSpPr>
          <a:xfrm>
            <a:off x="1763713" y="2708275"/>
            <a:ext cx="287337" cy="2376488"/>
            <a:chOff x="1111" y="1888"/>
            <a:chExt cx="181" cy="1497"/>
          </a:xfrm>
        </p:grpSpPr>
        <p:sp>
          <p:nvSpPr>
            <p:cNvPr id="67619" name="矩形 1348665"/>
            <p:cNvSpPr/>
            <p:nvPr/>
          </p:nvSpPr>
          <p:spPr>
            <a:xfrm>
              <a:off x="1111" y="3203"/>
              <a:ext cx="181" cy="182"/>
            </a:xfrm>
            <a:prstGeom prst="rect">
              <a:avLst/>
            </a:prstGeom>
            <a:noFill/>
            <a:ln w="952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620" name="矩形 1348666"/>
            <p:cNvSpPr/>
            <p:nvPr/>
          </p:nvSpPr>
          <p:spPr>
            <a:xfrm>
              <a:off x="1111" y="1888"/>
              <a:ext cx="181" cy="182"/>
            </a:xfrm>
            <a:prstGeom prst="rect">
              <a:avLst/>
            </a:prstGeom>
            <a:noFill/>
            <a:ln w="952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48670" name="文本框 1348669">
            <a:hlinkClick r:id="rId20" action="ppaction://hlinkfile"/>
          </p:cNvPr>
          <p:cNvSpPr txBox="1"/>
          <p:nvPr/>
        </p:nvSpPr>
        <p:spPr>
          <a:xfrm>
            <a:off x="971550" y="5949950"/>
            <a:ext cx="47529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见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</a:rPr>
              <a:t>Matlab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程序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hlinkClick r:id="rId21" action="ppaction://hlinkfile"/>
              </a:rPr>
              <a:t>Floyd.doc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4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4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4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4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4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4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4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4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8635" grpId="0"/>
      <p:bldP spid="134867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9634" name="标题 134963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en-US" altLang="zh-CN" dirty="0"/>
              <a:t>4</a:t>
            </a:r>
            <a:r>
              <a:rPr lang="zh-CN" altLang="en-US" dirty="0"/>
              <a:t>．最小生成树及算法</a:t>
            </a:r>
            <a:endParaRPr lang="zh-CN" altLang="en-US" dirty="0"/>
          </a:p>
        </p:txBody>
      </p:sp>
      <p:graphicFrame>
        <p:nvGraphicFramePr>
          <p:cNvPr id="1349645" name="内容占位符 1349644"/>
          <p:cNvGraphicFramePr>
            <a:graphicFrameLocks noGrp="1"/>
          </p:cNvGraphicFramePr>
          <p:nvPr>
            <p:ph sz="half"/>
          </p:nvPr>
        </p:nvGraphicFramePr>
        <p:xfrm>
          <a:off x="1377950" y="4221163"/>
          <a:ext cx="2984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3" name="" r:id="rId1" imgW="266065" imgH="418465" progId="Equation.3">
                  <p:embed/>
                </p:oleObj>
              </mc:Choice>
              <mc:Fallback>
                <p:oleObj name="" r:id="rId1" imgW="266065" imgH="418465" progId="Equation.3">
                  <p:embed/>
                  <p:pic>
                    <p:nvPicPr>
                      <p:cNvPr id="0" name="图片 35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7950" y="4221163"/>
                        <a:ext cx="298450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9636" name="文本框 1349635"/>
          <p:cNvSpPr txBox="1"/>
          <p:nvPr/>
        </p:nvSpPr>
        <p:spPr>
          <a:xfrm>
            <a:off x="898525" y="1628775"/>
            <a:ext cx="554513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1)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树的定义与树的特征</a:t>
            </a:r>
            <a:endParaRPr lang="zh-CN" altLang="en-US" dirty="0">
              <a:solidFill>
                <a:srgbClr val="008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9637" name="文本框 1349636"/>
          <p:cNvSpPr txBox="1"/>
          <p:nvPr/>
        </p:nvSpPr>
        <p:spPr>
          <a:xfrm>
            <a:off x="684213" y="2205038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定义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连通且不含圈的无向图称为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树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．常用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表示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9638" name="文本框 1349637"/>
          <p:cNvSpPr txBox="1"/>
          <p:nvPr/>
        </p:nvSpPr>
        <p:spPr>
          <a:xfrm>
            <a:off x="1187450" y="2708275"/>
            <a:ext cx="76327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树中的边称为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树枝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树中度为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的顶点称为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树叶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9639" name="文本框 1349638"/>
          <p:cNvSpPr txBox="1"/>
          <p:nvPr/>
        </p:nvSpPr>
        <p:spPr>
          <a:xfrm>
            <a:off x="1187450" y="3213100"/>
            <a:ext cx="619283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孤立顶点称为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平凡树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9640" name="直接连接符 1349639"/>
          <p:cNvSpPr/>
          <p:nvPr/>
        </p:nvSpPr>
        <p:spPr>
          <a:xfrm>
            <a:off x="1835150" y="4437063"/>
            <a:ext cx="576263" cy="12969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</p:spPr>
      </p:sp>
      <p:sp>
        <p:nvSpPr>
          <p:cNvPr id="1349641" name="直接连接符 1349640"/>
          <p:cNvSpPr/>
          <p:nvPr/>
        </p:nvSpPr>
        <p:spPr>
          <a:xfrm flipV="1">
            <a:off x="2411413" y="4365625"/>
            <a:ext cx="576262" cy="14398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1349642" name="直接连接符 1349641"/>
          <p:cNvSpPr/>
          <p:nvPr/>
        </p:nvSpPr>
        <p:spPr>
          <a:xfrm>
            <a:off x="2987675" y="4365625"/>
            <a:ext cx="504825" cy="14398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1349643" name="直接连接符 1349642"/>
          <p:cNvSpPr/>
          <p:nvPr/>
        </p:nvSpPr>
        <p:spPr>
          <a:xfrm>
            <a:off x="2987675" y="4365625"/>
            <a:ext cx="1439863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68619" name="文本框 1349643"/>
          <p:cNvSpPr txBox="1"/>
          <p:nvPr/>
        </p:nvSpPr>
        <p:spPr>
          <a:xfrm>
            <a:off x="4787900" y="4365625"/>
            <a:ext cx="6477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9647" name="内容占位符 1349646"/>
          <p:cNvGraphicFramePr>
            <a:graphicFrameLocks noGrp="1"/>
          </p:cNvGraphicFramePr>
          <p:nvPr>
            <p:ph sz="half"/>
          </p:nvPr>
        </p:nvGraphicFramePr>
        <p:xfrm>
          <a:off x="1908175" y="5589588"/>
          <a:ext cx="34131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" name="" r:id="rId3" imgW="317500" imgH="418465" progId="Equation.3">
                  <p:embed/>
                </p:oleObj>
              </mc:Choice>
              <mc:Fallback>
                <p:oleObj name="" r:id="rId3" imgW="317500" imgH="418465" progId="Equation.3">
                  <p:embed/>
                  <p:pic>
                    <p:nvPicPr>
                      <p:cNvPr id="0" name="图片 35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8175" y="5589588"/>
                        <a:ext cx="341313" cy="44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1" name="矩形 1349649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9649" name="对象 1349648"/>
          <p:cNvGraphicFramePr/>
          <p:nvPr/>
        </p:nvGraphicFramePr>
        <p:xfrm>
          <a:off x="2771775" y="3789363"/>
          <a:ext cx="3556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" name="" r:id="rId5" imgW="304800" imgH="431165" progId="Equation.3">
                  <p:embed/>
                </p:oleObj>
              </mc:Choice>
              <mc:Fallback>
                <p:oleObj name="" r:id="rId5" imgW="304800" imgH="431165" progId="Equation.3">
                  <p:embed/>
                  <p:pic>
                    <p:nvPicPr>
                      <p:cNvPr id="0" name="图片 35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71775" y="3789363"/>
                        <a:ext cx="355600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3" name="矩形 1349651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9651" name="对象 1349650"/>
          <p:cNvGraphicFramePr/>
          <p:nvPr/>
        </p:nvGraphicFramePr>
        <p:xfrm>
          <a:off x="4421188" y="4081463"/>
          <a:ext cx="3175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6" name="" r:id="rId7" imgW="317500" imgH="418465" progId="Equation.3">
                  <p:embed/>
                </p:oleObj>
              </mc:Choice>
              <mc:Fallback>
                <p:oleObj name="" r:id="rId7" imgW="317500" imgH="418465" progId="Equation.3">
                  <p:embed/>
                  <p:pic>
                    <p:nvPicPr>
                      <p:cNvPr id="0" name="图片 35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1188" y="4081463"/>
                        <a:ext cx="317500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5" name="矩形 1349653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9653" name="对象 1349652"/>
          <p:cNvGraphicFramePr/>
          <p:nvPr/>
        </p:nvGraphicFramePr>
        <p:xfrm>
          <a:off x="3708400" y="5373688"/>
          <a:ext cx="3048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" name="" r:id="rId9" imgW="304800" imgH="431165" progId="Equation.3">
                  <p:embed/>
                </p:oleObj>
              </mc:Choice>
              <mc:Fallback>
                <p:oleObj name="" r:id="rId9" imgW="304800" imgH="431165" progId="Equation.3">
                  <p:embed/>
                  <p:pic>
                    <p:nvPicPr>
                      <p:cNvPr id="0" name="图片 351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08400" y="5373688"/>
                        <a:ext cx="304800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9655" name="椭圆 1349654"/>
          <p:cNvSpPr/>
          <p:nvPr/>
        </p:nvSpPr>
        <p:spPr>
          <a:xfrm>
            <a:off x="6516688" y="4868863"/>
            <a:ext cx="71437" cy="730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9656" name="文本框 1349655"/>
          <p:cNvSpPr txBox="1"/>
          <p:nvPr/>
        </p:nvSpPr>
        <p:spPr>
          <a:xfrm>
            <a:off x="5724525" y="5430838"/>
            <a:ext cx="16573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平凡树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8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9638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963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4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4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4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4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4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4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4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4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4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4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9634" grpId="0"/>
      <p:bldP spid="1349636" grpId="0"/>
      <p:bldP spid="1349637" grpId="0"/>
      <p:bldP spid="134965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2706" name="标题 1352705"/>
          <p:cNvSpPr>
            <a:spLocks noGrp="1"/>
          </p:cNvSpPr>
          <p:nvPr>
            <p:ph type="title"/>
          </p:nvPr>
        </p:nvSpPr>
        <p:spPr>
          <a:xfrm>
            <a:off x="914400" y="476250"/>
            <a:ext cx="7696200" cy="865188"/>
          </a:xfrm>
        </p:spPr>
        <p:txBody>
          <a:bodyPr anchor="ctr"/>
          <a:p>
            <a:r>
              <a:rPr lang="zh-CN" altLang="en-US" sz="2800" dirty="0"/>
              <a:t>定理</a:t>
            </a:r>
            <a:r>
              <a:rPr lang="en-US" altLang="zh-CN" sz="2800" dirty="0"/>
              <a:t>2 </a:t>
            </a:r>
            <a:r>
              <a:rPr lang="zh-CN" altLang="en-US" sz="2800" dirty="0"/>
              <a:t>设</a:t>
            </a:r>
            <a:r>
              <a:rPr lang="en-US" altLang="zh-CN" sz="2800" i="1"/>
              <a:t>G</a:t>
            </a:r>
            <a:r>
              <a:rPr lang="zh-CN" altLang="en-US" sz="2800" dirty="0"/>
              <a:t>是具有</a:t>
            </a:r>
            <a:r>
              <a:rPr lang="en-US" altLang="zh-CN" sz="2800" i="1"/>
              <a:t>n</a:t>
            </a:r>
            <a:r>
              <a:rPr lang="zh-CN" altLang="en-US" sz="2800" dirty="0"/>
              <a:t>个顶点的图，则下述命题等价：</a:t>
            </a:r>
            <a:endParaRPr lang="zh-CN" altLang="en-US" sz="2800" dirty="0"/>
          </a:p>
        </p:txBody>
      </p:sp>
      <p:sp>
        <p:nvSpPr>
          <p:cNvPr id="1352708" name="文本框 1352707"/>
          <p:cNvSpPr txBox="1"/>
          <p:nvPr/>
        </p:nvSpPr>
        <p:spPr>
          <a:xfrm>
            <a:off x="900113" y="1412875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是树（ 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无圈且连通）；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52709" name="内容占位符 1352708"/>
          <p:cNvGraphicFramePr>
            <a:graphicFrameLocks noGrp="1"/>
          </p:cNvGraphicFramePr>
          <p:nvPr>
            <p:ph/>
          </p:nvPr>
        </p:nvGraphicFramePr>
        <p:xfrm>
          <a:off x="2844800" y="1557338"/>
          <a:ext cx="93503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5" name="" r:id="rId1" imgW="418465" imgH="254000" progId="Equation.3">
                  <p:embed/>
                </p:oleObj>
              </mc:Choice>
              <mc:Fallback>
                <p:oleObj name="" r:id="rId1" imgW="418465" imgH="254000" progId="Equation.3">
                  <p:embed/>
                  <p:pic>
                    <p:nvPicPr>
                      <p:cNvPr id="0" name="图片 35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4800" y="1557338"/>
                        <a:ext cx="935038" cy="319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711" name="文本框 1352710"/>
          <p:cNvSpPr txBox="1"/>
          <p:nvPr/>
        </p:nvSpPr>
        <p:spPr>
          <a:xfrm>
            <a:off x="900113" y="1989138"/>
            <a:ext cx="79200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无圈，且有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-1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条边；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2712" name="文本框 1352711"/>
          <p:cNvSpPr txBox="1"/>
          <p:nvPr/>
        </p:nvSpPr>
        <p:spPr>
          <a:xfrm>
            <a:off x="898525" y="2549525"/>
            <a:ext cx="712946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3)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连通，且有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-1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条边；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2714" name="文本框 1352713"/>
          <p:cNvSpPr txBox="1"/>
          <p:nvPr/>
        </p:nvSpPr>
        <p:spPr>
          <a:xfrm>
            <a:off x="900113" y="3213100"/>
            <a:ext cx="79200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4)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无圈，但添加任一条新边恰好产生一个圈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2715" name="文本框 1352714"/>
          <p:cNvSpPr txBox="1"/>
          <p:nvPr/>
        </p:nvSpPr>
        <p:spPr>
          <a:xfrm>
            <a:off x="900113" y="3860800"/>
            <a:ext cx="77771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5)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连通，且删去一条边就不连通了（即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2716" name="文本框 1352715"/>
          <p:cNvSpPr txBox="1"/>
          <p:nvPr/>
        </p:nvSpPr>
        <p:spPr>
          <a:xfrm>
            <a:off x="1258888" y="4365625"/>
            <a:ext cx="48958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最小连通图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2717" name="文本框 1352716"/>
          <p:cNvSpPr txBox="1"/>
          <p:nvPr/>
        </p:nvSpPr>
        <p:spPr>
          <a:xfrm>
            <a:off x="971550" y="5084763"/>
            <a:ext cx="74168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6)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中任意两顶点间有唯一一条路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5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5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1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5271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5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1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5271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1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5271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1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5271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706" grpId="0"/>
      <p:bldP spid="1352708" grpId="0"/>
      <p:bldP spid="1352711" grpId="0"/>
      <p:bldP spid="13527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4754" name="标题 1354753"/>
          <p:cNvSpPr>
            <a:spLocks noGrp="1"/>
          </p:cNvSpPr>
          <p:nvPr>
            <p:ph type="title"/>
          </p:nvPr>
        </p:nvSpPr>
        <p:spPr>
          <a:xfrm>
            <a:off x="914400" y="609600"/>
            <a:ext cx="7696200" cy="803275"/>
          </a:xfrm>
        </p:spPr>
        <p:txBody>
          <a:bodyPr anchor="ctr"/>
          <a:p>
            <a:r>
              <a:rPr lang="en-US" altLang="zh-CN" sz="2800" dirty="0"/>
              <a:t>2</a:t>
            </a:r>
            <a:r>
              <a:rPr lang="zh-CN" altLang="en-US" sz="2800" dirty="0"/>
              <a:t>）图的生成树</a:t>
            </a:r>
            <a:endParaRPr lang="zh-CN" altLang="en-US" sz="2800" dirty="0"/>
          </a:p>
        </p:txBody>
      </p:sp>
      <p:sp>
        <p:nvSpPr>
          <p:cNvPr id="1354756" name="文本框 1354755"/>
          <p:cNvSpPr txBox="1"/>
          <p:nvPr/>
        </p:nvSpPr>
        <p:spPr>
          <a:xfrm>
            <a:off x="900113" y="1484313"/>
            <a:ext cx="79200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定义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是包含图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的全部顶点的子图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它又是树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4757" name="文本框 1354756"/>
          <p:cNvSpPr txBox="1"/>
          <p:nvPr/>
        </p:nvSpPr>
        <p:spPr>
          <a:xfrm>
            <a:off x="611188" y="2060575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则称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中不在生成树的边叫做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弦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4763" name="文本框 1354762"/>
          <p:cNvSpPr txBox="1"/>
          <p:nvPr/>
        </p:nvSpPr>
        <p:spPr>
          <a:xfrm>
            <a:off x="755650" y="2708275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定理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3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2" charset="-122"/>
              </a:rPr>
              <a:t>G=(V,E)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有生成树的充要条件是图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是连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4764" name="文本框 1354763"/>
          <p:cNvSpPr txBox="1"/>
          <p:nvPr/>
        </p:nvSpPr>
        <p:spPr>
          <a:xfrm>
            <a:off x="1547813" y="3213100"/>
            <a:ext cx="50768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通的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4765" name="文本框 1354764"/>
          <p:cNvSpPr txBox="1"/>
          <p:nvPr/>
        </p:nvSpPr>
        <p:spPr>
          <a:xfrm>
            <a:off x="684213" y="3789363"/>
            <a:ext cx="70564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证明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必要性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是显然的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63" name="文本框 1354765"/>
          <p:cNvSpPr txBox="1"/>
          <p:nvPr/>
        </p:nvSpPr>
        <p:spPr>
          <a:xfrm>
            <a:off x="611188" y="4292600"/>
            <a:ext cx="82089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54767" name="内容占位符 1354766"/>
          <p:cNvGraphicFramePr>
            <a:graphicFrameLocks noGrp="1"/>
          </p:cNvGraphicFramePr>
          <p:nvPr>
            <p:ph/>
          </p:nvPr>
        </p:nvGraphicFramePr>
        <p:xfrm>
          <a:off x="819150" y="4344988"/>
          <a:ext cx="7486650" cy="174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" name="" r:id="rId1" imgW="7654925" imgH="1789430" progId="Word.Document.8">
                  <p:embed/>
                </p:oleObj>
              </mc:Choice>
              <mc:Fallback>
                <p:oleObj name="" r:id="rId1" imgW="7654925" imgH="1789430" progId="Word.Document.8">
                  <p:embed/>
                  <p:pic>
                    <p:nvPicPr>
                      <p:cNvPr id="0" name="图片 34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9150" y="4344988"/>
                        <a:ext cx="7486650" cy="174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475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476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5476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4754" grpId="0"/>
      <p:bldP spid="1354756" grpId="0"/>
      <p:bldP spid="135476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文本框 1356803"/>
          <p:cNvSpPr txBox="1"/>
          <p:nvPr/>
        </p:nvSpPr>
        <p:spPr>
          <a:xfrm>
            <a:off x="684213" y="549275"/>
            <a:ext cx="81359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56805" name="内容占位符 1356804"/>
          <p:cNvGraphicFramePr>
            <a:graphicFrameLocks noGrp="1"/>
          </p:cNvGraphicFramePr>
          <p:nvPr>
            <p:ph/>
          </p:nvPr>
        </p:nvGraphicFramePr>
        <p:xfrm>
          <a:off x="976313" y="762000"/>
          <a:ext cx="7439025" cy="554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" name="" r:id="rId1" imgW="7456805" imgH="5558155" progId="Word.Document.8">
                  <p:embed/>
                </p:oleObj>
              </mc:Choice>
              <mc:Fallback>
                <p:oleObj name="" r:id="rId1" imgW="7456805" imgH="5558155" progId="Word.Document.8">
                  <p:embed/>
                  <p:pic>
                    <p:nvPicPr>
                      <p:cNvPr id="0" name="图片 34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6313" y="762000"/>
                        <a:ext cx="7439025" cy="554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8850" name="标题 1358849"/>
          <p:cNvSpPr>
            <a:spLocks noGrp="1"/>
          </p:cNvSpPr>
          <p:nvPr>
            <p:ph type="title"/>
          </p:nvPr>
        </p:nvSpPr>
        <p:spPr>
          <a:xfrm>
            <a:off x="914400" y="908050"/>
            <a:ext cx="7696200" cy="720725"/>
          </a:xfrm>
        </p:spPr>
        <p:txBody>
          <a:bodyPr anchor="ctr"/>
          <a:p>
            <a:r>
              <a:rPr lang="zh-CN" altLang="en-US" sz="2800" dirty="0"/>
              <a:t>（</a:t>
            </a:r>
            <a:r>
              <a:rPr lang="en-US" altLang="zh-CN" sz="2800" dirty="0"/>
              <a:t>II</a:t>
            </a:r>
            <a:r>
              <a:rPr lang="zh-CN" altLang="en-US" sz="2800" dirty="0"/>
              <a:t>）找图中生成树的方法</a:t>
            </a:r>
            <a:endParaRPr lang="zh-CN" altLang="en-US" sz="2800" dirty="0"/>
          </a:p>
        </p:txBody>
      </p:sp>
      <p:sp>
        <p:nvSpPr>
          <p:cNvPr id="1358852" name="文本框 1358851"/>
          <p:cNvSpPr txBox="1"/>
          <p:nvPr/>
        </p:nvSpPr>
        <p:spPr>
          <a:xfrm>
            <a:off x="1619250" y="2174875"/>
            <a:ext cx="504031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可分为两种：避圈法和破圈法  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8853" name="文本框 1358852"/>
          <p:cNvSpPr txBox="1"/>
          <p:nvPr/>
        </p:nvSpPr>
        <p:spPr>
          <a:xfrm>
            <a:off x="1619250" y="3341688"/>
            <a:ext cx="51847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避圈法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深探法和广探法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8854" name="文本框 1358853"/>
          <p:cNvSpPr txBox="1"/>
          <p:nvPr/>
        </p:nvSpPr>
        <p:spPr>
          <a:xfrm>
            <a:off x="1476375" y="4349750"/>
            <a:ext cx="54006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B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破圈法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885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885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885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885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9874" name="标题 1359873"/>
          <p:cNvSpPr>
            <a:spLocks noGrp="1"/>
          </p:cNvSpPr>
          <p:nvPr>
            <p:ph type="title"/>
          </p:nvPr>
        </p:nvSpPr>
        <p:spPr>
          <a:xfrm>
            <a:off x="1123950" y="836613"/>
            <a:ext cx="6111875" cy="504825"/>
          </a:xfrm>
        </p:spPr>
        <p:txBody>
          <a:bodyPr anchor="ctr"/>
          <a:p>
            <a:r>
              <a:rPr lang="en-US" altLang="zh-CN" sz="2800" dirty="0"/>
              <a:t>A </a:t>
            </a:r>
            <a:r>
              <a:rPr lang="zh-CN" altLang="en-US" sz="2800" dirty="0"/>
              <a:t>避圈法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  <p:sp>
        <p:nvSpPr>
          <p:cNvPr id="1359876" name="文本框 1359875"/>
          <p:cNvSpPr txBox="1"/>
          <p:nvPr/>
        </p:nvSpPr>
        <p:spPr>
          <a:xfrm>
            <a:off x="900113" y="1628775"/>
            <a:ext cx="77771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定理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的充分性的证明提供了一种构造图的生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9877" name="文本框 1359876"/>
          <p:cNvSpPr txBox="1"/>
          <p:nvPr/>
        </p:nvSpPr>
        <p:spPr>
          <a:xfrm>
            <a:off x="900113" y="2133600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成树的方法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9880" name="文本框 1359879"/>
          <p:cNvSpPr txBox="1"/>
          <p:nvPr/>
        </p:nvSpPr>
        <p:spPr>
          <a:xfrm>
            <a:off x="827088" y="2847975"/>
            <a:ext cx="7993062" cy="13731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这种方法就是在已给的图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中，每步选出一条边使它与已选边不构成圈，直到选够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-1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条边为止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这种方法可称为“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避圈法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”或“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加边法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9881" name="文本框 1359880"/>
          <p:cNvSpPr txBox="1"/>
          <p:nvPr/>
        </p:nvSpPr>
        <p:spPr>
          <a:xfrm>
            <a:off x="827088" y="4498975"/>
            <a:ext cx="7850187" cy="9461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在避圈法中，按照边的选法不同，找图中生成树的方法可分为两种：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深探法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广探法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6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9876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987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9874" grpId="0"/>
      <p:bldP spid="1359880" grpId="0"/>
      <p:bldP spid="135988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0900" name="文本框 1360899"/>
          <p:cNvSpPr txBox="1"/>
          <p:nvPr/>
        </p:nvSpPr>
        <p:spPr>
          <a:xfrm>
            <a:off x="971550" y="476250"/>
            <a:ext cx="54006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a)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深探法</a:t>
            </a:r>
            <a:endParaRPr lang="zh-CN" altLang="en-US" dirty="0">
              <a:solidFill>
                <a:srgbClr val="008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01" name="文本框 1360900"/>
          <p:cNvSpPr txBox="1"/>
          <p:nvPr/>
        </p:nvSpPr>
        <p:spPr>
          <a:xfrm>
            <a:off x="684213" y="5357813"/>
            <a:ext cx="81359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若这样的边的另一端均已有标号，就退到标号为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02" name="文本框 1360901"/>
          <p:cNvSpPr txBox="1"/>
          <p:nvPr/>
        </p:nvSpPr>
        <p:spPr>
          <a:xfrm>
            <a:off x="900113" y="981075"/>
            <a:ext cx="23034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步骤如下：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03" name="文本框 1360902"/>
          <p:cNvSpPr txBox="1"/>
          <p:nvPr/>
        </p:nvSpPr>
        <p:spPr>
          <a:xfrm>
            <a:off x="1260475" y="1484313"/>
            <a:ext cx="38877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在点集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中任取一点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04" name="文本框 1360903"/>
          <p:cNvSpPr txBox="1"/>
          <p:nvPr/>
        </p:nvSpPr>
        <p:spPr>
          <a:xfrm>
            <a:off x="1187450" y="2492375"/>
            <a:ext cx="41052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ii)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若某点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已得标号，检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05" name="文本框 1360904"/>
          <p:cNvSpPr txBox="1"/>
          <p:nvPr/>
        </p:nvSpPr>
        <p:spPr>
          <a:xfrm>
            <a:off x="684213" y="3429000"/>
            <a:ext cx="41751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端是否均已标号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06" name="文本框 1360905"/>
          <p:cNvSpPr txBox="1"/>
          <p:nvPr/>
        </p:nvSpPr>
        <p:spPr>
          <a:xfrm>
            <a:off x="539750" y="3933825"/>
            <a:ext cx="482441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若有边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vw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之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未标号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则给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07" name="文本框 1360906"/>
          <p:cNvSpPr txBox="1"/>
          <p:nvPr/>
        </p:nvSpPr>
        <p:spPr>
          <a:xfrm>
            <a:off x="611188" y="4868863"/>
            <a:ext cx="27368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代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，重复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ii).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08" name="文本框 1360907"/>
          <p:cNvSpPr txBox="1"/>
          <p:nvPr/>
        </p:nvSpPr>
        <p:spPr>
          <a:xfrm>
            <a:off x="539750" y="5862638"/>
            <a:ext cx="8280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-1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点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代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重复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ii),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直到全部点得到标号为止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10" name="文本框 1360909"/>
          <p:cNvSpPr txBox="1"/>
          <p:nvPr/>
        </p:nvSpPr>
        <p:spPr>
          <a:xfrm>
            <a:off x="755650" y="1916113"/>
            <a:ext cx="41767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给以标号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11" name="文本框 1360910"/>
          <p:cNvSpPr txBox="1"/>
          <p:nvPr/>
        </p:nvSpPr>
        <p:spPr>
          <a:xfrm>
            <a:off x="684213" y="2924175"/>
            <a:ext cx="44640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查一端点为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的各边，另一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12" name="文本框 1360911"/>
          <p:cNvSpPr txBox="1"/>
          <p:nvPr/>
        </p:nvSpPr>
        <p:spPr>
          <a:xfrm>
            <a:off x="611188" y="4437063"/>
            <a:ext cx="49688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以标号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+1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，记下边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vw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令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13" name="文本框 1360912"/>
          <p:cNvSpPr txBox="1"/>
          <p:nvPr/>
        </p:nvSpPr>
        <p:spPr>
          <a:xfrm>
            <a:off x="2700338" y="549275"/>
            <a:ext cx="61198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用深探法求出下图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的一棵生成树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60982" name="组合 1360981"/>
          <p:cNvGrpSpPr/>
          <p:nvPr/>
        </p:nvGrpSpPr>
        <p:grpSpPr>
          <a:xfrm>
            <a:off x="5610225" y="1123950"/>
            <a:ext cx="2849563" cy="2017713"/>
            <a:chOff x="3534" y="708"/>
            <a:chExt cx="1795" cy="1271"/>
          </a:xfrm>
        </p:grpSpPr>
        <p:grpSp>
          <p:nvGrpSpPr>
            <p:cNvPr id="74767" name="组合 1360913"/>
            <p:cNvGrpSpPr/>
            <p:nvPr/>
          </p:nvGrpSpPr>
          <p:grpSpPr>
            <a:xfrm>
              <a:off x="3534" y="708"/>
              <a:ext cx="1795" cy="907"/>
              <a:chOff x="2475" y="5863"/>
              <a:chExt cx="3240" cy="1724"/>
            </a:xfrm>
          </p:grpSpPr>
          <p:grpSp>
            <p:nvGrpSpPr>
              <p:cNvPr id="74768" name="组合 1360914"/>
              <p:cNvGrpSpPr/>
              <p:nvPr/>
            </p:nvGrpSpPr>
            <p:grpSpPr>
              <a:xfrm>
                <a:off x="2475" y="5863"/>
                <a:ext cx="3240" cy="1724"/>
                <a:chOff x="2475" y="5863"/>
                <a:chExt cx="3240" cy="1724"/>
              </a:xfrm>
            </p:grpSpPr>
            <p:sp>
              <p:nvSpPr>
                <p:cNvPr id="74769" name="直接连接符 1360915"/>
                <p:cNvSpPr/>
                <p:nvPr/>
              </p:nvSpPr>
              <p:spPr>
                <a:xfrm>
                  <a:off x="5160" y="5871"/>
                  <a:ext cx="0" cy="171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70" name="直接连接符 1360916"/>
                <p:cNvSpPr/>
                <p:nvPr/>
              </p:nvSpPr>
              <p:spPr>
                <a:xfrm>
                  <a:off x="3015" y="5871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4771" name="直接连接符 1360917"/>
                <p:cNvSpPr/>
                <p:nvPr/>
              </p:nvSpPr>
              <p:spPr>
                <a:xfrm>
                  <a:off x="4455" y="6963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72" name="直接连接符 1360918"/>
                <p:cNvSpPr/>
                <p:nvPr/>
              </p:nvSpPr>
              <p:spPr>
                <a:xfrm>
                  <a:off x="2475" y="6726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4773" name="直接连接符 1360919"/>
                <p:cNvSpPr/>
                <p:nvPr/>
              </p:nvSpPr>
              <p:spPr>
                <a:xfrm>
                  <a:off x="3015" y="5871"/>
                  <a:ext cx="0" cy="171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74" name="直接连接符 1360920"/>
                <p:cNvSpPr/>
                <p:nvPr/>
              </p:nvSpPr>
              <p:spPr>
                <a:xfrm>
                  <a:off x="3375" y="7275"/>
                  <a:ext cx="144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4775" name="直接连接符 1360921"/>
                <p:cNvSpPr/>
                <p:nvPr/>
              </p:nvSpPr>
              <p:spPr>
                <a:xfrm>
                  <a:off x="3735" y="649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76" name="直接连接符 1360922"/>
                <p:cNvSpPr/>
                <p:nvPr/>
              </p:nvSpPr>
              <p:spPr>
                <a:xfrm flipV="1">
                  <a:off x="2475" y="5871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4777" name="直接连接符 1360923"/>
                <p:cNvSpPr/>
                <p:nvPr/>
              </p:nvSpPr>
              <p:spPr>
                <a:xfrm>
                  <a:off x="3015" y="5871"/>
                  <a:ext cx="21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4778" name="直接连接符 1360924"/>
                <p:cNvSpPr/>
                <p:nvPr/>
              </p:nvSpPr>
              <p:spPr>
                <a:xfrm>
                  <a:off x="3015" y="7587"/>
                  <a:ext cx="21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4779" name="直接连接符 1360925"/>
                <p:cNvSpPr/>
                <p:nvPr/>
              </p:nvSpPr>
              <p:spPr>
                <a:xfrm flipV="1">
                  <a:off x="5175" y="6726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4780" name="直接连接符 1360926"/>
                <p:cNvSpPr/>
                <p:nvPr/>
              </p:nvSpPr>
              <p:spPr>
                <a:xfrm>
                  <a:off x="3372" y="6183"/>
                  <a:ext cx="0" cy="109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4781" name="直接连接符 1360927"/>
                <p:cNvSpPr/>
                <p:nvPr/>
              </p:nvSpPr>
              <p:spPr>
                <a:xfrm>
                  <a:off x="3372" y="6183"/>
                  <a:ext cx="1443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4782" name="直接连接符 1360928"/>
                <p:cNvSpPr/>
                <p:nvPr/>
              </p:nvSpPr>
              <p:spPr>
                <a:xfrm>
                  <a:off x="4815" y="7275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83" name="直接连接符 1360929"/>
                <p:cNvSpPr/>
                <p:nvPr/>
              </p:nvSpPr>
              <p:spPr>
                <a:xfrm>
                  <a:off x="3375" y="6183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84" name="直接连接符 1360930"/>
                <p:cNvSpPr/>
                <p:nvPr/>
              </p:nvSpPr>
              <p:spPr>
                <a:xfrm>
                  <a:off x="3735" y="6495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4785" name="直接连接符 1360931"/>
                <p:cNvSpPr/>
                <p:nvPr/>
              </p:nvSpPr>
              <p:spPr>
                <a:xfrm>
                  <a:off x="3735" y="6963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4786" name="直接连接符 1360932"/>
                <p:cNvSpPr/>
                <p:nvPr/>
              </p:nvSpPr>
              <p:spPr>
                <a:xfrm>
                  <a:off x="4455" y="649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87" name="直接连接符 1360933"/>
                <p:cNvSpPr/>
                <p:nvPr/>
              </p:nvSpPr>
              <p:spPr>
                <a:xfrm>
                  <a:off x="5175" y="5863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4788" name="直接连接符 1360934"/>
              <p:cNvSpPr/>
              <p:nvPr/>
            </p:nvSpPr>
            <p:spPr>
              <a:xfrm>
                <a:off x="4815" y="6180"/>
                <a:ext cx="0" cy="109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4789" name="文本框 1360957"/>
            <p:cNvSpPr txBox="1"/>
            <p:nvPr/>
          </p:nvSpPr>
          <p:spPr>
            <a:xfrm>
              <a:off x="4199" y="1616"/>
              <a:ext cx="677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pPr algn="just"/>
              <a:r>
                <a:rPr lang="zh-CN" altLang="en-US" sz="2400" b="0" dirty="0">
                  <a:latin typeface="黑体" panose="02010609060101010101" pitchFamily="2" charset="-122"/>
                  <a:ea typeface="黑体" panose="02010609060101010101" pitchFamily="2" charset="-122"/>
                </a:rPr>
                <a:t>图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60959" name="组合 1360958"/>
          <p:cNvGrpSpPr/>
          <p:nvPr/>
        </p:nvGrpSpPr>
        <p:grpSpPr>
          <a:xfrm>
            <a:off x="5683250" y="3357563"/>
            <a:ext cx="2849563" cy="1439862"/>
            <a:chOff x="2475" y="5863"/>
            <a:chExt cx="3240" cy="1724"/>
          </a:xfrm>
        </p:grpSpPr>
        <p:grpSp>
          <p:nvGrpSpPr>
            <p:cNvPr id="74791" name="组合 1360959"/>
            <p:cNvGrpSpPr/>
            <p:nvPr/>
          </p:nvGrpSpPr>
          <p:grpSpPr>
            <a:xfrm>
              <a:off x="2475" y="5863"/>
              <a:ext cx="3240" cy="1724"/>
              <a:chOff x="2475" y="5863"/>
              <a:chExt cx="3240" cy="1724"/>
            </a:xfrm>
          </p:grpSpPr>
          <p:sp>
            <p:nvSpPr>
              <p:cNvPr id="74792" name="直接连接符 1360960"/>
              <p:cNvSpPr/>
              <p:nvPr/>
            </p:nvSpPr>
            <p:spPr>
              <a:xfrm>
                <a:off x="5160" y="5871"/>
                <a:ext cx="0" cy="171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93" name="直接连接符 1360961"/>
              <p:cNvSpPr/>
              <p:nvPr/>
            </p:nvSpPr>
            <p:spPr>
              <a:xfrm>
                <a:off x="3015" y="5871"/>
                <a:ext cx="36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74794" name="直接连接符 1360962"/>
              <p:cNvSpPr/>
              <p:nvPr/>
            </p:nvSpPr>
            <p:spPr>
              <a:xfrm>
                <a:off x="4455" y="6963"/>
                <a:ext cx="36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95" name="直接连接符 1360963"/>
              <p:cNvSpPr/>
              <p:nvPr/>
            </p:nvSpPr>
            <p:spPr>
              <a:xfrm>
                <a:off x="2475" y="6726"/>
                <a:ext cx="540" cy="83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74796" name="直接连接符 1360964"/>
              <p:cNvSpPr/>
              <p:nvPr/>
            </p:nvSpPr>
            <p:spPr>
              <a:xfrm>
                <a:off x="3015" y="5871"/>
                <a:ext cx="0" cy="171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97" name="直接连接符 1360965"/>
              <p:cNvSpPr/>
              <p:nvPr/>
            </p:nvSpPr>
            <p:spPr>
              <a:xfrm>
                <a:off x="3375" y="7275"/>
                <a:ext cx="14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74798" name="直接连接符 1360966"/>
              <p:cNvSpPr/>
              <p:nvPr/>
            </p:nvSpPr>
            <p:spPr>
              <a:xfrm>
                <a:off x="3735" y="6495"/>
                <a:ext cx="0" cy="4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99" name="直接连接符 1360967"/>
              <p:cNvSpPr/>
              <p:nvPr/>
            </p:nvSpPr>
            <p:spPr>
              <a:xfrm flipV="1">
                <a:off x="2475" y="5871"/>
                <a:ext cx="540" cy="83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74800" name="直接连接符 1360968"/>
              <p:cNvSpPr/>
              <p:nvPr/>
            </p:nvSpPr>
            <p:spPr>
              <a:xfrm>
                <a:off x="3015" y="5871"/>
                <a:ext cx="21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74801" name="直接连接符 1360969"/>
              <p:cNvSpPr/>
              <p:nvPr/>
            </p:nvSpPr>
            <p:spPr>
              <a:xfrm>
                <a:off x="3015" y="7587"/>
                <a:ext cx="21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74802" name="直接连接符 1360970"/>
              <p:cNvSpPr/>
              <p:nvPr/>
            </p:nvSpPr>
            <p:spPr>
              <a:xfrm flipV="1">
                <a:off x="5175" y="6726"/>
                <a:ext cx="540" cy="83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74803" name="直接连接符 1360971"/>
              <p:cNvSpPr/>
              <p:nvPr/>
            </p:nvSpPr>
            <p:spPr>
              <a:xfrm>
                <a:off x="3372" y="6183"/>
                <a:ext cx="0" cy="109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74804" name="直接连接符 1360972"/>
              <p:cNvSpPr/>
              <p:nvPr/>
            </p:nvSpPr>
            <p:spPr>
              <a:xfrm>
                <a:off x="3372" y="6183"/>
                <a:ext cx="144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74805" name="直接连接符 1360973"/>
              <p:cNvSpPr/>
              <p:nvPr/>
            </p:nvSpPr>
            <p:spPr>
              <a:xfrm>
                <a:off x="4815" y="7275"/>
                <a:ext cx="36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806" name="直接连接符 1360974"/>
              <p:cNvSpPr/>
              <p:nvPr/>
            </p:nvSpPr>
            <p:spPr>
              <a:xfrm>
                <a:off x="3375" y="6183"/>
                <a:ext cx="36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807" name="直接连接符 1360975"/>
              <p:cNvSpPr/>
              <p:nvPr/>
            </p:nvSpPr>
            <p:spPr>
              <a:xfrm>
                <a:off x="3735" y="6495"/>
                <a:ext cx="72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74808" name="直接连接符 1360976"/>
              <p:cNvSpPr/>
              <p:nvPr/>
            </p:nvSpPr>
            <p:spPr>
              <a:xfrm>
                <a:off x="3735" y="6963"/>
                <a:ext cx="72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74809" name="直接连接符 1360977"/>
              <p:cNvSpPr/>
              <p:nvPr/>
            </p:nvSpPr>
            <p:spPr>
              <a:xfrm>
                <a:off x="4455" y="6495"/>
                <a:ext cx="0" cy="4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810" name="直接连接符 1360978"/>
              <p:cNvSpPr/>
              <p:nvPr/>
            </p:nvSpPr>
            <p:spPr>
              <a:xfrm>
                <a:off x="5175" y="5863"/>
                <a:ext cx="540" cy="83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4811" name="直接连接符 1360979"/>
            <p:cNvSpPr/>
            <p:nvPr/>
          </p:nvSpPr>
          <p:spPr>
            <a:xfrm>
              <a:off x="4815" y="6180"/>
              <a:ext cx="0" cy="109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360981" name="文本框 1360980"/>
          <p:cNvSpPr txBox="1"/>
          <p:nvPr/>
        </p:nvSpPr>
        <p:spPr>
          <a:xfrm>
            <a:off x="5292725" y="3895725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83" name="文本框 1360982"/>
          <p:cNvSpPr txBox="1"/>
          <p:nvPr/>
        </p:nvSpPr>
        <p:spPr>
          <a:xfrm>
            <a:off x="5868988" y="29972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84" name="直接连接符 1360983"/>
          <p:cNvSpPr/>
          <p:nvPr/>
        </p:nvSpPr>
        <p:spPr>
          <a:xfrm flipV="1">
            <a:off x="5651500" y="3357563"/>
            <a:ext cx="504825" cy="719137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0985" name="文本框 1360984"/>
          <p:cNvSpPr txBox="1"/>
          <p:nvPr/>
        </p:nvSpPr>
        <p:spPr>
          <a:xfrm>
            <a:off x="8027988" y="29972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86" name="直接连接符 1360985"/>
          <p:cNvSpPr/>
          <p:nvPr/>
        </p:nvSpPr>
        <p:spPr>
          <a:xfrm>
            <a:off x="6156325" y="3357563"/>
            <a:ext cx="1871663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0987" name="文本框 1360986"/>
          <p:cNvSpPr txBox="1"/>
          <p:nvPr/>
        </p:nvSpPr>
        <p:spPr>
          <a:xfrm>
            <a:off x="8172450" y="3895725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88" name="直接连接符 1360987"/>
          <p:cNvSpPr/>
          <p:nvPr/>
        </p:nvSpPr>
        <p:spPr>
          <a:xfrm>
            <a:off x="8027988" y="3357563"/>
            <a:ext cx="504825" cy="719137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0989" name="文本框 1360988"/>
          <p:cNvSpPr txBox="1"/>
          <p:nvPr/>
        </p:nvSpPr>
        <p:spPr>
          <a:xfrm>
            <a:off x="8101013" y="47244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93" name="直接连接符 1360992"/>
          <p:cNvSpPr/>
          <p:nvPr/>
        </p:nvSpPr>
        <p:spPr>
          <a:xfrm flipH="1">
            <a:off x="8027988" y="4076700"/>
            <a:ext cx="504825" cy="720725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0994" name="文本框 1360993"/>
          <p:cNvSpPr txBox="1"/>
          <p:nvPr/>
        </p:nvSpPr>
        <p:spPr>
          <a:xfrm>
            <a:off x="5795963" y="468788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95" name="直接连接符 1360994"/>
          <p:cNvSpPr/>
          <p:nvPr/>
        </p:nvSpPr>
        <p:spPr>
          <a:xfrm flipH="1">
            <a:off x="6156325" y="4797425"/>
            <a:ext cx="1871663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0996" name="文本框 1360995"/>
          <p:cNvSpPr txBox="1"/>
          <p:nvPr/>
        </p:nvSpPr>
        <p:spPr>
          <a:xfrm>
            <a:off x="7308850" y="447198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0997" name="直接连接符 1360996"/>
          <p:cNvSpPr/>
          <p:nvPr/>
        </p:nvSpPr>
        <p:spPr>
          <a:xfrm flipH="1" flipV="1">
            <a:off x="7740650" y="4581525"/>
            <a:ext cx="287338" cy="21590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0998" name="文本框 1360997"/>
          <p:cNvSpPr txBox="1"/>
          <p:nvPr/>
        </p:nvSpPr>
        <p:spPr>
          <a:xfrm>
            <a:off x="7596188" y="328453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000" name="直接连接符 1360999"/>
          <p:cNvSpPr/>
          <p:nvPr/>
        </p:nvSpPr>
        <p:spPr>
          <a:xfrm flipV="1">
            <a:off x="7740650" y="3644900"/>
            <a:ext cx="0" cy="936625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1001" name="文本框 1361000"/>
          <p:cNvSpPr txBox="1"/>
          <p:nvPr/>
        </p:nvSpPr>
        <p:spPr>
          <a:xfrm>
            <a:off x="6372225" y="328453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003" name="直接连接符 1361002"/>
          <p:cNvSpPr/>
          <p:nvPr/>
        </p:nvSpPr>
        <p:spPr>
          <a:xfrm>
            <a:off x="6516688" y="3644900"/>
            <a:ext cx="1223962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1004" name="文本框 1361003"/>
          <p:cNvSpPr txBox="1"/>
          <p:nvPr/>
        </p:nvSpPr>
        <p:spPr>
          <a:xfrm>
            <a:off x="6156325" y="42926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008" name="直接连接符 1361007"/>
          <p:cNvSpPr/>
          <p:nvPr/>
        </p:nvSpPr>
        <p:spPr>
          <a:xfrm>
            <a:off x="6475413" y="3624263"/>
            <a:ext cx="0" cy="936625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1009" name="文本框 1361008"/>
          <p:cNvSpPr txBox="1"/>
          <p:nvPr/>
        </p:nvSpPr>
        <p:spPr>
          <a:xfrm>
            <a:off x="6351588" y="3830638"/>
            <a:ext cx="576262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010" name="直接连接符 1361009"/>
          <p:cNvSpPr/>
          <p:nvPr/>
        </p:nvSpPr>
        <p:spPr>
          <a:xfrm>
            <a:off x="6516688" y="3644900"/>
            <a:ext cx="287337" cy="21590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1011" name="文本框 1361010"/>
          <p:cNvSpPr txBox="1"/>
          <p:nvPr/>
        </p:nvSpPr>
        <p:spPr>
          <a:xfrm>
            <a:off x="6948488" y="3824288"/>
            <a:ext cx="6477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012" name="直接连接符 1361011"/>
          <p:cNvSpPr/>
          <p:nvPr/>
        </p:nvSpPr>
        <p:spPr>
          <a:xfrm>
            <a:off x="6804025" y="3860800"/>
            <a:ext cx="647700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1013" name="文本框 1361012"/>
          <p:cNvSpPr txBox="1"/>
          <p:nvPr/>
        </p:nvSpPr>
        <p:spPr>
          <a:xfrm>
            <a:off x="6950075" y="4184650"/>
            <a:ext cx="576263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014" name="直接连接符 1361013"/>
          <p:cNvSpPr/>
          <p:nvPr/>
        </p:nvSpPr>
        <p:spPr>
          <a:xfrm>
            <a:off x="7434263" y="3860800"/>
            <a:ext cx="0" cy="43180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1015" name="文本框 1361014"/>
          <p:cNvSpPr txBox="1"/>
          <p:nvPr/>
        </p:nvSpPr>
        <p:spPr>
          <a:xfrm>
            <a:off x="6373813" y="4202113"/>
            <a:ext cx="649287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016" name="直接连接符 1361015"/>
          <p:cNvSpPr/>
          <p:nvPr/>
        </p:nvSpPr>
        <p:spPr>
          <a:xfrm>
            <a:off x="6804025" y="4292600"/>
            <a:ext cx="647700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02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0902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0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090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10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60910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0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6090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6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0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6090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0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6090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1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6091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0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6090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0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6090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6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1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6091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6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60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6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6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36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6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6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6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36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6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36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6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2" dur="500"/>
                                        <p:tgtEl>
                                          <p:spTgt spid="136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36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36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36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36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36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136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36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36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36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36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36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36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36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136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136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2" dur="500"/>
                                        <p:tgtEl>
                                          <p:spTgt spid="136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0900" grpId="0"/>
      <p:bldP spid="1360908" grpId="0"/>
      <p:bldP spid="1360911" grpId="0"/>
      <p:bldP spid="1360981" grpId="0"/>
      <p:bldP spid="1360983" grpId="0"/>
      <p:bldP spid="1360985" grpId="0"/>
      <p:bldP spid="1360987" grpId="0"/>
      <p:bldP spid="1360989" grpId="0"/>
      <p:bldP spid="1360994" grpId="0"/>
      <p:bldP spid="1360996" grpId="0"/>
      <p:bldP spid="1360998" grpId="0"/>
      <p:bldP spid="1361001" grpId="0"/>
      <p:bldP spid="1361004" grpId="0"/>
      <p:bldP spid="1361009" grpId="0"/>
      <p:bldP spid="1361011" grpId="0"/>
      <p:bldP spid="1361013" grpId="0"/>
      <p:bldP spid="136101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2008" name="文本框 1362007"/>
          <p:cNvSpPr txBox="1"/>
          <p:nvPr/>
        </p:nvSpPr>
        <p:spPr>
          <a:xfrm>
            <a:off x="6373813" y="4202113"/>
            <a:ext cx="649287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78" name="文本框 1361923"/>
          <p:cNvSpPr txBox="1"/>
          <p:nvPr/>
        </p:nvSpPr>
        <p:spPr>
          <a:xfrm>
            <a:off x="971550" y="476250"/>
            <a:ext cx="54006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a)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深探法</a:t>
            </a:r>
            <a:endParaRPr lang="zh-CN" altLang="en-US" dirty="0">
              <a:solidFill>
                <a:srgbClr val="008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61937" name="组合 1361936"/>
          <p:cNvGrpSpPr/>
          <p:nvPr/>
        </p:nvGrpSpPr>
        <p:grpSpPr>
          <a:xfrm>
            <a:off x="5610225" y="1123950"/>
            <a:ext cx="2849563" cy="2017713"/>
            <a:chOff x="3534" y="708"/>
            <a:chExt cx="1795" cy="1271"/>
          </a:xfrm>
        </p:grpSpPr>
        <p:grpSp>
          <p:nvGrpSpPr>
            <p:cNvPr id="75780" name="组合 1361937"/>
            <p:cNvGrpSpPr/>
            <p:nvPr/>
          </p:nvGrpSpPr>
          <p:grpSpPr>
            <a:xfrm>
              <a:off x="3534" y="708"/>
              <a:ext cx="1795" cy="907"/>
              <a:chOff x="2475" y="5863"/>
              <a:chExt cx="3240" cy="1724"/>
            </a:xfrm>
          </p:grpSpPr>
          <p:grpSp>
            <p:nvGrpSpPr>
              <p:cNvPr id="75781" name="组合 1361938"/>
              <p:cNvGrpSpPr/>
              <p:nvPr/>
            </p:nvGrpSpPr>
            <p:grpSpPr>
              <a:xfrm>
                <a:off x="2475" y="5863"/>
                <a:ext cx="3240" cy="1724"/>
                <a:chOff x="2475" y="5863"/>
                <a:chExt cx="3240" cy="1724"/>
              </a:xfrm>
            </p:grpSpPr>
            <p:sp>
              <p:nvSpPr>
                <p:cNvPr id="75782" name="直接连接符 1361939"/>
                <p:cNvSpPr/>
                <p:nvPr/>
              </p:nvSpPr>
              <p:spPr>
                <a:xfrm>
                  <a:off x="5160" y="5871"/>
                  <a:ext cx="0" cy="171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5783" name="直接连接符 1361940"/>
                <p:cNvSpPr/>
                <p:nvPr/>
              </p:nvSpPr>
              <p:spPr>
                <a:xfrm>
                  <a:off x="3015" y="5871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5784" name="直接连接符 1361941"/>
                <p:cNvSpPr/>
                <p:nvPr/>
              </p:nvSpPr>
              <p:spPr>
                <a:xfrm>
                  <a:off x="4455" y="6963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5785" name="直接连接符 1361942"/>
                <p:cNvSpPr/>
                <p:nvPr/>
              </p:nvSpPr>
              <p:spPr>
                <a:xfrm>
                  <a:off x="2475" y="6726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5786" name="直接连接符 1361943"/>
                <p:cNvSpPr/>
                <p:nvPr/>
              </p:nvSpPr>
              <p:spPr>
                <a:xfrm>
                  <a:off x="3015" y="5871"/>
                  <a:ext cx="0" cy="171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5787" name="直接连接符 1361944"/>
                <p:cNvSpPr/>
                <p:nvPr/>
              </p:nvSpPr>
              <p:spPr>
                <a:xfrm>
                  <a:off x="3375" y="7275"/>
                  <a:ext cx="144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5788" name="直接连接符 1361945"/>
                <p:cNvSpPr/>
                <p:nvPr/>
              </p:nvSpPr>
              <p:spPr>
                <a:xfrm>
                  <a:off x="3735" y="649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5789" name="直接连接符 1361946"/>
                <p:cNvSpPr/>
                <p:nvPr/>
              </p:nvSpPr>
              <p:spPr>
                <a:xfrm flipV="1">
                  <a:off x="2475" y="5871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5790" name="直接连接符 1361947"/>
                <p:cNvSpPr/>
                <p:nvPr/>
              </p:nvSpPr>
              <p:spPr>
                <a:xfrm>
                  <a:off x="3015" y="5871"/>
                  <a:ext cx="21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5791" name="直接连接符 1361948"/>
                <p:cNvSpPr/>
                <p:nvPr/>
              </p:nvSpPr>
              <p:spPr>
                <a:xfrm>
                  <a:off x="3015" y="7587"/>
                  <a:ext cx="21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5792" name="直接连接符 1361949"/>
                <p:cNvSpPr/>
                <p:nvPr/>
              </p:nvSpPr>
              <p:spPr>
                <a:xfrm flipV="1">
                  <a:off x="5175" y="6726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5793" name="直接连接符 1361950"/>
                <p:cNvSpPr/>
                <p:nvPr/>
              </p:nvSpPr>
              <p:spPr>
                <a:xfrm>
                  <a:off x="3372" y="6183"/>
                  <a:ext cx="0" cy="109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5794" name="直接连接符 1361951"/>
                <p:cNvSpPr/>
                <p:nvPr/>
              </p:nvSpPr>
              <p:spPr>
                <a:xfrm>
                  <a:off x="3372" y="6183"/>
                  <a:ext cx="1443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5795" name="直接连接符 1361952"/>
                <p:cNvSpPr/>
                <p:nvPr/>
              </p:nvSpPr>
              <p:spPr>
                <a:xfrm>
                  <a:off x="4815" y="7275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5796" name="直接连接符 1361953"/>
                <p:cNvSpPr/>
                <p:nvPr/>
              </p:nvSpPr>
              <p:spPr>
                <a:xfrm>
                  <a:off x="3375" y="6183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5797" name="直接连接符 1361954"/>
                <p:cNvSpPr/>
                <p:nvPr/>
              </p:nvSpPr>
              <p:spPr>
                <a:xfrm>
                  <a:off x="3735" y="6495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5798" name="直接连接符 1361955"/>
                <p:cNvSpPr/>
                <p:nvPr/>
              </p:nvSpPr>
              <p:spPr>
                <a:xfrm>
                  <a:off x="3735" y="6963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5799" name="直接连接符 1361956"/>
                <p:cNvSpPr/>
                <p:nvPr/>
              </p:nvSpPr>
              <p:spPr>
                <a:xfrm>
                  <a:off x="4455" y="649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5800" name="直接连接符 1361957"/>
                <p:cNvSpPr/>
                <p:nvPr/>
              </p:nvSpPr>
              <p:spPr>
                <a:xfrm>
                  <a:off x="5175" y="5863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5801" name="直接连接符 1361958"/>
              <p:cNvSpPr/>
              <p:nvPr/>
            </p:nvSpPr>
            <p:spPr>
              <a:xfrm>
                <a:off x="4815" y="6180"/>
                <a:ext cx="0" cy="109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5802" name="文本框 1361959"/>
            <p:cNvSpPr txBox="1"/>
            <p:nvPr/>
          </p:nvSpPr>
          <p:spPr>
            <a:xfrm>
              <a:off x="4199" y="1616"/>
              <a:ext cx="677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pPr algn="just"/>
              <a:r>
                <a:rPr lang="zh-CN" altLang="en-US" sz="2400" b="0" dirty="0">
                  <a:latin typeface="黑体" panose="02010609060101010101" pitchFamily="2" charset="-122"/>
                  <a:ea typeface="黑体" panose="02010609060101010101" pitchFamily="2" charset="-122"/>
                </a:rPr>
                <a:t>图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61983" name="文本框 1361982"/>
          <p:cNvSpPr txBox="1"/>
          <p:nvPr/>
        </p:nvSpPr>
        <p:spPr>
          <a:xfrm>
            <a:off x="5292725" y="3895725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984" name="文本框 1361983"/>
          <p:cNvSpPr txBox="1"/>
          <p:nvPr/>
        </p:nvSpPr>
        <p:spPr>
          <a:xfrm>
            <a:off x="5868988" y="29972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985" name="直接连接符 1361984"/>
          <p:cNvSpPr/>
          <p:nvPr/>
        </p:nvSpPr>
        <p:spPr>
          <a:xfrm flipV="1">
            <a:off x="5651500" y="3357563"/>
            <a:ext cx="504825" cy="719137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1361986" name="文本框 1361985"/>
          <p:cNvSpPr txBox="1"/>
          <p:nvPr/>
        </p:nvSpPr>
        <p:spPr>
          <a:xfrm>
            <a:off x="8027988" y="29972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987" name="直接连接符 1361986"/>
          <p:cNvSpPr/>
          <p:nvPr/>
        </p:nvSpPr>
        <p:spPr>
          <a:xfrm>
            <a:off x="6156325" y="3357563"/>
            <a:ext cx="1871663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1361988" name="文本框 1361987"/>
          <p:cNvSpPr txBox="1"/>
          <p:nvPr/>
        </p:nvSpPr>
        <p:spPr>
          <a:xfrm>
            <a:off x="8172450" y="3895725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989" name="直接连接符 1361988"/>
          <p:cNvSpPr/>
          <p:nvPr/>
        </p:nvSpPr>
        <p:spPr>
          <a:xfrm>
            <a:off x="8027988" y="3357563"/>
            <a:ext cx="504825" cy="719137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1361990" name="文本框 1361989"/>
          <p:cNvSpPr txBox="1"/>
          <p:nvPr/>
        </p:nvSpPr>
        <p:spPr>
          <a:xfrm>
            <a:off x="8101013" y="47244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991" name="直接连接符 1361990"/>
          <p:cNvSpPr/>
          <p:nvPr/>
        </p:nvSpPr>
        <p:spPr>
          <a:xfrm flipH="1">
            <a:off x="8027988" y="4076700"/>
            <a:ext cx="504825" cy="720725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1361992" name="文本框 1361991"/>
          <p:cNvSpPr txBox="1"/>
          <p:nvPr/>
        </p:nvSpPr>
        <p:spPr>
          <a:xfrm>
            <a:off x="5795963" y="468788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993" name="直接连接符 1361992"/>
          <p:cNvSpPr/>
          <p:nvPr/>
        </p:nvSpPr>
        <p:spPr>
          <a:xfrm flipH="1">
            <a:off x="6156325" y="4797425"/>
            <a:ext cx="1871663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1361994" name="文本框 1361993"/>
          <p:cNvSpPr txBox="1"/>
          <p:nvPr/>
        </p:nvSpPr>
        <p:spPr>
          <a:xfrm>
            <a:off x="7308850" y="447198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995" name="直接连接符 1361994"/>
          <p:cNvSpPr/>
          <p:nvPr/>
        </p:nvSpPr>
        <p:spPr>
          <a:xfrm flipH="1" flipV="1">
            <a:off x="7740650" y="4581525"/>
            <a:ext cx="287338" cy="21590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1361996" name="文本框 1361995"/>
          <p:cNvSpPr txBox="1"/>
          <p:nvPr/>
        </p:nvSpPr>
        <p:spPr>
          <a:xfrm>
            <a:off x="7596188" y="328453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997" name="直接连接符 1361996"/>
          <p:cNvSpPr/>
          <p:nvPr/>
        </p:nvSpPr>
        <p:spPr>
          <a:xfrm flipV="1">
            <a:off x="7740650" y="3644900"/>
            <a:ext cx="0" cy="936625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1361998" name="文本框 1361997"/>
          <p:cNvSpPr txBox="1"/>
          <p:nvPr/>
        </p:nvSpPr>
        <p:spPr>
          <a:xfrm>
            <a:off x="6372225" y="328453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1999" name="直接连接符 1361998"/>
          <p:cNvSpPr/>
          <p:nvPr/>
        </p:nvSpPr>
        <p:spPr>
          <a:xfrm>
            <a:off x="6516688" y="3644900"/>
            <a:ext cx="1223962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oval" w="med" len="med"/>
            <a:tailEnd type="none" w="med" len="med"/>
          </a:ln>
        </p:spPr>
      </p:sp>
      <p:sp>
        <p:nvSpPr>
          <p:cNvPr id="1362000" name="文本框 1361999"/>
          <p:cNvSpPr txBox="1"/>
          <p:nvPr/>
        </p:nvSpPr>
        <p:spPr>
          <a:xfrm>
            <a:off x="6156325" y="42926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2001" name="直接连接符 1362000"/>
          <p:cNvSpPr/>
          <p:nvPr/>
        </p:nvSpPr>
        <p:spPr>
          <a:xfrm>
            <a:off x="6519863" y="3644900"/>
            <a:ext cx="0" cy="936625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1362002" name="文本框 1362001"/>
          <p:cNvSpPr txBox="1"/>
          <p:nvPr/>
        </p:nvSpPr>
        <p:spPr>
          <a:xfrm>
            <a:off x="6351588" y="3830638"/>
            <a:ext cx="576262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2003" name="直接连接符 1362002"/>
          <p:cNvSpPr/>
          <p:nvPr/>
        </p:nvSpPr>
        <p:spPr>
          <a:xfrm>
            <a:off x="6516688" y="3644900"/>
            <a:ext cx="287337" cy="21590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1362004" name="文本框 1362003"/>
          <p:cNvSpPr txBox="1"/>
          <p:nvPr/>
        </p:nvSpPr>
        <p:spPr>
          <a:xfrm>
            <a:off x="6948488" y="3824288"/>
            <a:ext cx="6477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2005" name="直接连接符 1362004"/>
          <p:cNvSpPr/>
          <p:nvPr/>
        </p:nvSpPr>
        <p:spPr>
          <a:xfrm>
            <a:off x="6804025" y="3860800"/>
            <a:ext cx="647700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1362006" name="文本框 1362005"/>
          <p:cNvSpPr txBox="1"/>
          <p:nvPr/>
        </p:nvSpPr>
        <p:spPr>
          <a:xfrm>
            <a:off x="6950075" y="4184650"/>
            <a:ext cx="576263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2007" name="直接连接符 1362006"/>
          <p:cNvSpPr/>
          <p:nvPr/>
        </p:nvSpPr>
        <p:spPr>
          <a:xfrm>
            <a:off x="7434263" y="3860800"/>
            <a:ext cx="0" cy="43180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1362009" name="直接连接符 1362008"/>
          <p:cNvSpPr/>
          <p:nvPr/>
        </p:nvSpPr>
        <p:spPr>
          <a:xfrm>
            <a:off x="6804025" y="4292600"/>
            <a:ext cx="647700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oval" w="med" len="med"/>
            <a:tailEnd type="none" w="med" len="med"/>
          </a:ln>
        </p:spPr>
      </p:sp>
      <p:sp>
        <p:nvSpPr>
          <p:cNvPr id="1362011" name="文本框 1362010"/>
          <p:cNvSpPr txBox="1"/>
          <p:nvPr/>
        </p:nvSpPr>
        <p:spPr>
          <a:xfrm>
            <a:off x="900113" y="990600"/>
            <a:ext cx="30241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步骤如下：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30" name="文本框 1362011"/>
          <p:cNvSpPr txBox="1"/>
          <p:nvPr/>
        </p:nvSpPr>
        <p:spPr>
          <a:xfrm>
            <a:off x="684213" y="5275263"/>
            <a:ext cx="81359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若这样的边的另一端均已有标号，就退到标号为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31" name="文本框 1362012"/>
          <p:cNvSpPr txBox="1"/>
          <p:nvPr/>
        </p:nvSpPr>
        <p:spPr>
          <a:xfrm>
            <a:off x="1260475" y="1401763"/>
            <a:ext cx="38877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在点集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中任取一点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32" name="文本框 1362013"/>
          <p:cNvSpPr txBox="1"/>
          <p:nvPr/>
        </p:nvSpPr>
        <p:spPr>
          <a:xfrm>
            <a:off x="1187450" y="2409825"/>
            <a:ext cx="41052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ii)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若某点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已得标号，检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33" name="文本框 1362014"/>
          <p:cNvSpPr txBox="1"/>
          <p:nvPr/>
        </p:nvSpPr>
        <p:spPr>
          <a:xfrm>
            <a:off x="684213" y="3346450"/>
            <a:ext cx="41751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端是否均已标号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34" name="文本框 1362015"/>
          <p:cNvSpPr txBox="1"/>
          <p:nvPr/>
        </p:nvSpPr>
        <p:spPr>
          <a:xfrm>
            <a:off x="539750" y="3851275"/>
            <a:ext cx="482441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若有边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vw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之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未标号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则给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35" name="文本框 1362016"/>
          <p:cNvSpPr txBox="1"/>
          <p:nvPr/>
        </p:nvSpPr>
        <p:spPr>
          <a:xfrm>
            <a:off x="611188" y="4786313"/>
            <a:ext cx="27368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代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，重复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ii).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36" name="文本框 1362017"/>
          <p:cNvSpPr txBox="1"/>
          <p:nvPr/>
        </p:nvSpPr>
        <p:spPr>
          <a:xfrm>
            <a:off x="539750" y="5780088"/>
            <a:ext cx="8280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-1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点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代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重复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ii),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直到全部点得到标号为止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37" name="文本框 1362018"/>
          <p:cNvSpPr txBox="1"/>
          <p:nvPr/>
        </p:nvSpPr>
        <p:spPr>
          <a:xfrm>
            <a:off x="755650" y="1833563"/>
            <a:ext cx="41767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给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以标号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38" name="文本框 1362019"/>
          <p:cNvSpPr txBox="1"/>
          <p:nvPr/>
        </p:nvSpPr>
        <p:spPr>
          <a:xfrm>
            <a:off x="684213" y="2841625"/>
            <a:ext cx="44640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查一端点为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的各边，另一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39" name="文本框 1362020"/>
          <p:cNvSpPr txBox="1"/>
          <p:nvPr/>
        </p:nvSpPr>
        <p:spPr>
          <a:xfrm>
            <a:off x="611188" y="4354513"/>
            <a:ext cx="49688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以标号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+1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，记下边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vw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令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40" name="文本框 1362021"/>
          <p:cNvSpPr txBox="1"/>
          <p:nvPr/>
        </p:nvSpPr>
        <p:spPr>
          <a:xfrm>
            <a:off x="2700338" y="466725"/>
            <a:ext cx="61198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用深探法求出下图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的一棵生成树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6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6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6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6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6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6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6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6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36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6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36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6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36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6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36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6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36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6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6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6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36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6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36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36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136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1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362011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008" grpId="0"/>
      <p:bldP spid="1361983" grpId="0"/>
      <p:bldP spid="1361984" grpId="0"/>
      <p:bldP spid="1361986" grpId="0"/>
      <p:bldP spid="1361988" grpId="0"/>
      <p:bldP spid="1361990" grpId="0"/>
      <p:bldP spid="1361992" grpId="0"/>
      <p:bldP spid="1361994" grpId="0"/>
      <p:bldP spid="1361996" grpId="0"/>
      <p:bldP spid="1361998" grpId="0"/>
      <p:bldP spid="1362000" grpId="0"/>
      <p:bldP spid="1362002" grpId="0"/>
      <p:bldP spid="1362004" grpId="0"/>
      <p:bldP spid="136200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3972" name="文本框 1363971"/>
          <p:cNvSpPr txBox="1"/>
          <p:nvPr/>
        </p:nvSpPr>
        <p:spPr>
          <a:xfrm>
            <a:off x="6443663" y="4202113"/>
            <a:ext cx="358775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73" name="文本框 1363972"/>
          <p:cNvSpPr txBox="1"/>
          <p:nvPr/>
        </p:nvSpPr>
        <p:spPr>
          <a:xfrm>
            <a:off x="971550" y="476250"/>
            <a:ext cx="28797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>
                <a:solidFill>
                  <a:srgbClr val="B4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b)</a:t>
            </a:r>
            <a:r>
              <a:rPr lang="zh-CN" altLang="en-US" dirty="0">
                <a:solidFill>
                  <a:srgbClr val="B4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广探法</a:t>
            </a:r>
            <a:endParaRPr lang="zh-CN" altLang="en-US">
              <a:solidFill>
                <a:srgbClr val="B4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363974" name="文本框 1363973"/>
          <p:cNvSpPr txBox="1"/>
          <p:nvPr/>
        </p:nvSpPr>
        <p:spPr>
          <a:xfrm>
            <a:off x="900113" y="1038225"/>
            <a:ext cx="18002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步骤如下：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75" name="文本框 1363974"/>
          <p:cNvSpPr txBox="1"/>
          <p:nvPr/>
        </p:nvSpPr>
        <p:spPr>
          <a:xfrm>
            <a:off x="1260475" y="1614488"/>
            <a:ext cx="38877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在点集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中任取一点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76" name="文本框 1363975"/>
          <p:cNvSpPr txBox="1"/>
          <p:nvPr/>
        </p:nvSpPr>
        <p:spPr>
          <a:xfrm>
            <a:off x="1187450" y="2565400"/>
            <a:ext cx="41052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ii)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令所有标号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的点集为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77" name="文本框 1363976"/>
          <p:cNvSpPr txBox="1"/>
          <p:nvPr/>
        </p:nvSpPr>
        <p:spPr>
          <a:xfrm>
            <a:off x="684213" y="3557588"/>
            <a:ext cx="43195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是否均已标号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对所有未标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78" name="文本框 1363977"/>
          <p:cNvSpPr txBox="1"/>
          <p:nvPr/>
        </p:nvSpPr>
        <p:spPr>
          <a:xfrm>
            <a:off x="684213" y="4062413"/>
            <a:ext cx="45354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号之点均标以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+1,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记下这些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79" name="文本框 1363978"/>
          <p:cNvSpPr txBox="1"/>
          <p:nvPr/>
        </p:nvSpPr>
        <p:spPr>
          <a:xfrm>
            <a:off x="611188" y="5013325"/>
            <a:ext cx="46815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iii)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对标号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+1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的点重复步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80" name="文本框 1363979"/>
          <p:cNvSpPr txBox="1"/>
          <p:nvPr/>
        </p:nvSpPr>
        <p:spPr>
          <a:xfrm>
            <a:off x="684213" y="5518150"/>
            <a:ext cx="43926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步骤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ii)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，直到全部点得到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81" name="文本框 1363980"/>
          <p:cNvSpPr txBox="1"/>
          <p:nvPr/>
        </p:nvSpPr>
        <p:spPr>
          <a:xfrm>
            <a:off x="755650" y="2046288"/>
            <a:ext cx="41767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给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以标号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82" name="文本框 1363981"/>
          <p:cNvSpPr txBox="1"/>
          <p:nvPr/>
        </p:nvSpPr>
        <p:spPr>
          <a:xfrm>
            <a:off x="684213" y="3017838"/>
            <a:ext cx="44640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检查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,V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\V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中的边端点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83" name="文本框 1363982"/>
          <p:cNvSpPr txBox="1"/>
          <p:nvPr/>
        </p:nvSpPr>
        <p:spPr>
          <a:xfrm>
            <a:off x="684213" y="4422775"/>
            <a:ext cx="32400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3984" name="文本框 1363983"/>
          <p:cNvSpPr txBox="1"/>
          <p:nvPr/>
        </p:nvSpPr>
        <p:spPr>
          <a:xfrm>
            <a:off x="2555875" y="461963"/>
            <a:ext cx="61198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用广探法求出下图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的一棵生成树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63985" name="组合 1363984"/>
          <p:cNvGrpSpPr/>
          <p:nvPr/>
        </p:nvGrpSpPr>
        <p:grpSpPr>
          <a:xfrm>
            <a:off x="5610225" y="1123950"/>
            <a:ext cx="2849563" cy="2017713"/>
            <a:chOff x="3534" y="708"/>
            <a:chExt cx="1795" cy="1271"/>
          </a:xfrm>
        </p:grpSpPr>
        <p:grpSp>
          <p:nvGrpSpPr>
            <p:cNvPr id="76815" name="组合 1363985"/>
            <p:cNvGrpSpPr/>
            <p:nvPr/>
          </p:nvGrpSpPr>
          <p:grpSpPr>
            <a:xfrm>
              <a:off x="3534" y="708"/>
              <a:ext cx="1795" cy="907"/>
              <a:chOff x="2475" y="5863"/>
              <a:chExt cx="3240" cy="1724"/>
            </a:xfrm>
          </p:grpSpPr>
          <p:grpSp>
            <p:nvGrpSpPr>
              <p:cNvPr id="76816" name="组合 1363986"/>
              <p:cNvGrpSpPr/>
              <p:nvPr/>
            </p:nvGrpSpPr>
            <p:grpSpPr>
              <a:xfrm>
                <a:off x="2475" y="5863"/>
                <a:ext cx="3240" cy="1724"/>
                <a:chOff x="2475" y="5863"/>
                <a:chExt cx="3240" cy="1724"/>
              </a:xfrm>
            </p:grpSpPr>
            <p:sp>
              <p:nvSpPr>
                <p:cNvPr id="76817" name="直接连接符 1363987"/>
                <p:cNvSpPr/>
                <p:nvPr/>
              </p:nvSpPr>
              <p:spPr>
                <a:xfrm>
                  <a:off x="5160" y="5871"/>
                  <a:ext cx="0" cy="171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18" name="直接连接符 1363988"/>
                <p:cNvSpPr/>
                <p:nvPr/>
              </p:nvSpPr>
              <p:spPr>
                <a:xfrm>
                  <a:off x="3015" y="5871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19" name="直接连接符 1363989"/>
                <p:cNvSpPr/>
                <p:nvPr/>
              </p:nvSpPr>
              <p:spPr>
                <a:xfrm>
                  <a:off x="4455" y="6963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20" name="直接连接符 1363990"/>
                <p:cNvSpPr/>
                <p:nvPr/>
              </p:nvSpPr>
              <p:spPr>
                <a:xfrm>
                  <a:off x="2475" y="6726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21" name="直接连接符 1363991"/>
                <p:cNvSpPr/>
                <p:nvPr/>
              </p:nvSpPr>
              <p:spPr>
                <a:xfrm>
                  <a:off x="3015" y="5871"/>
                  <a:ext cx="0" cy="171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22" name="直接连接符 1363992"/>
                <p:cNvSpPr/>
                <p:nvPr/>
              </p:nvSpPr>
              <p:spPr>
                <a:xfrm>
                  <a:off x="3375" y="7275"/>
                  <a:ext cx="144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23" name="直接连接符 1363993"/>
                <p:cNvSpPr/>
                <p:nvPr/>
              </p:nvSpPr>
              <p:spPr>
                <a:xfrm>
                  <a:off x="3735" y="649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24" name="直接连接符 1363994"/>
                <p:cNvSpPr/>
                <p:nvPr/>
              </p:nvSpPr>
              <p:spPr>
                <a:xfrm flipV="1">
                  <a:off x="2475" y="5871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6825" name="直接连接符 1363995"/>
                <p:cNvSpPr/>
                <p:nvPr/>
              </p:nvSpPr>
              <p:spPr>
                <a:xfrm>
                  <a:off x="3015" y="5871"/>
                  <a:ext cx="21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26" name="直接连接符 1363996"/>
                <p:cNvSpPr/>
                <p:nvPr/>
              </p:nvSpPr>
              <p:spPr>
                <a:xfrm>
                  <a:off x="3015" y="7587"/>
                  <a:ext cx="21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27" name="直接连接符 1363997"/>
                <p:cNvSpPr/>
                <p:nvPr/>
              </p:nvSpPr>
              <p:spPr>
                <a:xfrm flipV="1">
                  <a:off x="5175" y="6726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28" name="直接连接符 1363998"/>
                <p:cNvSpPr/>
                <p:nvPr/>
              </p:nvSpPr>
              <p:spPr>
                <a:xfrm>
                  <a:off x="3372" y="6183"/>
                  <a:ext cx="0" cy="109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6829" name="直接连接符 1363999"/>
                <p:cNvSpPr/>
                <p:nvPr/>
              </p:nvSpPr>
              <p:spPr>
                <a:xfrm>
                  <a:off x="3372" y="6183"/>
                  <a:ext cx="1443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30" name="直接连接符 1364000"/>
                <p:cNvSpPr/>
                <p:nvPr/>
              </p:nvSpPr>
              <p:spPr>
                <a:xfrm>
                  <a:off x="4815" y="7275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31" name="直接连接符 1364001"/>
                <p:cNvSpPr/>
                <p:nvPr/>
              </p:nvSpPr>
              <p:spPr>
                <a:xfrm>
                  <a:off x="3375" y="6183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32" name="直接连接符 1364002"/>
                <p:cNvSpPr/>
                <p:nvPr/>
              </p:nvSpPr>
              <p:spPr>
                <a:xfrm>
                  <a:off x="3735" y="6495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6833" name="直接连接符 1364003"/>
                <p:cNvSpPr/>
                <p:nvPr/>
              </p:nvSpPr>
              <p:spPr>
                <a:xfrm>
                  <a:off x="3735" y="6963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6834" name="直接连接符 1364004"/>
                <p:cNvSpPr/>
                <p:nvPr/>
              </p:nvSpPr>
              <p:spPr>
                <a:xfrm>
                  <a:off x="4455" y="649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35" name="直接连接符 1364005"/>
                <p:cNvSpPr/>
                <p:nvPr/>
              </p:nvSpPr>
              <p:spPr>
                <a:xfrm>
                  <a:off x="5175" y="5863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6836" name="直接连接符 1364006"/>
              <p:cNvSpPr/>
              <p:nvPr/>
            </p:nvSpPr>
            <p:spPr>
              <a:xfrm>
                <a:off x="4815" y="6180"/>
                <a:ext cx="0" cy="109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6837" name="文本框 1364007"/>
            <p:cNvSpPr txBox="1"/>
            <p:nvPr/>
          </p:nvSpPr>
          <p:spPr>
            <a:xfrm>
              <a:off x="4199" y="1616"/>
              <a:ext cx="677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pPr algn="just"/>
              <a:r>
                <a:rPr lang="zh-CN" altLang="en-US" sz="2400" b="0" dirty="0">
                  <a:latin typeface="黑体" panose="02010609060101010101" pitchFamily="2" charset="-122"/>
                  <a:ea typeface="黑体" panose="02010609060101010101" pitchFamily="2" charset="-122"/>
                </a:rPr>
                <a:t>图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64009" name="文本框 1364008"/>
          <p:cNvSpPr txBox="1"/>
          <p:nvPr/>
        </p:nvSpPr>
        <p:spPr>
          <a:xfrm>
            <a:off x="5292725" y="3895725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10" name="文本框 1364009"/>
          <p:cNvSpPr txBox="1"/>
          <p:nvPr/>
        </p:nvSpPr>
        <p:spPr>
          <a:xfrm>
            <a:off x="5868988" y="29972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12" name="文本框 1364011"/>
          <p:cNvSpPr txBox="1"/>
          <p:nvPr/>
        </p:nvSpPr>
        <p:spPr>
          <a:xfrm>
            <a:off x="8027988" y="29972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14" name="文本框 1364013"/>
          <p:cNvSpPr txBox="1"/>
          <p:nvPr/>
        </p:nvSpPr>
        <p:spPr>
          <a:xfrm>
            <a:off x="8172450" y="3895725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16" name="文本框 1364015"/>
          <p:cNvSpPr txBox="1"/>
          <p:nvPr/>
        </p:nvSpPr>
        <p:spPr>
          <a:xfrm>
            <a:off x="8101013" y="47244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18" name="文本框 1364017"/>
          <p:cNvSpPr txBox="1"/>
          <p:nvPr/>
        </p:nvSpPr>
        <p:spPr>
          <a:xfrm>
            <a:off x="5795963" y="4652963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20" name="文本框 1364019"/>
          <p:cNvSpPr txBox="1"/>
          <p:nvPr/>
        </p:nvSpPr>
        <p:spPr>
          <a:xfrm>
            <a:off x="7308850" y="447198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22" name="文本框 1364021"/>
          <p:cNvSpPr txBox="1"/>
          <p:nvPr/>
        </p:nvSpPr>
        <p:spPr>
          <a:xfrm>
            <a:off x="7596188" y="328453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24" name="文本框 1364023"/>
          <p:cNvSpPr txBox="1"/>
          <p:nvPr/>
        </p:nvSpPr>
        <p:spPr>
          <a:xfrm>
            <a:off x="6372225" y="328453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26" name="文本框 1364025"/>
          <p:cNvSpPr txBox="1"/>
          <p:nvPr/>
        </p:nvSpPr>
        <p:spPr>
          <a:xfrm>
            <a:off x="6156325" y="42926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28" name="文本框 1364027"/>
          <p:cNvSpPr txBox="1"/>
          <p:nvPr/>
        </p:nvSpPr>
        <p:spPr>
          <a:xfrm>
            <a:off x="6443663" y="3860800"/>
            <a:ext cx="576262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30" name="文本框 1364029"/>
          <p:cNvSpPr txBox="1"/>
          <p:nvPr/>
        </p:nvSpPr>
        <p:spPr>
          <a:xfrm>
            <a:off x="7092950" y="3824288"/>
            <a:ext cx="287338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32" name="文本框 1364031"/>
          <p:cNvSpPr txBox="1"/>
          <p:nvPr/>
        </p:nvSpPr>
        <p:spPr>
          <a:xfrm>
            <a:off x="7094538" y="4184650"/>
            <a:ext cx="28575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4035" name="文本框 1364034"/>
          <p:cNvSpPr txBox="1"/>
          <p:nvPr/>
        </p:nvSpPr>
        <p:spPr>
          <a:xfrm>
            <a:off x="611188" y="5949950"/>
            <a:ext cx="43926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标号为止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64036" name="组合 1364035"/>
          <p:cNvGrpSpPr/>
          <p:nvPr/>
        </p:nvGrpSpPr>
        <p:grpSpPr>
          <a:xfrm>
            <a:off x="5662613" y="3355975"/>
            <a:ext cx="2849562" cy="2017713"/>
            <a:chOff x="3534" y="708"/>
            <a:chExt cx="1795" cy="1271"/>
          </a:xfrm>
        </p:grpSpPr>
        <p:grpSp>
          <p:nvGrpSpPr>
            <p:cNvPr id="76853" name="组合 1364036"/>
            <p:cNvGrpSpPr/>
            <p:nvPr/>
          </p:nvGrpSpPr>
          <p:grpSpPr>
            <a:xfrm>
              <a:off x="3534" y="708"/>
              <a:ext cx="1795" cy="907"/>
              <a:chOff x="2475" y="5863"/>
              <a:chExt cx="3240" cy="1724"/>
            </a:xfrm>
          </p:grpSpPr>
          <p:grpSp>
            <p:nvGrpSpPr>
              <p:cNvPr id="76854" name="组合 1364037"/>
              <p:cNvGrpSpPr/>
              <p:nvPr/>
            </p:nvGrpSpPr>
            <p:grpSpPr>
              <a:xfrm>
                <a:off x="2475" y="5863"/>
                <a:ext cx="3240" cy="1724"/>
                <a:chOff x="2475" y="5863"/>
                <a:chExt cx="3240" cy="1724"/>
              </a:xfrm>
            </p:grpSpPr>
            <p:sp>
              <p:nvSpPr>
                <p:cNvPr id="76855" name="直接连接符 1364038"/>
                <p:cNvSpPr/>
                <p:nvPr/>
              </p:nvSpPr>
              <p:spPr>
                <a:xfrm>
                  <a:off x="5160" y="5871"/>
                  <a:ext cx="0" cy="171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56" name="直接连接符 1364039"/>
                <p:cNvSpPr/>
                <p:nvPr/>
              </p:nvSpPr>
              <p:spPr>
                <a:xfrm>
                  <a:off x="3015" y="5871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57" name="直接连接符 1364040"/>
                <p:cNvSpPr/>
                <p:nvPr/>
              </p:nvSpPr>
              <p:spPr>
                <a:xfrm>
                  <a:off x="4455" y="6963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58" name="直接连接符 1364041"/>
                <p:cNvSpPr/>
                <p:nvPr/>
              </p:nvSpPr>
              <p:spPr>
                <a:xfrm>
                  <a:off x="2475" y="6726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59" name="直接连接符 1364042"/>
                <p:cNvSpPr/>
                <p:nvPr/>
              </p:nvSpPr>
              <p:spPr>
                <a:xfrm>
                  <a:off x="3015" y="5871"/>
                  <a:ext cx="0" cy="171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60" name="直接连接符 1364043"/>
                <p:cNvSpPr/>
                <p:nvPr/>
              </p:nvSpPr>
              <p:spPr>
                <a:xfrm>
                  <a:off x="3375" y="7275"/>
                  <a:ext cx="144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61" name="直接连接符 1364044"/>
                <p:cNvSpPr/>
                <p:nvPr/>
              </p:nvSpPr>
              <p:spPr>
                <a:xfrm>
                  <a:off x="3735" y="649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62" name="直接连接符 1364045"/>
                <p:cNvSpPr/>
                <p:nvPr/>
              </p:nvSpPr>
              <p:spPr>
                <a:xfrm flipV="1">
                  <a:off x="2475" y="5871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6863" name="直接连接符 1364046"/>
                <p:cNvSpPr/>
                <p:nvPr/>
              </p:nvSpPr>
              <p:spPr>
                <a:xfrm>
                  <a:off x="3015" y="5871"/>
                  <a:ext cx="21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64" name="直接连接符 1364047"/>
                <p:cNvSpPr/>
                <p:nvPr/>
              </p:nvSpPr>
              <p:spPr>
                <a:xfrm>
                  <a:off x="3015" y="7587"/>
                  <a:ext cx="21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65" name="直接连接符 1364048"/>
                <p:cNvSpPr/>
                <p:nvPr/>
              </p:nvSpPr>
              <p:spPr>
                <a:xfrm flipV="1">
                  <a:off x="5175" y="6726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66" name="直接连接符 1364049"/>
                <p:cNvSpPr/>
                <p:nvPr/>
              </p:nvSpPr>
              <p:spPr>
                <a:xfrm>
                  <a:off x="3372" y="6183"/>
                  <a:ext cx="0" cy="109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6867" name="直接连接符 1364050"/>
                <p:cNvSpPr/>
                <p:nvPr/>
              </p:nvSpPr>
              <p:spPr>
                <a:xfrm>
                  <a:off x="3372" y="6183"/>
                  <a:ext cx="1443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6868" name="直接连接符 1364051"/>
                <p:cNvSpPr/>
                <p:nvPr/>
              </p:nvSpPr>
              <p:spPr>
                <a:xfrm>
                  <a:off x="4815" y="7275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69" name="直接连接符 1364052"/>
                <p:cNvSpPr/>
                <p:nvPr/>
              </p:nvSpPr>
              <p:spPr>
                <a:xfrm>
                  <a:off x="3375" y="6183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70" name="直接连接符 1364053"/>
                <p:cNvSpPr/>
                <p:nvPr/>
              </p:nvSpPr>
              <p:spPr>
                <a:xfrm>
                  <a:off x="3735" y="6495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6871" name="直接连接符 1364054"/>
                <p:cNvSpPr/>
                <p:nvPr/>
              </p:nvSpPr>
              <p:spPr>
                <a:xfrm>
                  <a:off x="3735" y="6963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6872" name="直接连接符 1364055"/>
                <p:cNvSpPr/>
                <p:nvPr/>
              </p:nvSpPr>
              <p:spPr>
                <a:xfrm>
                  <a:off x="4455" y="649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6873" name="直接连接符 1364056"/>
                <p:cNvSpPr/>
                <p:nvPr/>
              </p:nvSpPr>
              <p:spPr>
                <a:xfrm>
                  <a:off x="5175" y="5863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6874" name="直接连接符 1364057"/>
              <p:cNvSpPr/>
              <p:nvPr/>
            </p:nvSpPr>
            <p:spPr>
              <a:xfrm>
                <a:off x="4815" y="6180"/>
                <a:ext cx="0" cy="109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6875" name="文本框 1364058"/>
            <p:cNvSpPr txBox="1"/>
            <p:nvPr/>
          </p:nvSpPr>
          <p:spPr>
            <a:xfrm>
              <a:off x="4199" y="1616"/>
              <a:ext cx="677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pPr algn="just"/>
              <a:r>
                <a:rPr lang="zh-CN" altLang="en-US" sz="2400" b="0" dirty="0">
                  <a:latin typeface="黑体" panose="02010609060101010101" pitchFamily="2" charset="-122"/>
                  <a:ea typeface="黑体" panose="02010609060101010101" pitchFamily="2" charset="-122"/>
                </a:rPr>
                <a:t>图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64062" name="直接连接符 1364061"/>
          <p:cNvSpPr/>
          <p:nvPr/>
        </p:nvSpPr>
        <p:spPr>
          <a:xfrm flipH="1">
            <a:off x="5651500" y="3357563"/>
            <a:ext cx="504825" cy="719137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4063" name="直接连接符 1364062"/>
          <p:cNvSpPr/>
          <p:nvPr/>
        </p:nvSpPr>
        <p:spPr>
          <a:xfrm>
            <a:off x="6135688" y="3357563"/>
            <a:ext cx="0" cy="1439862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4064" name="直接连接符 1364063"/>
          <p:cNvSpPr/>
          <p:nvPr/>
        </p:nvSpPr>
        <p:spPr>
          <a:xfrm>
            <a:off x="6156325" y="3357563"/>
            <a:ext cx="287338" cy="287337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4065" name="直接连接符 1364064"/>
          <p:cNvSpPr/>
          <p:nvPr/>
        </p:nvSpPr>
        <p:spPr>
          <a:xfrm>
            <a:off x="6156325" y="3357563"/>
            <a:ext cx="1871663" cy="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364072" name="组合 1364071"/>
          <p:cNvGrpSpPr/>
          <p:nvPr/>
        </p:nvGrpSpPr>
        <p:grpSpPr>
          <a:xfrm>
            <a:off x="6156325" y="3357563"/>
            <a:ext cx="2376488" cy="1439862"/>
            <a:chOff x="3878" y="2115"/>
            <a:chExt cx="1497" cy="907"/>
          </a:xfrm>
        </p:grpSpPr>
        <p:sp>
          <p:nvSpPr>
            <p:cNvPr id="76881" name="直接连接符 1364065"/>
            <p:cNvSpPr/>
            <p:nvPr/>
          </p:nvSpPr>
          <p:spPr>
            <a:xfrm>
              <a:off x="3878" y="3022"/>
              <a:ext cx="1179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2" name="直接连接符 1364066"/>
            <p:cNvSpPr/>
            <p:nvPr/>
          </p:nvSpPr>
          <p:spPr>
            <a:xfrm>
              <a:off x="4059" y="2296"/>
              <a:ext cx="0" cy="544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3" name="直接连接符 1364067"/>
            <p:cNvSpPr/>
            <p:nvPr/>
          </p:nvSpPr>
          <p:spPr>
            <a:xfrm>
              <a:off x="4059" y="2296"/>
              <a:ext cx="182" cy="136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4" name="直接连接符 1364068"/>
            <p:cNvSpPr/>
            <p:nvPr/>
          </p:nvSpPr>
          <p:spPr>
            <a:xfrm>
              <a:off x="4059" y="2285"/>
              <a:ext cx="817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5" name="直接连接符 1364069"/>
            <p:cNvSpPr/>
            <p:nvPr/>
          </p:nvSpPr>
          <p:spPr>
            <a:xfrm>
              <a:off x="5057" y="2115"/>
              <a:ext cx="318" cy="453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364077" name="组合 1364076"/>
          <p:cNvGrpSpPr/>
          <p:nvPr/>
        </p:nvGrpSpPr>
        <p:grpSpPr>
          <a:xfrm>
            <a:off x="6426200" y="3860800"/>
            <a:ext cx="1296988" cy="665163"/>
            <a:chOff x="4048" y="2432"/>
            <a:chExt cx="817" cy="419"/>
          </a:xfrm>
        </p:grpSpPr>
        <p:sp>
          <p:nvSpPr>
            <p:cNvPr id="76887" name="直接连接符 1364072"/>
            <p:cNvSpPr/>
            <p:nvPr/>
          </p:nvSpPr>
          <p:spPr>
            <a:xfrm>
              <a:off x="4286" y="2443"/>
              <a:ext cx="363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8" name="直接连接符 1364074"/>
            <p:cNvSpPr/>
            <p:nvPr/>
          </p:nvSpPr>
          <p:spPr>
            <a:xfrm>
              <a:off x="4264" y="2432"/>
              <a:ext cx="0" cy="272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9" name="直接连接符 1364075"/>
            <p:cNvSpPr/>
            <p:nvPr/>
          </p:nvSpPr>
          <p:spPr>
            <a:xfrm>
              <a:off x="4048" y="2851"/>
              <a:ext cx="817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364078" name="直接连接符 1364077"/>
          <p:cNvSpPr/>
          <p:nvPr/>
        </p:nvSpPr>
        <p:spPr>
          <a:xfrm>
            <a:off x="7380288" y="3860800"/>
            <a:ext cx="0" cy="43180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8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6398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6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6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6397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6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6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6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6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6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6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6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6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6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6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6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6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364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36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36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36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36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6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364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36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36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6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36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36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36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36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36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36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36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3972" grpId="0"/>
      <p:bldP spid="1363973" grpId="0"/>
      <p:bldP spid="1363974" grpId="0"/>
      <p:bldP spid="1363975" grpId="0"/>
      <p:bldP spid="1363976" grpId="0"/>
      <p:bldP spid="1363978" grpId="0"/>
      <p:bldP spid="1363979" grpId="0"/>
      <p:bldP spid="1363980" grpId="0"/>
      <p:bldP spid="1363982" grpId="0"/>
      <p:bldP spid="1363983" grpId="0"/>
      <p:bldP spid="1363984" grpId="0"/>
      <p:bldP spid="1364009" grpId="0"/>
      <p:bldP spid="1364010" grpId="0"/>
      <p:bldP spid="1364012" grpId="0"/>
      <p:bldP spid="1364014" grpId="0"/>
      <p:bldP spid="1364016" grpId="0"/>
      <p:bldP spid="1364018" grpId="0"/>
      <p:bldP spid="1364020" grpId="0"/>
      <p:bldP spid="1364022" grpId="0"/>
      <p:bldP spid="1364024" grpId="0"/>
      <p:bldP spid="1364026" grpId="0"/>
      <p:bldP spid="1364028" grpId="0"/>
      <p:bldP spid="1364030" grpId="0"/>
      <p:bldP spid="1364032" grpId="0"/>
      <p:bldP spid="136403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5086" name="文本框 1365085"/>
          <p:cNvSpPr txBox="1"/>
          <p:nvPr/>
        </p:nvSpPr>
        <p:spPr>
          <a:xfrm>
            <a:off x="6443663" y="4202113"/>
            <a:ext cx="358775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6" name="文本框 1365086"/>
          <p:cNvSpPr txBox="1"/>
          <p:nvPr/>
        </p:nvSpPr>
        <p:spPr>
          <a:xfrm>
            <a:off x="971550" y="476250"/>
            <a:ext cx="28797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>
                <a:solidFill>
                  <a:srgbClr val="B4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b)</a:t>
            </a:r>
            <a:r>
              <a:rPr lang="zh-CN" altLang="en-US" dirty="0">
                <a:solidFill>
                  <a:srgbClr val="B4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广探法</a:t>
            </a:r>
            <a:endParaRPr lang="zh-CN" altLang="en-US">
              <a:solidFill>
                <a:srgbClr val="B4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77827" name="文本框 1365087"/>
          <p:cNvSpPr txBox="1"/>
          <p:nvPr/>
        </p:nvSpPr>
        <p:spPr>
          <a:xfrm>
            <a:off x="900113" y="1038225"/>
            <a:ext cx="29511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步骤如下：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8" name="文本框 1365088"/>
          <p:cNvSpPr txBox="1"/>
          <p:nvPr/>
        </p:nvSpPr>
        <p:spPr>
          <a:xfrm>
            <a:off x="1260475" y="1614488"/>
            <a:ext cx="38877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在点集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中任取一点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9" name="文本框 1365089"/>
          <p:cNvSpPr txBox="1"/>
          <p:nvPr/>
        </p:nvSpPr>
        <p:spPr>
          <a:xfrm>
            <a:off x="1187450" y="2565400"/>
            <a:ext cx="41052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ii)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令所有标号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的点集为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0" name="文本框 1365090"/>
          <p:cNvSpPr txBox="1"/>
          <p:nvPr/>
        </p:nvSpPr>
        <p:spPr>
          <a:xfrm>
            <a:off x="684213" y="3557588"/>
            <a:ext cx="43195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是否均已标号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对所有未标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1" name="文本框 1365091"/>
          <p:cNvSpPr txBox="1"/>
          <p:nvPr/>
        </p:nvSpPr>
        <p:spPr>
          <a:xfrm>
            <a:off x="684213" y="4062413"/>
            <a:ext cx="45354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号之点均标以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+1,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记下这些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2" name="文本框 1365092"/>
          <p:cNvSpPr txBox="1"/>
          <p:nvPr/>
        </p:nvSpPr>
        <p:spPr>
          <a:xfrm>
            <a:off x="611188" y="5013325"/>
            <a:ext cx="46815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iii)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对标号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+1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的点重复步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3" name="文本框 1365093"/>
          <p:cNvSpPr txBox="1"/>
          <p:nvPr/>
        </p:nvSpPr>
        <p:spPr>
          <a:xfrm>
            <a:off x="684213" y="5518150"/>
            <a:ext cx="43926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步骤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ii)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，直到全部点得到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4" name="文本框 1365094"/>
          <p:cNvSpPr txBox="1"/>
          <p:nvPr/>
        </p:nvSpPr>
        <p:spPr>
          <a:xfrm>
            <a:off x="755650" y="2046288"/>
            <a:ext cx="41767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给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以标号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5" name="文本框 1365095"/>
          <p:cNvSpPr txBox="1"/>
          <p:nvPr/>
        </p:nvSpPr>
        <p:spPr>
          <a:xfrm>
            <a:off x="684213" y="3017838"/>
            <a:ext cx="44640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检查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,V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\V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中的边端点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6" name="文本框 1365096"/>
          <p:cNvSpPr txBox="1"/>
          <p:nvPr/>
        </p:nvSpPr>
        <p:spPr>
          <a:xfrm>
            <a:off x="684213" y="4422775"/>
            <a:ext cx="32400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098" name="文本框 1365097"/>
          <p:cNvSpPr txBox="1"/>
          <p:nvPr/>
        </p:nvSpPr>
        <p:spPr>
          <a:xfrm>
            <a:off x="2555875" y="461963"/>
            <a:ext cx="61198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用广探法求出下图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的一棵生成树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65099" name="组合 1365098"/>
          <p:cNvGrpSpPr/>
          <p:nvPr/>
        </p:nvGrpSpPr>
        <p:grpSpPr>
          <a:xfrm>
            <a:off x="5610225" y="1123950"/>
            <a:ext cx="2849563" cy="2017713"/>
            <a:chOff x="3534" y="708"/>
            <a:chExt cx="1795" cy="1271"/>
          </a:xfrm>
        </p:grpSpPr>
        <p:grpSp>
          <p:nvGrpSpPr>
            <p:cNvPr id="77839" name="组合 1365099"/>
            <p:cNvGrpSpPr/>
            <p:nvPr/>
          </p:nvGrpSpPr>
          <p:grpSpPr>
            <a:xfrm>
              <a:off x="3534" y="708"/>
              <a:ext cx="1795" cy="907"/>
              <a:chOff x="2475" y="5863"/>
              <a:chExt cx="3240" cy="1724"/>
            </a:xfrm>
          </p:grpSpPr>
          <p:grpSp>
            <p:nvGrpSpPr>
              <p:cNvPr id="77840" name="组合 1365100"/>
              <p:cNvGrpSpPr/>
              <p:nvPr/>
            </p:nvGrpSpPr>
            <p:grpSpPr>
              <a:xfrm>
                <a:off x="2475" y="5863"/>
                <a:ext cx="3240" cy="1724"/>
                <a:chOff x="2475" y="5863"/>
                <a:chExt cx="3240" cy="1724"/>
              </a:xfrm>
            </p:grpSpPr>
            <p:sp>
              <p:nvSpPr>
                <p:cNvPr id="77841" name="直接连接符 1365101"/>
                <p:cNvSpPr/>
                <p:nvPr/>
              </p:nvSpPr>
              <p:spPr>
                <a:xfrm>
                  <a:off x="5160" y="5871"/>
                  <a:ext cx="0" cy="171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7842" name="直接连接符 1365102"/>
                <p:cNvSpPr/>
                <p:nvPr/>
              </p:nvSpPr>
              <p:spPr>
                <a:xfrm>
                  <a:off x="3015" y="5871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7843" name="直接连接符 1365103"/>
                <p:cNvSpPr/>
                <p:nvPr/>
              </p:nvSpPr>
              <p:spPr>
                <a:xfrm>
                  <a:off x="4455" y="6963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7844" name="直接连接符 1365104"/>
                <p:cNvSpPr/>
                <p:nvPr/>
              </p:nvSpPr>
              <p:spPr>
                <a:xfrm>
                  <a:off x="2475" y="6726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7845" name="直接连接符 1365105"/>
                <p:cNvSpPr/>
                <p:nvPr/>
              </p:nvSpPr>
              <p:spPr>
                <a:xfrm>
                  <a:off x="3015" y="5871"/>
                  <a:ext cx="0" cy="171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7846" name="直接连接符 1365106"/>
                <p:cNvSpPr/>
                <p:nvPr/>
              </p:nvSpPr>
              <p:spPr>
                <a:xfrm>
                  <a:off x="3375" y="7275"/>
                  <a:ext cx="144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7847" name="直接连接符 1365107"/>
                <p:cNvSpPr/>
                <p:nvPr/>
              </p:nvSpPr>
              <p:spPr>
                <a:xfrm>
                  <a:off x="3735" y="649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7848" name="直接连接符 1365108"/>
                <p:cNvSpPr/>
                <p:nvPr/>
              </p:nvSpPr>
              <p:spPr>
                <a:xfrm flipV="1">
                  <a:off x="2475" y="5871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7849" name="直接连接符 1365109"/>
                <p:cNvSpPr/>
                <p:nvPr/>
              </p:nvSpPr>
              <p:spPr>
                <a:xfrm>
                  <a:off x="3015" y="5871"/>
                  <a:ext cx="21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7850" name="直接连接符 1365110"/>
                <p:cNvSpPr/>
                <p:nvPr/>
              </p:nvSpPr>
              <p:spPr>
                <a:xfrm>
                  <a:off x="3015" y="7587"/>
                  <a:ext cx="21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7851" name="直接连接符 1365111"/>
                <p:cNvSpPr/>
                <p:nvPr/>
              </p:nvSpPr>
              <p:spPr>
                <a:xfrm flipV="1">
                  <a:off x="5175" y="6726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7852" name="直接连接符 1365112"/>
                <p:cNvSpPr/>
                <p:nvPr/>
              </p:nvSpPr>
              <p:spPr>
                <a:xfrm>
                  <a:off x="3372" y="6183"/>
                  <a:ext cx="0" cy="109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7853" name="直接连接符 1365113"/>
                <p:cNvSpPr/>
                <p:nvPr/>
              </p:nvSpPr>
              <p:spPr>
                <a:xfrm>
                  <a:off x="3372" y="6183"/>
                  <a:ext cx="1443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sp>
            <p:sp>
              <p:nvSpPr>
                <p:cNvPr id="77854" name="直接连接符 1365114"/>
                <p:cNvSpPr/>
                <p:nvPr/>
              </p:nvSpPr>
              <p:spPr>
                <a:xfrm>
                  <a:off x="4815" y="7275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7855" name="直接连接符 1365115"/>
                <p:cNvSpPr/>
                <p:nvPr/>
              </p:nvSpPr>
              <p:spPr>
                <a:xfrm>
                  <a:off x="3375" y="6183"/>
                  <a:ext cx="36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7856" name="直接连接符 1365116"/>
                <p:cNvSpPr/>
                <p:nvPr/>
              </p:nvSpPr>
              <p:spPr>
                <a:xfrm>
                  <a:off x="3735" y="6495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7857" name="直接连接符 1365117"/>
                <p:cNvSpPr/>
                <p:nvPr/>
              </p:nvSpPr>
              <p:spPr>
                <a:xfrm>
                  <a:off x="3735" y="6963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sp>
            <p:sp>
              <p:nvSpPr>
                <p:cNvPr id="77858" name="直接连接符 1365118"/>
                <p:cNvSpPr/>
                <p:nvPr/>
              </p:nvSpPr>
              <p:spPr>
                <a:xfrm>
                  <a:off x="4455" y="6495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7859" name="直接连接符 1365119"/>
                <p:cNvSpPr/>
                <p:nvPr/>
              </p:nvSpPr>
              <p:spPr>
                <a:xfrm>
                  <a:off x="5175" y="5863"/>
                  <a:ext cx="540" cy="83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7860" name="直接连接符 1365120"/>
              <p:cNvSpPr/>
              <p:nvPr/>
            </p:nvSpPr>
            <p:spPr>
              <a:xfrm>
                <a:off x="4815" y="6180"/>
                <a:ext cx="0" cy="109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7861" name="文本框 1365121"/>
            <p:cNvSpPr txBox="1"/>
            <p:nvPr/>
          </p:nvSpPr>
          <p:spPr>
            <a:xfrm>
              <a:off x="4199" y="1616"/>
              <a:ext cx="677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pPr algn="just"/>
              <a:r>
                <a:rPr lang="zh-CN" altLang="en-US" sz="2400" b="0" dirty="0">
                  <a:latin typeface="黑体" panose="02010609060101010101" pitchFamily="2" charset="-122"/>
                  <a:ea typeface="黑体" panose="02010609060101010101" pitchFamily="2" charset="-122"/>
                </a:rPr>
                <a:t>图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65123" name="文本框 1365122"/>
          <p:cNvSpPr txBox="1"/>
          <p:nvPr/>
        </p:nvSpPr>
        <p:spPr>
          <a:xfrm>
            <a:off x="5292725" y="3895725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24" name="文本框 1365123"/>
          <p:cNvSpPr txBox="1"/>
          <p:nvPr/>
        </p:nvSpPr>
        <p:spPr>
          <a:xfrm>
            <a:off x="5868988" y="29972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25" name="文本框 1365124"/>
          <p:cNvSpPr txBox="1"/>
          <p:nvPr/>
        </p:nvSpPr>
        <p:spPr>
          <a:xfrm>
            <a:off x="8027988" y="29972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26" name="文本框 1365125"/>
          <p:cNvSpPr txBox="1"/>
          <p:nvPr/>
        </p:nvSpPr>
        <p:spPr>
          <a:xfrm>
            <a:off x="8172450" y="3895725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27" name="文本框 1365126"/>
          <p:cNvSpPr txBox="1"/>
          <p:nvPr/>
        </p:nvSpPr>
        <p:spPr>
          <a:xfrm>
            <a:off x="8101013" y="47244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28" name="文本框 1365127"/>
          <p:cNvSpPr txBox="1"/>
          <p:nvPr/>
        </p:nvSpPr>
        <p:spPr>
          <a:xfrm>
            <a:off x="5795963" y="4652963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29" name="文本框 1365128"/>
          <p:cNvSpPr txBox="1"/>
          <p:nvPr/>
        </p:nvSpPr>
        <p:spPr>
          <a:xfrm>
            <a:off x="7308850" y="447198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30" name="文本框 1365129"/>
          <p:cNvSpPr txBox="1"/>
          <p:nvPr/>
        </p:nvSpPr>
        <p:spPr>
          <a:xfrm>
            <a:off x="7596188" y="328453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31" name="文本框 1365130"/>
          <p:cNvSpPr txBox="1"/>
          <p:nvPr/>
        </p:nvSpPr>
        <p:spPr>
          <a:xfrm>
            <a:off x="6372225" y="3284538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32" name="文本框 1365131"/>
          <p:cNvSpPr txBox="1"/>
          <p:nvPr/>
        </p:nvSpPr>
        <p:spPr>
          <a:xfrm>
            <a:off x="6156325" y="42926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33" name="文本框 1365132"/>
          <p:cNvSpPr txBox="1"/>
          <p:nvPr/>
        </p:nvSpPr>
        <p:spPr>
          <a:xfrm>
            <a:off x="6443663" y="3860800"/>
            <a:ext cx="576262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34" name="文本框 1365133"/>
          <p:cNvSpPr txBox="1"/>
          <p:nvPr/>
        </p:nvSpPr>
        <p:spPr>
          <a:xfrm>
            <a:off x="7023100" y="3824288"/>
            <a:ext cx="287338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35" name="文本框 1365134"/>
          <p:cNvSpPr txBox="1"/>
          <p:nvPr/>
        </p:nvSpPr>
        <p:spPr>
          <a:xfrm>
            <a:off x="7024688" y="4184650"/>
            <a:ext cx="28575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75" name="文本框 1365135"/>
          <p:cNvSpPr txBox="1"/>
          <p:nvPr/>
        </p:nvSpPr>
        <p:spPr>
          <a:xfrm>
            <a:off x="611188" y="5949950"/>
            <a:ext cx="43926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标号为止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5161" name="直接连接符 1365160"/>
          <p:cNvSpPr/>
          <p:nvPr/>
        </p:nvSpPr>
        <p:spPr>
          <a:xfrm flipH="1">
            <a:off x="5651500" y="3357563"/>
            <a:ext cx="504825" cy="719137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1365162" name="直接连接符 1365161"/>
          <p:cNvSpPr/>
          <p:nvPr/>
        </p:nvSpPr>
        <p:spPr>
          <a:xfrm>
            <a:off x="6135688" y="3357563"/>
            <a:ext cx="0" cy="1439862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1365163" name="直接连接符 1365162"/>
          <p:cNvSpPr/>
          <p:nvPr/>
        </p:nvSpPr>
        <p:spPr>
          <a:xfrm>
            <a:off x="6156325" y="3357563"/>
            <a:ext cx="287338" cy="287337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1365164" name="直接连接符 1365163"/>
          <p:cNvSpPr/>
          <p:nvPr/>
        </p:nvSpPr>
        <p:spPr>
          <a:xfrm>
            <a:off x="6156325" y="3357563"/>
            <a:ext cx="1871663" cy="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oval" w="med" len="med"/>
            <a:tailEnd type="oval" w="med" len="med"/>
          </a:ln>
        </p:spPr>
      </p:sp>
      <p:grpSp>
        <p:nvGrpSpPr>
          <p:cNvPr id="1365165" name="组合 1365164"/>
          <p:cNvGrpSpPr/>
          <p:nvPr/>
        </p:nvGrpSpPr>
        <p:grpSpPr>
          <a:xfrm>
            <a:off x="6156325" y="3357563"/>
            <a:ext cx="2376488" cy="1439862"/>
            <a:chOff x="3878" y="2115"/>
            <a:chExt cx="1497" cy="907"/>
          </a:xfrm>
        </p:grpSpPr>
        <p:sp>
          <p:nvSpPr>
            <p:cNvPr id="77881" name="直接连接符 1365165"/>
            <p:cNvSpPr/>
            <p:nvPr/>
          </p:nvSpPr>
          <p:spPr>
            <a:xfrm>
              <a:off x="3878" y="3022"/>
              <a:ext cx="1179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77882" name="直接连接符 1365166"/>
            <p:cNvSpPr/>
            <p:nvPr/>
          </p:nvSpPr>
          <p:spPr>
            <a:xfrm>
              <a:off x="4059" y="2296"/>
              <a:ext cx="0" cy="544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77883" name="直接连接符 1365167"/>
            <p:cNvSpPr/>
            <p:nvPr/>
          </p:nvSpPr>
          <p:spPr>
            <a:xfrm>
              <a:off x="4059" y="2296"/>
              <a:ext cx="182" cy="136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77884" name="直接连接符 1365168"/>
            <p:cNvSpPr/>
            <p:nvPr/>
          </p:nvSpPr>
          <p:spPr>
            <a:xfrm>
              <a:off x="4059" y="2285"/>
              <a:ext cx="817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77885" name="直接连接符 1365169"/>
            <p:cNvSpPr/>
            <p:nvPr/>
          </p:nvSpPr>
          <p:spPr>
            <a:xfrm>
              <a:off x="5057" y="2115"/>
              <a:ext cx="318" cy="453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oval" w="med" len="med"/>
              <a:tailEnd type="oval" w="med" len="med"/>
            </a:ln>
          </p:spPr>
        </p:sp>
      </p:grpSp>
      <p:grpSp>
        <p:nvGrpSpPr>
          <p:cNvPr id="1365176" name="组合 1365175"/>
          <p:cNvGrpSpPr/>
          <p:nvPr/>
        </p:nvGrpSpPr>
        <p:grpSpPr>
          <a:xfrm>
            <a:off x="6443663" y="3843338"/>
            <a:ext cx="1296987" cy="665162"/>
            <a:chOff x="4059" y="2421"/>
            <a:chExt cx="817" cy="419"/>
          </a:xfrm>
        </p:grpSpPr>
        <p:sp>
          <p:nvSpPr>
            <p:cNvPr id="77887" name="直接连接符 1365171"/>
            <p:cNvSpPr/>
            <p:nvPr/>
          </p:nvSpPr>
          <p:spPr>
            <a:xfrm>
              <a:off x="4253" y="2432"/>
              <a:ext cx="363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77888" name="直接连接符 1365172"/>
            <p:cNvSpPr/>
            <p:nvPr/>
          </p:nvSpPr>
          <p:spPr>
            <a:xfrm>
              <a:off x="4231" y="2421"/>
              <a:ext cx="0" cy="272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77889" name="直接连接符 1365173"/>
            <p:cNvSpPr/>
            <p:nvPr/>
          </p:nvSpPr>
          <p:spPr>
            <a:xfrm>
              <a:off x="4059" y="2840"/>
              <a:ext cx="817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oval" w="med" len="med"/>
              <a:tailEnd type="oval" w="med" len="med"/>
            </a:ln>
          </p:spPr>
        </p:sp>
      </p:grpSp>
      <p:sp>
        <p:nvSpPr>
          <p:cNvPr id="1365175" name="直接连接符 1365174"/>
          <p:cNvSpPr/>
          <p:nvPr/>
        </p:nvSpPr>
        <p:spPr>
          <a:xfrm>
            <a:off x="7327900" y="3860800"/>
            <a:ext cx="0" cy="43180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1365177" name="文本框 1365176"/>
          <p:cNvSpPr txBox="1"/>
          <p:nvPr/>
        </p:nvSpPr>
        <p:spPr>
          <a:xfrm>
            <a:off x="5437188" y="5157788"/>
            <a:ext cx="3240087" cy="1160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显然图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的生成树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不唯一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6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6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6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6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6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6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6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6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6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6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6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6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6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6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6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6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6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6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6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36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36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5086" grpId="0"/>
      <p:bldP spid="1365098" grpId="0"/>
      <p:bldP spid="1365123" grpId="0"/>
      <p:bldP spid="1365124" grpId="0"/>
      <p:bldP spid="1365125" grpId="0"/>
      <p:bldP spid="1365126" grpId="0"/>
      <p:bldP spid="1365127" grpId="0"/>
      <p:bldP spid="1365128" grpId="0"/>
      <p:bldP spid="1365129" grpId="0"/>
      <p:bldP spid="1365130" grpId="0"/>
      <p:bldP spid="1365131" grpId="0"/>
      <p:bldP spid="1365132" grpId="0"/>
      <p:bldP spid="1365133" grpId="0"/>
      <p:bldP spid="1365134" grpId="0"/>
      <p:bldP spid="1365135" grpId="0"/>
      <p:bldP spid="136517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6018" name="标题 1366017"/>
          <p:cNvSpPr>
            <a:spLocks noGrp="1"/>
          </p:cNvSpPr>
          <p:nvPr>
            <p:ph type="title"/>
          </p:nvPr>
        </p:nvSpPr>
        <p:spPr>
          <a:xfrm>
            <a:off x="900113" y="260350"/>
            <a:ext cx="7696200" cy="936625"/>
          </a:xfrm>
        </p:spPr>
        <p:txBody>
          <a:bodyPr anchor="ctr"/>
          <a:p>
            <a:r>
              <a:rPr lang="en-US" altLang="zh-CN" sz="3200"/>
              <a:t>B </a:t>
            </a:r>
            <a:r>
              <a:rPr lang="zh-CN" altLang="en-US" sz="3200" b="0" dirty="0"/>
              <a:t>破圈法</a:t>
            </a:r>
            <a:endParaRPr lang="zh-CN" altLang="en-US" sz="3200" b="0" dirty="0"/>
          </a:p>
        </p:txBody>
      </p:sp>
      <p:sp>
        <p:nvSpPr>
          <p:cNvPr id="1366020" name="文本框 1366019"/>
          <p:cNvSpPr txBox="1"/>
          <p:nvPr/>
        </p:nvSpPr>
        <p:spPr>
          <a:xfrm>
            <a:off x="755650" y="1123950"/>
            <a:ext cx="7993063" cy="18002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相对于避圈法，还有一种求生成树的方法叫做“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破圈法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这种方法就是在图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中任取一个圈，任意舍弃一条边，将这个圈破掉，重复这个步骤直到图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中没有圈为止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6022" name="文本框 1366021"/>
          <p:cNvSpPr txBox="1"/>
          <p:nvPr/>
        </p:nvSpPr>
        <p:spPr>
          <a:xfrm>
            <a:off x="827088" y="2924175"/>
            <a:ext cx="28082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用破圈法求出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66023" name="图片 13660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3933825"/>
            <a:ext cx="2735262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853" name="文本框 1366023"/>
          <p:cNvSpPr txBox="1"/>
          <p:nvPr/>
        </p:nvSpPr>
        <p:spPr>
          <a:xfrm>
            <a:off x="3851275" y="3644900"/>
            <a:ext cx="424973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66025" name="内容占位符 1366024"/>
          <p:cNvGraphicFramePr>
            <a:graphicFrameLocks noGrp="1"/>
          </p:cNvGraphicFramePr>
          <p:nvPr>
            <p:ph/>
          </p:nvPr>
        </p:nvGraphicFramePr>
        <p:xfrm>
          <a:off x="4276725" y="2708275"/>
          <a:ext cx="38957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6" name="" r:id="rId2" imgW="5623560" imgH="2639695" progId="Word.Document.8">
                  <p:embed/>
                </p:oleObj>
              </mc:Choice>
              <mc:Fallback>
                <p:oleObj name="" r:id="rId2" imgW="5623560" imgH="2639695" progId="Word.Document.8">
                  <p:embed/>
                  <p:pic>
                    <p:nvPicPr>
                      <p:cNvPr id="0" name="图片 35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76725" y="2708275"/>
                        <a:ext cx="3895725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66027" name="图片 13660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400" y="4365625"/>
            <a:ext cx="2592388" cy="2070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66030" name="文本框 1366029"/>
          <p:cNvSpPr txBox="1"/>
          <p:nvPr/>
        </p:nvSpPr>
        <p:spPr>
          <a:xfrm>
            <a:off x="755650" y="3429000"/>
            <a:ext cx="30956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下图的一棵生成树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6032" name="直接连接符 1366031"/>
          <p:cNvSpPr/>
          <p:nvPr/>
        </p:nvSpPr>
        <p:spPr>
          <a:xfrm>
            <a:off x="1733550" y="4591050"/>
            <a:ext cx="0" cy="129540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6036" name="直接连接符 1366035"/>
          <p:cNvSpPr/>
          <p:nvPr/>
        </p:nvSpPr>
        <p:spPr>
          <a:xfrm flipV="1">
            <a:off x="1712913" y="5259388"/>
            <a:ext cx="719137" cy="649287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6037" name="直接连接符 1366036"/>
          <p:cNvSpPr/>
          <p:nvPr/>
        </p:nvSpPr>
        <p:spPr>
          <a:xfrm>
            <a:off x="2443163" y="5270500"/>
            <a:ext cx="1008062" cy="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6038" name="直接连接符 1366037"/>
          <p:cNvSpPr/>
          <p:nvPr/>
        </p:nvSpPr>
        <p:spPr>
          <a:xfrm>
            <a:off x="1692275" y="4581525"/>
            <a:ext cx="1727200" cy="64770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602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6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6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6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6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6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6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6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6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6018" grpId="0"/>
      <p:bldP spid="1366020" grpId="0"/>
      <p:bldP spid="136603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标题 1368067"/>
          <p:cNvSpPr>
            <a:spLocks noGrp="1"/>
          </p:cNvSpPr>
          <p:nvPr>
            <p:ph type="title"/>
          </p:nvPr>
        </p:nvSpPr>
        <p:spPr>
          <a:xfrm>
            <a:off x="914400" y="333375"/>
            <a:ext cx="7696200" cy="790575"/>
          </a:xfrm>
        </p:spPr>
        <p:txBody>
          <a:bodyPr anchor="ctr"/>
          <a:p>
            <a:r>
              <a:rPr lang="en-US" altLang="zh-CN"/>
              <a:t>B </a:t>
            </a:r>
            <a:r>
              <a:rPr lang="zh-CN" altLang="en-US" b="0" dirty="0"/>
              <a:t>破圈法</a:t>
            </a:r>
            <a:endParaRPr lang="zh-CN" altLang="en-US" b="0" dirty="0"/>
          </a:p>
        </p:txBody>
      </p:sp>
      <p:sp>
        <p:nvSpPr>
          <p:cNvPr id="1368070" name="文本框 1368069"/>
          <p:cNvSpPr txBox="1"/>
          <p:nvPr/>
        </p:nvSpPr>
        <p:spPr>
          <a:xfrm>
            <a:off x="900113" y="1123950"/>
            <a:ext cx="74898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用破圈法求出下图的另一棵生成树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68071" name="图片 13680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700213"/>
            <a:ext cx="2735262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76" name="文本框 1368071"/>
          <p:cNvSpPr txBox="1"/>
          <p:nvPr/>
        </p:nvSpPr>
        <p:spPr>
          <a:xfrm>
            <a:off x="3851275" y="3644900"/>
            <a:ext cx="424973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68073" name="对象 1368072"/>
          <p:cNvGraphicFramePr/>
          <p:nvPr/>
        </p:nvGraphicFramePr>
        <p:xfrm>
          <a:off x="3714750" y="2598738"/>
          <a:ext cx="501015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9" name="" r:id="rId2" imgW="5584190" imgH="1981200" progId="Word.Document.8">
                  <p:embed/>
                </p:oleObj>
              </mc:Choice>
              <mc:Fallback>
                <p:oleObj name="" r:id="rId2" imgW="5584190" imgH="1981200" progId="Word.Document.8">
                  <p:embed/>
                  <p:pic>
                    <p:nvPicPr>
                      <p:cNvPr id="0" name="图片 352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14750" y="2598738"/>
                        <a:ext cx="5010150" cy="177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68074" name="图片 136807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4090988"/>
            <a:ext cx="2447925" cy="23447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68075" name="图片 13680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038" y="4313238"/>
            <a:ext cx="2376487" cy="2068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68077" name="直接连接符 1368076"/>
          <p:cNvSpPr/>
          <p:nvPr/>
        </p:nvSpPr>
        <p:spPr>
          <a:xfrm>
            <a:off x="1517650" y="2347913"/>
            <a:ext cx="0" cy="1368425"/>
          </a:xfrm>
          <a:prstGeom prst="line">
            <a:avLst/>
          </a:prstGeom>
          <a:ln w="9525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8078" name="直接连接符 1368077"/>
          <p:cNvSpPr/>
          <p:nvPr/>
        </p:nvSpPr>
        <p:spPr>
          <a:xfrm>
            <a:off x="1497013" y="2349500"/>
            <a:ext cx="719137" cy="64770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8079" name="直接连接符 1368078"/>
          <p:cNvSpPr/>
          <p:nvPr/>
        </p:nvSpPr>
        <p:spPr>
          <a:xfrm flipV="1">
            <a:off x="1527175" y="3038475"/>
            <a:ext cx="1728788" cy="64770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368081" name="内容占位符 1368080"/>
          <p:cNvGraphicFramePr>
            <a:graphicFrameLocks noGrp="1"/>
          </p:cNvGraphicFramePr>
          <p:nvPr>
            <p:ph/>
          </p:nvPr>
        </p:nvGraphicFramePr>
        <p:xfrm>
          <a:off x="3738563" y="1598613"/>
          <a:ext cx="4752975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" name="" r:id="rId6" imgW="5323205" imgH="1386840" progId="Word.Document.8">
                  <p:embed/>
                </p:oleObj>
              </mc:Choice>
              <mc:Fallback>
                <p:oleObj name="" r:id="rId6" imgW="5323205" imgH="1386840" progId="Word.Document.8">
                  <p:embed/>
                  <p:pic>
                    <p:nvPicPr>
                      <p:cNvPr id="0" name="图片 353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38563" y="1598613"/>
                        <a:ext cx="4752975" cy="1236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8083" name="直接连接符 1368082"/>
          <p:cNvSpPr/>
          <p:nvPr/>
        </p:nvSpPr>
        <p:spPr>
          <a:xfrm>
            <a:off x="1547813" y="2349500"/>
            <a:ext cx="1728787" cy="64770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8084" name="文本框 1368083"/>
          <p:cNvSpPr txBox="1"/>
          <p:nvPr/>
        </p:nvSpPr>
        <p:spPr>
          <a:xfrm>
            <a:off x="6084888" y="4365625"/>
            <a:ext cx="2447925" cy="13731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不难发现，图的生成树不是唯一的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6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6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6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6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6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6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6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6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6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8070" grpId="0"/>
      <p:bldP spid="136808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0114" name="标题 1370113"/>
          <p:cNvSpPr>
            <a:spLocks noGrp="1"/>
          </p:cNvSpPr>
          <p:nvPr>
            <p:ph type="title"/>
          </p:nvPr>
        </p:nvSpPr>
        <p:spPr>
          <a:xfrm>
            <a:off x="914400" y="404813"/>
            <a:ext cx="7696200" cy="1143000"/>
          </a:xfrm>
        </p:spPr>
        <p:txBody>
          <a:bodyPr anchor="ctr"/>
          <a:p>
            <a:r>
              <a:rPr lang="en-US" altLang="zh-CN" sz="2800" dirty="0"/>
              <a:t>3) </a:t>
            </a:r>
            <a:r>
              <a:rPr lang="zh-CN" altLang="en-US" sz="2800" dirty="0"/>
              <a:t>最小生成树与算法</a:t>
            </a:r>
            <a:endParaRPr lang="zh-CN" altLang="en-US" sz="2800" dirty="0"/>
          </a:p>
        </p:txBody>
      </p:sp>
      <p:graphicFrame>
        <p:nvGraphicFramePr>
          <p:cNvPr id="1370120" name="内容占位符 1370119"/>
          <p:cNvGraphicFramePr>
            <a:graphicFrameLocks noGrp="1"/>
          </p:cNvGraphicFramePr>
          <p:nvPr>
            <p:ph sz="half"/>
          </p:nvPr>
        </p:nvGraphicFramePr>
        <p:xfrm>
          <a:off x="827088" y="1484313"/>
          <a:ext cx="7561262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7" name="" r:id="rId1" imgW="8778240" imgH="2179320" progId="Word.Document.8">
                  <p:embed/>
                </p:oleObj>
              </mc:Choice>
              <mc:Fallback>
                <p:oleObj name="" r:id="rId1" imgW="8778240" imgH="2179320" progId="Word.Document.8">
                  <p:embed/>
                  <p:pic>
                    <p:nvPicPr>
                      <p:cNvPr id="0" name="图片 35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1484313"/>
                        <a:ext cx="7561262" cy="185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0123" name="内容占位符 1370122"/>
          <p:cNvGraphicFramePr>
            <a:graphicFrameLocks noGrp="1"/>
          </p:cNvGraphicFramePr>
          <p:nvPr>
            <p:ph sz="half"/>
          </p:nvPr>
        </p:nvGraphicFramePr>
        <p:xfrm>
          <a:off x="684213" y="3284538"/>
          <a:ext cx="7751762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4" name="" r:id="rId3" imgW="9220200" imgH="2179320" progId="Word.Document.8">
                  <p:embed/>
                </p:oleObj>
              </mc:Choice>
              <mc:Fallback>
                <p:oleObj name="" r:id="rId3" imgW="9220200" imgH="2179320" progId="Word.Document.8">
                  <p:embed/>
                  <p:pic>
                    <p:nvPicPr>
                      <p:cNvPr id="0" name="图片 35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3284538"/>
                        <a:ext cx="7751762" cy="183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0126" name="文本框 1370125"/>
          <p:cNvSpPr txBox="1"/>
          <p:nvPr/>
        </p:nvSpPr>
        <p:spPr>
          <a:xfrm>
            <a:off x="684213" y="4960938"/>
            <a:ext cx="7848600" cy="9461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介绍最小树的两种算法：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i="1" err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Kruskal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算法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（或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避圈法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）和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破圈法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    </a:t>
            </a:r>
            <a:endParaRPr lang="en-US" altLang="zh-CN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0114" grpId="0"/>
      <p:bldP spid="137012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3186" name="标题 1373185"/>
          <p:cNvSpPr>
            <a:spLocks noGrp="1"/>
          </p:cNvSpPr>
          <p:nvPr>
            <p:ph type="title"/>
          </p:nvPr>
        </p:nvSpPr>
        <p:spPr>
          <a:xfrm>
            <a:off x="914400" y="609600"/>
            <a:ext cx="7696200" cy="587375"/>
          </a:xfrm>
        </p:spPr>
        <p:txBody>
          <a:bodyPr anchor="ctr"/>
          <a:p>
            <a:r>
              <a:rPr lang="en-US" altLang="zh-CN" sz="2800"/>
              <a:t>A</a:t>
            </a:r>
            <a:r>
              <a:rPr lang="en-US" altLang="zh-CN" sz="2800" i="1" err="1"/>
              <a:t>  Kruskal</a:t>
            </a:r>
            <a:r>
              <a:rPr lang="zh-CN" altLang="en-US" sz="2800" dirty="0"/>
              <a:t>算法（或避圈法）</a:t>
            </a:r>
            <a:endParaRPr lang="zh-CN" altLang="en-US" sz="2800" dirty="0"/>
          </a:p>
        </p:txBody>
      </p:sp>
      <p:sp>
        <p:nvSpPr>
          <p:cNvPr id="1373188" name="文本框 1373187"/>
          <p:cNvSpPr txBox="1"/>
          <p:nvPr/>
        </p:nvSpPr>
        <p:spPr>
          <a:xfrm>
            <a:off x="971550" y="1268413"/>
            <a:ext cx="33131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步骤如下：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3189" name="文本框 1373188"/>
          <p:cNvSpPr txBox="1"/>
          <p:nvPr/>
        </p:nvSpPr>
        <p:spPr>
          <a:xfrm>
            <a:off x="900113" y="1773238"/>
            <a:ext cx="64087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1)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选择边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，使得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w(e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尽可能小；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73216" name="组合 1373215"/>
          <p:cNvGrpSpPr/>
          <p:nvPr/>
        </p:nvGrpSpPr>
        <p:grpSpPr>
          <a:xfrm>
            <a:off x="1025525" y="2276475"/>
            <a:ext cx="7632700" cy="519113"/>
            <a:chOff x="646" y="1434"/>
            <a:chExt cx="4808" cy="327"/>
          </a:xfrm>
        </p:grpSpPr>
        <p:sp>
          <p:nvSpPr>
            <p:cNvPr id="81925" name="矩形 1373192"/>
            <p:cNvSpPr/>
            <p:nvPr/>
          </p:nvSpPr>
          <p:spPr>
            <a:xfrm>
              <a:off x="646" y="1434"/>
              <a:ext cx="48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2)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若已选定边                 ，则从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1926" name="对象 1373191"/>
            <p:cNvGraphicFramePr/>
            <p:nvPr/>
          </p:nvGraphicFramePr>
          <p:xfrm>
            <a:off x="2124" y="1467"/>
            <a:ext cx="8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1" name="" r:id="rId1" imgW="1421765" imgH="431800" progId="Equation.3">
                    <p:embed/>
                  </p:oleObj>
                </mc:Choice>
                <mc:Fallback>
                  <p:oleObj name="" r:id="rId1" imgW="1421765" imgH="431800" progId="Equation.3">
                    <p:embed/>
                    <p:pic>
                      <p:nvPicPr>
                        <p:cNvPr id="0" name="图片 353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24" y="1467"/>
                          <a:ext cx="89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27" name="对象 1373190"/>
            <p:cNvGraphicFramePr/>
            <p:nvPr/>
          </p:nvGraphicFramePr>
          <p:xfrm>
            <a:off x="3822" y="1480"/>
            <a:ext cx="137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8" name="" r:id="rId3" imgW="2183765" imgH="431800" progId="Equation.3">
                    <p:embed/>
                  </p:oleObj>
                </mc:Choice>
                <mc:Fallback>
                  <p:oleObj name="" r:id="rId3" imgW="2183765" imgH="431800" progId="Equation.3">
                    <p:embed/>
                    <p:pic>
                      <p:nvPicPr>
                        <p:cNvPr id="0" name="图片 352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22" y="1480"/>
                          <a:ext cx="137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73217" name="组合 1373216"/>
          <p:cNvGrpSpPr/>
          <p:nvPr/>
        </p:nvGrpSpPr>
        <p:grpSpPr>
          <a:xfrm>
            <a:off x="1403350" y="2781300"/>
            <a:ext cx="7200900" cy="519113"/>
            <a:chOff x="884" y="1752"/>
            <a:chExt cx="4536" cy="327"/>
          </a:xfrm>
        </p:grpSpPr>
        <p:sp>
          <p:nvSpPr>
            <p:cNvPr id="81929" name="文本框 1373196"/>
            <p:cNvSpPr txBox="1"/>
            <p:nvPr/>
          </p:nvSpPr>
          <p:spPr>
            <a:xfrm>
              <a:off x="884" y="1752"/>
              <a:ext cx="45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中选取      ，使得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: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1930" name="对象 1373189"/>
            <p:cNvGraphicFramePr/>
            <p:nvPr/>
          </p:nvGraphicFramePr>
          <p:xfrm>
            <a:off x="1607" y="1777"/>
            <a:ext cx="3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2" name="" r:id="rId5" imgW="508000" imgH="431800" progId="Equation.3">
                    <p:embed/>
                  </p:oleObj>
                </mc:Choice>
                <mc:Fallback>
                  <p:oleObj name="" r:id="rId5" imgW="508000" imgH="431800" progId="Equation.3">
                    <p:embed/>
                    <p:pic>
                      <p:nvPicPr>
                        <p:cNvPr id="0" name="图片 353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07" y="1777"/>
                          <a:ext cx="32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73218" name="组合 1373217"/>
          <p:cNvGrpSpPr/>
          <p:nvPr/>
        </p:nvGrpSpPr>
        <p:grpSpPr>
          <a:xfrm>
            <a:off x="1404938" y="3284538"/>
            <a:ext cx="7272337" cy="519112"/>
            <a:chOff x="885" y="2069"/>
            <a:chExt cx="4581" cy="327"/>
          </a:xfrm>
        </p:grpSpPr>
        <p:sp>
          <p:nvSpPr>
            <p:cNvPr id="81932" name="矩形 1373198"/>
            <p:cNvSpPr/>
            <p:nvPr/>
          </p:nvSpPr>
          <p:spPr>
            <a:xfrm>
              <a:off x="885" y="2069"/>
              <a:ext cx="45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i)                            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为无圈图，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1933" name="对象 1373197"/>
            <p:cNvGraphicFramePr/>
            <p:nvPr/>
          </p:nvGraphicFramePr>
          <p:xfrm>
            <a:off x="1169" y="2108"/>
            <a:ext cx="156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0" name="" r:id="rId7" imgW="2475230" imgH="431800" progId="Equation.3">
                    <p:embed/>
                  </p:oleObj>
                </mc:Choice>
                <mc:Fallback>
                  <p:oleObj name="" r:id="rId7" imgW="2475230" imgH="431800" progId="Equation.3">
                    <p:embed/>
                    <p:pic>
                      <p:nvPicPr>
                        <p:cNvPr id="0" name="图片 352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69" y="2108"/>
                          <a:ext cx="1565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73214" name="组合 1373213"/>
          <p:cNvGrpSpPr/>
          <p:nvPr/>
        </p:nvGrpSpPr>
        <p:grpSpPr>
          <a:xfrm>
            <a:off x="1042988" y="3860800"/>
            <a:ext cx="7705725" cy="519113"/>
            <a:chOff x="657" y="2432"/>
            <a:chExt cx="4854" cy="327"/>
          </a:xfrm>
        </p:grpSpPr>
        <p:sp>
          <p:nvSpPr>
            <p:cNvPr id="81935" name="文本框 1373200"/>
            <p:cNvSpPr txBox="1"/>
            <p:nvPr/>
          </p:nvSpPr>
          <p:spPr>
            <a:xfrm>
              <a:off x="657" y="2432"/>
              <a:ext cx="48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  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ii)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      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是满足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i)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的尽可能小的权，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1936" name="对象 1373201"/>
            <p:cNvGraphicFramePr/>
            <p:nvPr/>
          </p:nvGraphicFramePr>
          <p:xfrm>
            <a:off x="1189" y="2471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4" name="" r:id="rId9" imgW="1028065" imgH="431800" progId="Equation.3">
                    <p:embed/>
                  </p:oleObj>
                </mc:Choice>
                <mc:Fallback>
                  <p:oleObj name="" r:id="rId9" imgW="1028065" imgH="431800" progId="Equation.3">
                    <p:embed/>
                    <p:pic>
                      <p:nvPicPr>
                        <p:cNvPr id="0" name="图片 355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89" y="2471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73206" name="文本框 1373205"/>
          <p:cNvSpPr txBox="1"/>
          <p:nvPr/>
        </p:nvSpPr>
        <p:spPr>
          <a:xfrm>
            <a:off x="827088" y="4600575"/>
            <a:ext cx="70564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3)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当第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步不能继续执行时，则停止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3207" name="文本框 1373206"/>
          <p:cNvSpPr txBox="1"/>
          <p:nvPr/>
        </p:nvSpPr>
        <p:spPr>
          <a:xfrm>
            <a:off x="900113" y="5300663"/>
            <a:ext cx="79200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定理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由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Kruskal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算法构作的任何生成树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73215" name="组合 1373214"/>
          <p:cNvGrpSpPr/>
          <p:nvPr/>
        </p:nvGrpSpPr>
        <p:grpSpPr>
          <a:xfrm>
            <a:off x="1085850" y="5784850"/>
            <a:ext cx="6007100" cy="539750"/>
            <a:chOff x="684" y="3644"/>
            <a:chExt cx="3784" cy="340"/>
          </a:xfrm>
        </p:grpSpPr>
        <p:graphicFrame>
          <p:nvGraphicFramePr>
            <p:cNvPr id="81940" name="对象 1373207"/>
            <p:cNvGraphicFramePr/>
            <p:nvPr/>
          </p:nvGraphicFramePr>
          <p:xfrm>
            <a:off x="684" y="3644"/>
            <a:ext cx="2048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0" name="" r:id="rId11" imgW="3249930" imgH="520700" progId="Equation.3">
                    <p:embed/>
                  </p:oleObj>
                </mc:Choice>
                <mc:Fallback>
                  <p:oleObj name="" r:id="rId11" imgW="3249930" imgH="520700" progId="Equation.3">
                    <p:embed/>
                    <p:pic>
                      <p:nvPicPr>
                        <p:cNvPr id="0" name="图片 354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84" y="3644"/>
                          <a:ext cx="2048" cy="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41" name="文本框 1373209"/>
            <p:cNvSpPr txBox="1"/>
            <p:nvPr/>
          </p:nvSpPr>
          <p:spPr>
            <a:xfrm>
              <a:off x="2744" y="3657"/>
              <a:ext cx="17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都是最小树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9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3189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3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7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06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73206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7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7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3186" grpId="0"/>
      <p:bldP spid="1373188" grpId="0"/>
      <p:bldP spid="137320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74244" name="对象 1374243"/>
          <p:cNvGraphicFramePr/>
          <p:nvPr/>
        </p:nvGraphicFramePr>
        <p:xfrm>
          <a:off x="6156325" y="3090863"/>
          <a:ext cx="26971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2" name="" r:id="rId1" imgW="2703830" imgH="431800" progId="Equation.3">
                  <p:embed/>
                </p:oleObj>
              </mc:Choice>
              <mc:Fallback>
                <p:oleObj name="" r:id="rId1" imgW="2703830" imgH="431800" progId="Equation.3">
                  <p:embed/>
                  <p:pic>
                    <p:nvPicPr>
                      <p:cNvPr id="0" name="图片 355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56325" y="3090863"/>
                        <a:ext cx="2697163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4213" name="文本框 1374212"/>
          <p:cNvSpPr txBox="1"/>
          <p:nvPr/>
        </p:nvSpPr>
        <p:spPr>
          <a:xfrm>
            <a:off x="971550" y="692150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用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Kruskal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算法求下图的最小树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74214" name="图片 13742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8" y="1341438"/>
            <a:ext cx="3097212" cy="2587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4215" name="图片 13742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88" y="4076700"/>
            <a:ext cx="3097212" cy="23034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74274" name="组合 1374273"/>
          <p:cNvGrpSpPr/>
          <p:nvPr/>
        </p:nvGrpSpPr>
        <p:grpSpPr>
          <a:xfrm>
            <a:off x="4211638" y="1516063"/>
            <a:ext cx="4465637" cy="519112"/>
            <a:chOff x="2653" y="955"/>
            <a:chExt cx="2813" cy="327"/>
          </a:xfrm>
        </p:grpSpPr>
        <p:sp>
          <p:nvSpPr>
            <p:cNvPr id="82950" name="文本框 1374215"/>
            <p:cNvSpPr txBox="1"/>
            <p:nvPr/>
          </p:nvSpPr>
          <p:spPr>
            <a:xfrm>
              <a:off x="2653" y="955"/>
              <a:ext cx="281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在左图中                   权值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2951" name="对象 1374219"/>
            <p:cNvGraphicFramePr/>
            <p:nvPr/>
          </p:nvGraphicFramePr>
          <p:xfrm>
            <a:off x="3689" y="981"/>
            <a:ext cx="10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5" name="" r:id="rId5" imgW="1739265" imgH="431800" progId="Equation.3">
                    <p:embed/>
                  </p:oleObj>
                </mc:Choice>
                <mc:Fallback>
                  <p:oleObj name="" r:id="rId5" imgW="1739265" imgH="431800" progId="Equation.3">
                    <p:embed/>
                    <p:pic>
                      <p:nvPicPr>
                        <p:cNvPr id="0" name="图片 355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89" y="981"/>
                          <a:ext cx="10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74276" name="组合 1374275"/>
          <p:cNvGrpSpPr/>
          <p:nvPr/>
        </p:nvGrpSpPr>
        <p:grpSpPr>
          <a:xfrm>
            <a:off x="3995738" y="1989138"/>
            <a:ext cx="4665662" cy="581025"/>
            <a:chOff x="2517" y="1253"/>
            <a:chExt cx="2939" cy="366"/>
          </a:xfrm>
        </p:grpSpPr>
        <p:grpSp>
          <p:nvGrpSpPr>
            <p:cNvPr id="82953" name="组合 1374274"/>
            <p:cNvGrpSpPr/>
            <p:nvPr/>
          </p:nvGrpSpPr>
          <p:grpSpPr>
            <a:xfrm>
              <a:off x="2517" y="1292"/>
              <a:ext cx="2903" cy="327"/>
              <a:chOff x="2517" y="1292"/>
              <a:chExt cx="2903" cy="327"/>
            </a:xfrm>
          </p:grpSpPr>
          <p:sp>
            <p:nvSpPr>
              <p:cNvPr id="82954" name="文本框 1374221"/>
              <p:cNvSpPr txBox="1"/>
              <p:nvPr/>
            </p:nvSpPr>
            <p:spPr>
              <a:xfrm>
                <a:off x="2517" y="1292"/>
                <a:ext cx="290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最小的边有         任取一条 </a:t>
                </a:r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82955" name="对象 1374222"/>
              <p:cNvGraphicFramePr/>
              <p:nvPr/>
            </p:nvGraphicFramePr>
            <p:xfrm>
              <a:off x="3696" y="1298"/>
              <a:ext cx="50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57" name="" r:id="rId7" imgW="786765" imgH="431800" progId="Equation.3">
                      <p:embed/>
                    </p:oleObj>
                  </mc:Choice>
                  <mc:Fallback>
                    <p:oleObj name="" r:id="rId7" imgW="786765" imgH="431800" progId="Equation.3">
                      <p:embed/>
                      <p:pic>
                        <p:nvPicPr>
                          <p:cNvPr id="0" name="图片 3556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696" y="1298"/>
                            <a:ext cx="50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956" name="对象 1374224"/>
            <p:cNvGraphicFramePr/>
            <p:nvPr/>
          </p:nvGraphicFramePr>
          <p:xfrm>
            <a:off x="5140" y="1253"/>
            <a:ext cx="316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6" name="" r:id="rId9" imgW="381000" imgH="419100" progId="Equation.3">
                    <p:embed/>
                  </p:oleObj>
                </mc:Choice>
                <mc:Fallback>
                  <p:oleObj name="" r:id="rId9" imgW="381000" imgH="419100" progId="Equation.3">
                    <p:embed/>
                    <p:pic>
                      <p:nvPicPr>
                        <p:cNvPr id="0" name="图片 355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40" y="1253"/>
                          <a:ext cx="316" cy="3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74277" name="组合 1374276"/>
          <p:cNvGrpSpPr/>
          <p:nvPr/>
        </p:nvGrpSpPr>
        <p:grpSpPr>
          <a:xfrm>
            <a:off x="3924300" y="2492375"/>
            <a:ext cx="4895850" cy="519113"/>
            <a:chOff x="2472" y="1570"/>
            <a:chExt cx="3084" cy="327"/>
          </a:xfrm>
        </p:grpSpPr>
        <p:sp>
          <p:nvSpPr>
            <p:cNvPr id="82958" name="文本框 1374231"/>
            <p:cNvSpPr txBox="1"/>
            <p:nvPr/>
          </p:nvSpPr>
          <p:spPr>
            <a:xfrm>
              <a:off x="2472" y="1570"/>
              <a:ext cx="30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在                    中选取权值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2959" name="对象 1374227"/>
            <p:cNvGraphicFramePr/>
            <p:nvPr/>
          </p:nvGraphicFramePr>
          <p:xfrm>
            <a:off x="2866" y="1616"/>
            <a:ext cx="11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4" name="" r:id="rId11" imgW="1777365" imgH="431800" progId="Equation.3">
                    <p:embed/>
                  </p:oleObj>
                </mc:Choice>
                <mc:Fallback>
                  <p:oleObj name="" r:id="rId11" imgW="1777365" imgH="431800" progId="Equation.3">
                    <p:embed/>
                    <p:pic>
                      <p:nvPicPr>
                        <p:cNvPr id="0" name="图片 354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866" y="1616"/>
                          <a:ext cx="111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74278" name="组合 1374277"/>
          <p:cNvGrpSpPr/>
          <p:nvPr/>
        </p:nvGrpSpPr>
        <p:grpSpPr>
          <a:xfrm>
            <a:off x="4057650" y="3068638"/>
            <a:ext cx="3816350" cy="519112"/>
            <a:chOff x="2556" y="1933"/>
            <a:chExt cx="2404" cy="327"/>
          </a:xfrm>
        </p:grpSpPr>
        <p:graphicFrame>
          <p:nvGraphicFramePr>
            <p:cNvPr id="82961" name="对象 1374226"/>
            <p:cNvGraphicFramePr/>
            <p:nvPr/>
          </p:nvGraphicFramePr>
          <p:xfrm>
            <a:off x="3576" y="1933"/>
            <a:ext cx="26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5" name="" r:id="rId13" imgW="419100" imgH="431800" progId="Equation.3">
                    <p:embed/>
                  </p:oleObj>
                </mc:Choice>
                <mc:Fallback>
                  <p:oleObj name="" r:id="rId13" imgW="419100" imgH="431800" progId="Equation.3">
                    <p:embed/>
                    <p:pic>
                      <p:nvPicPr>
                        <p:cNvPr id="0" name="图片 354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576" y="1933"/>
                          <a:ext cx="26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962" name="文本框 1374233"/>
            <p:cNvSpPr txBox="1"/>
            <p:nvPr/>
          </p:nvSpPr>
          <p:spPr>
            <a:xfrm>
              <a:off x="2556" y="1933"/>
              <a:ext cx="24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最小的边 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2963" name="矩形 137424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74279" name="组合 1374278"/>
          <p:cNvGrpSpPr/>
          <p:nvPr/>
        </p:nvGrpSpPr>
        <p:grpSpPr>
          <a:xfrm>
            <a:off x="3995738" y="3573463"/>
            <a:ext cx="4824412" cy="519112"/>
            <a:chOff x="2517" y="2251"/>
            <a:chExt cx="3039" cy="327"/>
          </a:xfrm>
        </p:grpSpPr>
        <p:sp>
          <p:nvSpPr>
            <p:cNvPr id="82965" name="文本框 1374235"/>
            <p:cNvSpPr txBox="1"/>
            <p:nvPr/>
          </p:nvSpPr>
          <p:spPr>
            <a:xfrm>
              <a:off x="2517" y="2251"/>
              <a:ext cx="303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中权值最小边有       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,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从中选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2966" name="对象 1374249"/>
            <p:cNvGraphicFramePr/>
            <p:nvPr/>
          </p:nvGraphicFramePr>
          <p:xfrm>
            <a:off x="4162" y="2277"/>
            <a:ext cx="5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1" name="" r:id="rId15" imgW="799465" imgH="431800" progId="Equation.3">
                    <p:embed/>
                  </p:oleObj>
                </mc:Choice>
                <mc:Fallback>
                  <p:oleObj name="" r:id="rId15" imgW="799465" imgH="431800" progId="Equation.3">
                    <p:embed/>
                    <p:pic>
                      <p:nvPicPr>
                        <p:cNvPr id="0" name="图片 355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162" y="2277"/>
                          <a:ext cx="50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74286" name="组合 1374285"/>
          <p:cNvGrpSpPr/>
          <p:nvPr/>
        </p:nvGrpSpPr>
        <p:grpSpPr>
          <a:xfrm>
            <a:off x="3995738" y="4025900"/>
            <a:ext cx="4608512" cy="519113"/>
            <a:chOff x="2517" y="2536"/>
            <a:chExt cx="2903" cy="327"/>
          </a:xfrm>
        </p:grpSpPr>
        <p:graphicFrame>
          <p:nvGraphicFramePr>
            <p:cNvPr id="82968" name="对象 1374251"/>
            <p:cNvGraphicFramePr/>
            <p:nvPr/>
          </p:nvGraphicFramePr>
          <p:xfrm>
            <a:off x="3742" y="2549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3" name="" r:id="rId17" imgW="405765" imgH="431165" progId="Equation.3">
                    <p:embed/>
                  </p:oleObj>
                </mc:Choice>
                <mc:Fallback>
                  <p:oleObj name="" r:id="rId17" imgW="405765" imgH="431165" progId="Equation.3">
                    <p:embed/>
                    <p:pic>
                      <p:nvPicPr>
                        <p:cNvPr id="0" name="图片 355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742" y="2549"/>
                          <a:ext cx="25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969" name="文本框 1374253"/>
            <p:cNvSpPr txBox="1"/>
            <p:nvPr/>
          </p:nvSpPr>
          <p:spPr>
            <a:xfrm>
              <a:off x="2517" y="2536"/>
              <a:ext cx="29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任取一条边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74255" name="对象 1374254"/>
          <p:cNvGraphicFramePr/>
          <p:nvPr/>
        </p:nvGraphicFramePr>
        <p:xfrm>
          <a:off x="6516688" y="4046538"/>
          <a:ext cx="22796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8" name="" r:id="rId19" imgW="2284730" imgH="431800" progId="Equation.3">
                  <p:embed/>
                </p:oleObj>
              </mc:Choice>
              <mc:Fallback>
                <p:oleObj name="" r:id="rId19" imgW="2284730" imgH="431800" progId="Equation.3">
                  <p:embed/>
                  <p:pic>
                    <p:nvPicPr>
                      <p:cNvPr id="0" name="图片 354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16688" y="4046538"/>
                        <a:ext cx="227965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4261" name="文本框 1374260"/>
          <p:cNvSpPr txBox="1"/>
          <p:nvPr/>
        </p:nvSpPr>
        <p:spPr>
          <a:xfrm>
            <a:off x="4067175" y="5599113"/>
            <a:ext cx="468153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会与已选边构成圈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故停止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得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74287" name="组合 1374286"/>
          <p:cNvGrpSpPr/>
          <p:nvPr/>
        </p:nvGrpSpPr>
        <p:grpSpPr>
          <a:xfrm>
            <a:off x="4037013" y="4437063"/>
            <a:ext cx="4608512" cy="560387"/>
            <a:chOff x="2543" y="2795"/>
            <a:chExt cx="2903" cy="353"/>
          </a:xfrm>
        </p:grpSpPr>
        <p:sp>
          <p:nvSpPr>
            <p:cNvPr id="82973" name="文本框 1374256"/>
            <p:cNvSpPr txBox="1"/>
            <p:nvPr/>
          </p:nvSpPr>
          <p:spPr>
            <a:xfrm>
              <a:off x="2543" y="2821"/>
              <a:ext cx="29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中选取在中选取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2974" name="对象 1374257"/>
            <p:cNvGraphicFramePr/>
            <p:nvPr/>
          </p:nvGraphicFramePr>
          <p:xfrm>
            <a:off x="4173" y="2795"/>
            <a:ext cx="266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6" name="" r:id="rId21" imgW="431800" imgH="546100" progId="Equation.3">
                    <p:embed/>
                  </p:oleObj>
                </mc:Choice>
                <mc:Fallback>
                  <p:oleObj name="" r:id="rId21" imgW="431800" imgH="546100" progId="Equation.3">
                    <p:embed/>
                    <p:pic>
                      <p:nvPicPr>
                        <p:cNvPr id="0" name="图片 354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173" y="2795"/>
                          <a:ext cx="266" cy="3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74262" name="对象 1374261"/>
          <p:cNvGraphicFramePr/>
          <p:nvPr/>
        </p:nvGraphicFramePr>
        <p:xfrm>
          <a:off x="7196138" y="4543425"/>
          <a:ext cx="1327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" name="" r:id="rId23" imgW="1332865" imgH="431800" progId="Equation.3">
                  <p:embed/>
                </p:oleObj>
              </mc:Choice>
              <mc:Fallback>
                <p:oleObj name="" r:id="rId23" imgW="1332865" imgH="431800" progId="Equation.3">
                  <p:embed/>
                  <p:pic>
                    <p:nvPicPr>
                      <p:cNvPr id="0" name="图片 354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96138" y="4543425"/>
                        <a:ext cx="132715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74282" name="组合 1374281"/>
          <p:cNvGrpSpPr/>
          <p:nvPr/>
        </p:nvGrpSpPr>
        <p:grpSpPr>
          <a:xfrm>
            <a:off x="4127500" y="5013325"/>
            <a:ext cx="4765675" cy="519113"/>
            <a:chOff x="2600" y="3158"/>
            <a:chExt cx="3002" cy="327"/>
          </a:xfrm>
        </p:grpSpPr>
        <p:sp>
          <p:nvSpPr>
            <p:cNvPr id="82977" name="文本框 1374259"/>
            <p:cNvSpPr txBox="1"/>
            <p:nvPr/>
          </p:nvSpPr>
          <p:spPr>
            <a:xfrm>
              <a:off x="2654" y="3158"/>
              <a:ext cx="29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 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中选取        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.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但   与   都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2978" name="对象 1374263"/>
            <p:cNvGraphicFramePr/>
            <p:nvPr/>
          </p:nvGraphicFramePr>
          <p:xfrm>
            <a:off x="2600" y="3158"/>
            <a:ext cx="55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9" name="" r:id="rId25" imgW="875665" imgH="431800" progId="Equation.3">
                    <p:embed/>
                  </p:oleObj>
                </mc:Choice>
                <mc:Fallback>
                  <p:oleObj name="" r:id="rId25" imgW="875665" imgH="431800" progId="Equation.3">
                    <p:embed/>
                    <p:pic>
                      <p:nvPicPr>
                        <p:cNvPr id="0" name="图片 3548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600" y="3158"/>
                          <a:ext cx="55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79" name="对象 1374265"/>
            <p:cNvGraphicFramePr/>
            <p:nvPr/>
          </p:nvGraphicFramePr>
          <p:xfrm>
            <a:off x="3833" y="3158"/>
            <a:ext cx="4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0" name="" r:id="rId27" imgW="723900" imgH="431800" progId="Equation.3">
                    <p:embed/>
                  </p:oleObj>
                </mc:Choice>
                <mc:Fallback>
                  <p:oleObj name="" r:id="rId27" imgW="723900" imgH="431800" progId="Equation.3">
                    <p:embed/>
                    <p:pic>
                      <p:nvPicPr>
                        <p:cNvPr id="0" name="图片 3559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833" y="3158"/>
                          <a:ext cx="45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80" name="对象 1374269"/>
            <p:cNvGraphicFramePr/>
            <p:nvPr/>
          </p:nvGraphicFramePr>
          <p:xfrm>
            <a:off x="4667" y="3184"/>
            <a:ext cx="196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1" name="" r:id="rId29" imgW="317500" imgH="418465" progId="Equation.3">
                    <p:embed/>
                  </p:oleObj>
                </mc:Choice>
                <mc:Fallback>
                  <p:oleObj name="" r:id="rId29" imgW="317500" imgH="418465" progId="Equation.3">
                    <p:embed/>
                    <p:pic>
                      <p:nvPicPr>
                        <p:cNvPr id="0" name="图片 3560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667" y="3184"/>
                          <a:ext cx="196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81" name="对象 1374271"/>
            <p:cNvGraphicFramePr/>
            <p:nvPr/>
          </p:nvGraphicFramePr>
          <p:xfrm>
            <a:off x="5096" y="3173"/>
            <a:ext cx="188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8" name="" r:id="rId31" imgW="304800" imgH="431165" progId="Equation.3">
                    <p:embed/>
                  </p:oleObj>
                </mc:Choice>
                <mc:Fallback>
                  <p:oleObj name="" r:id="rId31" imgW="304800" imgH="431165" progId="Equation.3">
                    <p:embed/>
                    <p:pic>
                      <p:nvPicPr>
                        <p:cNvPr id="0" name="图片 3557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096" y="3173"/>
                          <a:ext cx="188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74283" name="直接连接符 1374282"/>
          <p:cNvSpPr/>
          <p:nvPr/>
        </p:nvSpPr>
        <p:spPr>
          <a:xfrm flipV="1">
            <a:off x="1157288" y="1824038"/>
            <a:ext cx="812800" cy="842962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74284" name="直接连接符 1374283"/>
          <p:cNvSpPr/>
          <p:nvPr/>
        </p:nvSpPr>
        <p:spPr>
          <a:xfrm flipV="1">
            <a:off x="1979613" y="2636838"/>
            <a:ext cx="792162" cy="792162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74285" name="直接连接符 1374284"/>
          <p:cNvSpPr/>
          <p:nvPr/>
        </p:nvSpPr>
        <p:spPr>
          <a:xfrm>
            <a:off x="1979613" y="1844675"/>
            <a:ext cx="0" cy="1584325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74288" name="直接连接符 1374287"/>
          <p:cNvSpPr/>
          <p:nvPr/>
        </p:nvSpPr>
        <p:spPr>
          <a:xfrm>
            <a:off x="2741613" y="2636838"/>
            <a:ext cx="1223962" cy="0"/>
          </a:xfrm>
          <a:prstGeom prst="line">
            <a:avLst/>
          </a:prstGeom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7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7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7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7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7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7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7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7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7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7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7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7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7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4213" grpId="0"/>
      <p:bldP spid="137426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6258" name="标题 1376257"/>
          <p:cNvSpPr>
            <a:spLocks noGrp="1"/>
          </p:cNvSpPr>
          <p:nvPr>
            <p:ph type="title"/>
          </p:nvPr>
        </p:nvSpPr>
        <p:spPr>
          <a:xfrm>
            <a:off x="914400" y="609600"/>
            <a:ext cx="1857375" cy="587375"/>
          </a:xfrm>
        </p:spPr>
        <p:txBody>
          <a:bodyPr anchor="ctr"/>
          <a:p>
            <a:r>
              <a:rPr lang="en-US" altLang="zh-CN" sz="2800"/>
              <a:t>B</a:t>
            </a:r>
            <a:r>
              <a:rPr lang="zh-CN" altLang="en-US" sz="2800" b="0" dirty="0"/>
              <a:t>破圈法</a:t>
            </a:r>
            <a:endParaRPr lang="zh-CN" altLang="en-US" sz="2800" b="0" dirty="0"/>
          </a:p>
        </p:txBody>
      </p:sp>
      <p:sp>
        <p:nvSpPr>
          <p:cNvPr id="1376260" name="文本框 1376259"/>
          <p:cNvSpPr txBox="1"/>
          <p:nvPr/>
        </p:nvSpPr>
        <p:spPr>
          <a:xfrm>
            <a:off x="900113" y="1247775"/>
            <a:ext cx="38163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算法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步骤如下：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61" name="文本框 1376260"/>
          <p:cNvSpPr txBox="1"/>
          <p:nvPr/>
        </p:nvSpPr>
        <p:spPr>
          <a:xfrm>
            <a:off x="900113" y="1741488"/>
            <a:ext cx="51117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从图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中任选一棵树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62" name="文本框 1376261"/>
          <p:cNvSpPr txBox="1"/>
          <p:nvPr/>
        </p:nvSpPr>
        <p:spPr>
          <a:xfrm>
            <a:off x="900113" y="2205038"/>
            <a:ext cx="42481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加上一条弦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+e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64" name="文本框 1376263"/>
          <p:cNvSpPr txBox="1"/>
          <p:nvPr/>
        </p:nvSpPr>
        <p:spPr>
          <a:xfrm>
            <a:off x="971550" y="2636838"/>
            <a:ext cx="43926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立即生成一个圈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去掉此 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4" name="文本框 1376264"/>
          <p:cNvSpPr txBox="1"/>
          <p:nvPr/>
        </p:nvSpPr>
        <p:spPr>
          <a:xfrm>
            <a:off x="755650" y="3573463"/>
            <a:ext cx="44640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66" name="文本框 1376265"/>
          <p:cNvSpPr txBox="1"/>
          <p:nvPr/>
        </p:nvSpPr>
        <p:spPr>
          <a:xfrm>
            <a:off x="1185863" y="3068638"/>
            <a:ext cx="41783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圈中最大权边，得到新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68" name="文本框 1376267"/>
          <p:cNvSpPr txBox="1"/>
          <p:nvPr/>
        </p:nvSpPr>
        <p:spPr>
          <a:xfrm>
            <a:off x="1187450" y="3500438"/>
            <a:ext cx="396081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树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代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重复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再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69" name="文本框 1376268"/>
          <p:cNvSpPr txBox="1"/>
          <p:nvPr/>
        </p:nvSpPr>
        <p:spPr>
          <a:xfrm>
            <a:off x="1187450" y="3933825"/>
            <a:ext cx="396081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检查剩余的弦，直到全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70" name="文本框 1376269"/>
          <p:cNvSpPr txBox="1"/>
          <p:nvPr/>
        </p:nvSpPr>
        <p:spPr>
          <a:xfrm>
            <a:off x="1116013" y="4437063"/>
            <a:ext cx="40322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部弦检查完毕为止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76271" name="图片 1376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8625" y="1052513"/>
            <a:ext cx="2663825" cy="2160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76272" name="文本框 1376271"/>
          <p:cNvSpPr txBox="1"/>
          <p:nvPr/>
        </p:nvSpPr>
        <p:spPr>
          <a:xfrm>
            <a:off x="3130550" y="620713"/>
            <a:ext cx="52578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用破圈法求下图的最小树</a:t>
            </a:r>
            <a:r>
              <a:rPr lang="en-US" altLang="zh-CN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73" name="文本框 1376272"/>
          <p:cNvSpPr txBox="1"/>
          <p:nvPr/>
        </p:nvSpPr>
        <p:spPr>
          <a:xfrm>
            <a:off x="1114425" y="4797425"/>
            <a:ext cx="43211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先求出上图的一棵生成树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76274" name="图片 13762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25" y="3213100"/>
            <a:ext cx="2592388" cy="1871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76275" name="文本框 1376274"/>
          <p:cNvSpPr txBox="1"/>
          <p:nvPr/>
        </p:nvSpPr>
        <p:spPr>
          <a:xfrm>
            <a:off x="684213" y="5157788"/>
            <a:ext cx="51117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加以弦 </a:t>
            </a:r>
            <a:r>
              <a:rPr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i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得到的圈</a:t>
            </a:r>
            <a:r>
              <a:rPr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77" name="文本框 1376276"/>
          <p:cNvSpPr txBox="1"/>
          <p:nvPr/>
        </p:nvSpPr>
        <p:spPr>
          <a:xfrm>
            <a:off x="468313" y="5589588"/>
            <a:ext cx="504031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去掉最大的权边</a:t>
            </a:r>
            <a:r>
              <a:rPr lang="en-US" altLang="zh-CN" i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i="1" baseline="-25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得到一棵新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78" name="文本框 1376277"/>
          <p:cNvSpPr txBox="1"/>
          <p:nvPr/>
        </p:nvSpPr>
        <p:spPr>
          <a:xfrm>
            <a:off x="539750" y="5949950"/>
            <a:ext cx="46640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树仍是原来的树；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86" name="矩形 1376280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76282" name="组合 1376281"/>
          <p:cNvGrpSpPr/>
          <p:nvPr/>
        </p:nvGrpSpPr>
        <p:grpSpPr>
          <a:xfrm>
            <a:off x="5683250" y="4149725"/>
            <a:ext cx="576263" cy="574675"/>
            <a:chOff x="3606" y="2614"/>
            <a:chExt cx="363" cy="362"/>
          </a:xfrm>
        </p:grpSpPr>
        <p:sp>
          <p:nvSpPr>
            <p:cNvPr id="83988" name="直接连接符 1376275"/>
            <p:cNvSpPr/>
            <p:nvPr/>
          </p:nvSpPr>
          <p:spPr>
            <a:xfrm>
              <a:off x="3606" y="2614"/>
              <a:ext cx="363" cy="362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83989" name="对象 1376279"/>
            <p:cNvGraphicFramePr/>
            <p:nvPr/>
          </p:nvGraphicFramePr>
          <p:xfrm>
            <a:off x="3655" y="2795"/>
            <a:ext cx="132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9" name="" r:id="rId3" imgW="317500" imgH="418465" progId="Equation.3">
                    <p:embed/>
                  </p:oleObj>
                </mc:Choice>
                <mc:Fallback>
                  <p:oleObj name="" r:id="rId3" imgW="317500" imgH="418465" progId="Equation.3">
                    <p:embed/>
                    <p:pic>
                      <p:nvPicPr>
                        <p:cNvPr id="0" name="图片 355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55" y="2795"/>
                          <a:ext cx="132" cy="1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76283" name="直接连接符 1376282"/>
          <p:cNvSpPr/>
          <p:nvPr/>
        </p:nvSpPr>
        <p:spPr>
          <a:xfrm>
            <a:off x="5703888" y="4170363"/>
            <a:ext cx="571500" cy="557212"/>
          </a:xfrm>
          <a:prstGeom prst="line">
            <a:avLst/>
          </a:prstGeom>
          <a:ln w="4127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91" name="矩形 1376284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86" name="文本框 1376285"/>
          <p:cNvSpPr txBox="1"/>
          <p:nvPr/>
        </p:nvSpPr>
        <p:spPr>
          <a:xfrm>
            <a:off x="5722938" y="4508500"/>
            <a:ext cx="288925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87" name="文本框 1376286"/>
          <p:cNvSpPr txBox="1"/>
          <p:nvPr/>
        </p:nvSpPr>
        <p:spPr>
          <a:xfrm>
            <a:off x="466725" y="4910138"/>
            <a:ext cx="4968875" cy="18018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88" name="文本框 1376287"/>
          <p:cNvSpPr txBox="1"/>
          <p:nvPr/>
        </p:nvSpPr>
        <p:spPr>
          <a:xfrm>
            <a:off x="539750" y="4797425"/>
            <a:ext cx="58324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再加上弦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baseline="-25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，得到圈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baseline="-25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baseline="-25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baseline="-25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baseline="-25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 baseline="-2500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95" name="矩形 1376290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76292" name="组合 1376291"/>
          <p:cNvGrpSpPr/>
          <p:nvPr/>
        </p:nvGrpSpPr>
        <p:grpSpPr>
          <a:xfrm>
            <a:off x="6948488" y="4149725"/>
            <a:ext cx="863600" cy="412750"/>
            <a:chOff x="4377" y="2614"/>
            <a:chExt cx="544" cy="260"/>
          </a:xfrm>
        </p:grpSpPr>
        <p:sp>
          <p:nvSpPr>
            <p:cNvPr id="83997" name="直接连接符 1376288"/>
            <p:cNvSpPr/>
            <p:nvPr/>
          </p:nvSpPr>
          <p:spPr>
            <a:xfrm>
              <a:off x="4377" y="2614"/>
              <a:ext cx="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83998" name="对象 1376289"/>
            <p:cNvGraphicFramePr/>
            <p:nvPr/>
          </p:nvGraphicFramePr>
          <p:xfrm>
            <a:off x="4468" y="2659"/>
            <a:ext cx="272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2" name="" r:id="rId5" imgW="660400" imgH="520700" progId="Equation.3">
                    <p:embed/>
                  </p:oleObj>
                </mc:Choice>
                <mc:Fallback>
                  <p:oleObj name="" r:id="rId5" imgW="660400" imgH="520700" progId="Equation.3">
                    <p:embed/>
                    <p:pic>
                      <p:nvPicPr>
                        <p:cNvPr id="0" name="图片 356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68" y="2659"/>
                          <a:ext cx="272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76293" name="文本框 1376292"/>
          <p:cNvSpPr txBox="1"/>
          <p:nvPr/>
        </p:nvSpPr>
        <p:spPr>
          <a:xfrm>
            <a:off x="611188" y="5229225"/>
            <a:ext cx="48244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去掉最大的权边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baseline="-25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，得到一棵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94" name="文本框 1376293"/>
          <p:cNvSpPr txBox="1"/>
          <p:nvPr/>
        </p:nvSpPr>
        <p:spPr>
          <a:xfrm>
            <a:off x="611188" y="5573713"/>
            <a:ext cx="49688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新树；如此重复进行，直到全</a:t>
            </a:r>
            <a:endParaRPr lang="zh-CN" altLang="en-US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6295" name="文本框 1376294"/>
          <p:cNvSpPr txBox="1"/>
          <p:nvPr/>
        </p:nvSpPr>
        <p:spPr>
          <a:xfrm>
            <a:off x="611188" y="6092825"/>
            <a:ext cx="56356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全部的弦均已试过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得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最小树</a:t>
            </a:r>
            <a:r>
              <a:rPr lang="en-US" altLang="zh-CN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76298" name="组合 1376297"/>
          <p:cNvGrpSpPr/>
          <p:nvPr/>
        </p:nvGrpSpPr>
        <p:grpSpPr>
          <a:xfrm>
            <a:off x="6330950" y="3357563"/>
            <a:ext cx="1547813" cy="765175"/>
            <a:chOff x="3988" y="2115"/>
            <a:chExt cx="975" cy="482"/>
          </a:xfrm>
        </p:grpSpPr>
        <p:sp>
          <p:nvSpPr>
            <p:cNvPr id="84003" name="直接连接符 1376295"/>
            <p:cNvSpPr/>
            <p:nvPr/>
          </p:nvSpPr>
          <p:spPr>
            <a:xfrm>
              <a:off x="3988" y="2264"/>
              <a:ext cx="975" cy="333"/>
            </a:xfrm>
            <a:prstGeom prst="line">
              <a:avLst/>
            </a:prstGeom>
            <a:ln w="571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4004" name="文本框 1376296"/>
            <p:cNvSpPr txBox="1"/>
            <p:nvPr/>
          </p:nvSpPr>
          <p:spPr>
            <a:xfrm>
              <a:off x="4312" y="2115"/>
              <a:ext cx="499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endParaRPr 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376299" name="图片 13762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5600" y="3173413"/>
            <a:ext cx="2725738" cy="2127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626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626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2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6262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626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7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7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7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7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7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7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7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7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7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7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7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7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7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7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7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7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7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37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37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9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7629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376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6258" grpId="0"/>
      <p:bldP spid="1376264" grpId="0"/>
      <p:bldP spid="1376268" grpId="0"/>
      <p:bldP spid="1376269" grpId="0"/>
      <p:bldP spid="1376270" grpId="0"/>
      <p:bldP spid="1376272" grpId="1"/>
      <p:bldP spid="1376273" grpId="0"/>
      <p:bldP spid="1376275" grpId="0"/>
      <p:bldP spid="1376277" grpId="0"/>
      <p:bldP spid="1376278" grpId="0"/>
      <p:bldP spid="1376286" grpId="0" animBg="1"/>
      <p:bldP spid="1376287" grpId="0" animBg="1"/>
      <p:bldP spid="1376288" grpId="0"/>
      <p:bldP spid="1376293" grpId="0"/>
      <p:bldP spid="137629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7282" name="标题 1377281"/>
          <p:cNvSpPr>
            <a:spLocks noGrp="1"/>
          </p:cNvSpPr>
          <p:nvPr>
            <p:ph type="title"/>
          </p:nvPr>
        </p:nvSpPr>
        <p:spPr>
          <a:xfrm>
            <a:off x="914400" y="549275"/>
            <a:ext cx="7696200" cy="1143000"/>
          </a:xfrm>
        </p:spPr>
        <p:txBody>
          <a:bodyPr anchor="ctr"/>
          <a:p>
            <a:r>
              <a:rPr lang="en-US" altLang="zh-CN" dirty="0"/>
              <a:t>5. </a:t>
            </a:r>
            <a:r>
              <a:rPr lang="zh-CN" altLang="en-US" dirty="0"/>
              <a:t>旅行售货员问题</a:t>
            </a:r>
            <a:endParaRPr lang="zh-CN" altLang="en-US" dirty="0"/>
          </a:p>
        </p:txBody>
      </p:sp>
      <p:sp>
        <p:nvSpPr>
          <p:cNvPr id="1377286" name="文本框 1377285"/>
          <p:cNvSpPr txBox="1"/>
          <p:nvPr/>
        </p:nvSpPr>
        <p:spPr>
          <a:xfrm>
            <a:off x="827088" y="1628775"/>
            <a:ext cx="79216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定义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G=(V,E)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是连通无向图，包含图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的每个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7287" name="文本框 1377286"/>
          <p:cNvSpPr txBox="1"/>
          <p:nvPr/>
        </p:nvSpPr>
        <p:spPr>
          <a:xfrm>
            <a:off x="755650" y="2276475"/>
            <a:ext cx="79216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顶点的路称为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哈密尔顿路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Hamilton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路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路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7288" name="文本框 1377287"/>
          <p:cNvSpPr txBox="1"/>
          <p:nvPr/>
        </p:nvSpPr>
        <p:spPr>
          <a:xfrm>
            <a:off x="900113" y="2981325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包含图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的每个顶点的圈，称为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哈密尔顿圈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7289" name="文本框 1377288"/>
          <p:cNvSpPr txBox="1"/>
          <p:nvPr/>
        </p:nvSpPr>
        <p:spPr>
          <a:xfrm>
            <a:off x="755650" y="3486150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en-US" altLang="zh-CN" i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Hamilton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圈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).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7291" name="文本框 1377290"/>
          <p:cNvSpPr txBox="1"/>
          <p:nvPr/>
        </p:nvSpPr>
        <p:spPr>
          <a:xfrm>
            <a:off x="539750" y="4205288"/>
            <a:ext cx="84597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含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Hamilton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圈的图称为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哈密尔顿图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en-US" altLang="zh-CN" i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Hamilton</a:t>
            </a:r>
            <a:endParaRPr lang="en-US" altLang="zh-CN" i="1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7293" name="文本框 1377292"/>
          <p:cNvSpPr txBox="1"/>
          <p:nvPr/>
        </p:nvSpPr>
        <p:spPr>
          <a:xfrm>
            <a:off x="755650" y="4781550"/>
            <a:ext cx="79216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).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728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728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7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9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7729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7282" grpId="0"/>
      <p:bldP spid="1377286" grpId="0"/>
      <p:bldP spid="1377287" grpId="0"/>
      <p:bldP spid="1377288" grpId="0" build="allAtOnce"/>
      <p:bldP spid="1377289" grpId="0"/>
      <p:bldP spid="137729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8306" name="标题 1378305"/>
          <p:cNvSpPr>
            <a:spLocks noGrp="1"/>
          </p:cNvSpPr>
          <p:nvPr>
            <p:ph type="title"/>
          </p:nvPr>
        </p:nvSpPr>
        <p:spPr>
          <a:xfrm>
            <a:off x="914400" y="609600"/>
            <a:ext cx="7696200" cy="658813"/>
          </a:xfrm>
        </p:spPr>
        <p:txBody>
          <a:bodyPr anchor="ctr"/>
          <a:p>
            <a:r>
              <a:rPr lang="zh-CN" altLang="en-US" sz="2800" dirty="0"/>
              <a:t>旅行售货员问题或货郎担问题</a:t>
            </a:r>
            <a:r>
              <a:rPr lang="en-US" altLang="zh-CN"/>
              <a:t>. </a:t>
            </a:r>
            <a:endParaRPr lang="en-US" altLang="zh-CN"/>
          </a:p>
        </p:txBody>
      </p:sp>
      <p:sp>
        <p:nvSpPr>
          <p:cNvPr id="1378308" name="文本框 1378307"/>
          <p:cNvSpPr txBox="1"/>
          <p:nvPr/>
        </p:nvSpPr>
        <p:spPr>
          <a:xfrm>
            <a:off x="971550" y="1341438"/>
            <a:ext cx="77771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一个旅行售货员想去访问若干城镇，然后回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8309" name="文本框 1378308"/>
          <p:cNvSpPr txBox="1"/>
          <p:nvPr/>
        </p:nvSpPr>
        <p:spPr>
          <a:xfrm>
            <a:off x="900113" y="1773238"/>
            <a:ext cx="79200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到出发地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给定各城镇之间的距离后，应怎样计划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8310" name="文本框 1378309"/>
          <p:cNvSpPr txBox="1"/>
          <p:nvPr/>
        </p:nvSpPr>
        <p:spPr>
          <a:xfrm>
            <a:off x="898525" y="2235200"/>
            <a:ext cx="77787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他的旅行路线，使他能对每个城镇恰好经过一次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8311" name="文本框 1378310"/>
          <p:cNvSpPr txBox="1"/>
          <p:nvPr/>
        </p:nvSpPr>
        <p:spPr>
          <a:xfrm>
            <a:off x="898525" y="2687638"/>
            <a:ext cx="76342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而总距离最小？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8312" name="文本框 1378311"/>
          <p:cNvSpPr txBox="1"/>
          <p:nvPr/>
        </p:nvSpPr>
        <p:spPr>
          <a:xfrm>
            <a:off x="1116013" y="3186113"/>
            <a:ext cx="75612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它可归结为这样的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图论问题：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在一个赋权完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8313" name="文本框 1378312"/>
          <p:cNvSpPr txBox="1"/>
          <p:nvPr/>
        </p:nvSpPr>
        <p:spPr>
          <a:xfrm>
            <a:off x="971550" y="3644900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全图中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找出一个最小权的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称这种圈为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最优圈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8314" name="文本框 1378313"/>
          <p:cNvSpPr txBox="1"/>
          <p:nvPr/>
        </p:nvSpPr>
        <p:spPr>
          <a:xfrm>
            <a:off x="971550" y="4230688"/>
            <a:ext cx="79216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但这个问题是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NP-hard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问题，即不存在多项式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8315" name="文本框 1378314"/>
          <p:cNvSpPr txBox="1"/>
          <p:nvPr/>
        </p:nvSpPr>
        <p:spPr>
          <a:xfrm>
            <a:off x="900113" y="4710113"/>
            <a:ext cx="79930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时间算法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也就是说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对于大型网络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赋权图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目前还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8316" name="文本框 1378315"/>
          <p:cNvSpPr txBox="1"/>
          <p:nvPr/>
        </p:nvSpPr>
        <p:spPr>
          <a:xfrm>
            <a:off x="827088" y="5157788"/>
            <a:ext cx="77771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没有一个求解旅行售货员问题的有效算法，因此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8317" name="文本框 1378316"/>
          <p:cNvSpPr txBox="1"/>
          <p:nvPr/>
        </p:nvSpPr>
        <p:spPr>
          <a:xfrm>
            <a:off x="827088" y="5661025"/>
            <a:ext cx="74168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只能找一种求出相当好（不一定最优）的解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831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831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7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4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78314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7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7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7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8306" grpId="0"/>
      <p:bldP spid="1378308" grpId="0"/>
      <p:bldP spid="1378309" grpId="0"/>
      <p:bldP spid="1378310" grpId="0"/>
      <p:bldP spid="1378313" grpId="0"/>
      <p:bldP spid="1378315" grpId="0"/>
      <p:bldP spid="1378316" grpId="0"/>
      <p:bldP spid="137831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9330" name="标题 1379329"/>
          <p:cNvSpPr>
            <a:spLocks noGrp="1"/>
          </p:cNvSpPr>
          <p:nvPr>
            <p:ph type="title"/>
          </p:nvPr>
        </p:nvSpPr>
        <p:spPr>
          <a:xfrm>
            <a:off x="971550" y="620713"/>
            <a:ext cx="7696200" cy="803275"/>
          </a:xfrm>
        </p:spPr>
        <p:txBody>
          <a:bodyPr anchor="ctr"/>
          <a:p>
            <a:r>
              <a:rPr lang="zh-CN" altLang="en-US" sz="3200" dirty="0"/>
              <a:t>一个可行的办法 </a:t>
            </a:r>
            <a:r>
              <a:rPr lang="en-US" altLang="zh-CN" sz="3200"/>
              <a:t>:</a:t>
            </a:r>
            <a:endParaRPr lang="en-US" altLang="zh-CN" sz="3200"/>
          </a:p>
        </p:txBody>
      </p:sp>
      <p:sp>
        <p:nvSpPr>
          <p:cNvPr id="1379332" name="文本框 1379331"/>
          <p:cNvSpPr txBox="1"/>
          <p:nvPr/>
        </p:nvSpPr>
        <p:spPr>
          <a:xfrm>
            <a:off x="827088" y="1685925"/>
            <a:ext cx="46815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是先求一个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然后适当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9333" name="文本框 1379332"/>
          <p:cNvSpPr txBox="1"/>
          <p:nvPr/>
        </p:nvSpPr>
        <p:spPr>
          <a:xfrm>
            <a:off x="684213" y="2190750"/>
            <a:ext cx="46085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修改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以得到具有较小权的另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79334" name="图片 13793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525" y="908050"/>
            <a:ext cx="2592388" cy="2170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79336" name="文本框 1379335"/>
          <p:cNvSpPr txBox="1"/>
          <p:nvPr/>
        </p:nvSpPr>
        <p:spPr>
          <a:xfrm>
            <a:off x="733425" y="2622550"/>
            <a:ext cx="446563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一个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6" name="文本框 1379336"/>
          <p:cNvSpPr txBox="1"/>
          <p:nvPr/>
        </p:nvSpPr>
        <p:spPr>
          <a:xfrm>
            <a:off x="900113" y="2924175"/>
            <a:ext cx="77771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79338" name="内容占位符 1379337"/>
          <p:cNvGraphicFramePr>
            <a:graphicFrameLocks noGrp="1"/>
          </p:cNvGraphicFramePr>
          <p:nvPr>
            <p:ph/>
          </p:nvPr>
        </p:nvGraphicFramePr>
        <p:xfrm>
          <a:off x="895350" y="3136900"/>
          <a:ext cx="7200900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" name="" r:id="rId2" imgW="7679690" imgH="3234055" progId="Word.Document.8">
                  <p:embed/>
                </p:oleObj>
              </mc:Choice>
              <mc:Fallback>
                <p:oleObj name="" r:id="rId2" imgW="7679690" imgH="3234055" progId="Word.Document.8">
                  <p:embed/>
                  <p:pic>
                    <p:nvPicPr>
                      <p:cNvPr id="0" name="图片 356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5350" y="3136900"/>
                        <a:ext cx="7200900" cy="302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9330" grpId="0"/>
      <p:bldP spid="1379332" grpId="0"/>
      <p:bldP spid="1379333" grpId="0"/>
      <p:bldP spid="137933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1380" name="文本框 1381379"/>
          <p:cNvSpPr txBox="1"/>
          <p:nvPr/>
        </p:nvSpPr>
        <p:spPr>
          <a:xfrm>
            <a:off x="1187450" y="749300"/>
            <a:ext cx="74898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b="0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定义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若对于某一对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，有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66" name="矩形 1381384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81384" name="对象 1381383"/>
          <p:cNvGraphicFramePr/>
          <p:nvPr/>
        </p:nvGraphicFramePr>
        <p:xfrm>
          <a:off x="1647825" y="1368425"/>
          <a:ext cx="62103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3" name="" r:id="rId1" imgW="6207760" imgH="482600" progId="Equation.3">
                  <p:embed/>
                </p:oleObj>
              </mc:Choice>
              <mc:Fallback>
                <p:oleObj name="" r:id="rId1" imgW="6207760" imgH="482600" progId="Equation.3">
                  <p:embed/>
                  <p:pic>
                    <p:nvPicPr>
                      <p:cNvPr id="0" name="图片 35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47825" y="1368425"/>
                        <a:ext cx="621030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1387" name="文本框 1381386"/>
          <p:cNvSpPr txBox="1"/>
          <p:nvPr/>
        </p:nvSpPr>
        <p:spPr>
          <a:xfrm>
            <a:off x="971550" y="1901825"/>
            <a:ext cx="76327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则圈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i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将是圈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的一个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改进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1388" name="文本框 1381387"/>
          <p:cNvSpPr txBox="1"/>
          <p:nvPr/>
        </p:nvSpPr>
        <p:spPr>
          <a:xfrm>
            <a:off x="1330325" y="2693988"/>
            <a:ext cx="5689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二边逐次修正法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1389" name="文本框 1381388"/>
          <p:cNvSpPr txBox="1"/>
          <p:nvPr/>
        </p:nvSpPr>
        <p:spPr>
          <a:xfrm>
            <a:off x="755650" y="3270250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在接连进行一系列修改之后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最后得一个圈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不能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1390" name="文本框 1381389"/>
          <p:cNvSpPr txBox="1"/>
          <p:nvPr/>
        </p:nvSpPr>
        <p:spPr>
          <a:xfrm>
            <a:off x="684213" y="3846513"/>
            <a:ext cx="81359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再用此方法改进了，这个最后的圈可能不是最优的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1391" name="文本框 1381390"/>
          <p:cNvSpPr txBox="1"/>
          <p:nvPr/>
        </p:nvSpPr>
        <p:spPr>
          <a:xfrm>
            <a:off x="684213" y="4494213"/>
            <a:ext cx="79216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但是它是比较好的，为了得到更高的精度，这个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1392" name="文本框 1381391"/>
          <p:cNvSpPr txBox="1"/>
          <p:nvPr/>
        </p:nvSpPr>
        <p:spPr>
          <a:xfrm>
            <a:off x="684213" y="5070475"/>
            <a:ext cx="82089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程序可以重复几次，每次都以不同的圈开始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这种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1393" name="矩形 1381392"/>
          <p:cNvSpPr/>
          <p:nvPr/>
        </p:nvSpPr>
        <p:spPr>
          <a:xfrm>
            <a:off x="684213" y="5646738"/>
            <a:ext cx="75612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方法叫做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二边逐次修正法</a:t>
            </a:r>
            <a:r>
              <a:rPr lang="en-US" altLang="zh-CN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8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138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8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1380" grpId="0"/>
      <p:bldP spid="1381387" grpId="0"/>
      <p:bldP spid="1381389" grpId="0"/>
      <p:bldP spid="1381390" grpId="0"/>
      <p:bldP spid="1381391" grpId="0"/>
      <p:bldP spid="1381392" grpId="0"/>
      <p:bldP spid="138139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3426" name="标题 1383425"/>
          <p:cNvSpPr>
            <a:spLocks noGrp="1"/>
          </p:cNvSpPr>
          <p:nvPr>
            <p:ph type="title"/>
          </p:nvPr>
        </p:nvSpPr>
        <p:spPr>
          <a:xfrm>
            <a:off x="914400" y="476250"/>
            <a:ext cx="7978775" cy="720725"/>
          </a:xfrm>
        </p:spPr>
        <p:txBody>
          <a:bodyPr anchor="ctr"/>
          <a:p>
            <a:r>
              <a:rPr lang="zh-CN" altLang="en-US" sz="2800" dirty="0"/>
              <a:t>例</a:t>
            </a:r>
            <a:r>
              <a:rPr lang="zh-CN" altLang="en-US" sz="2800" dirty="0">
                <a:solidFill>
                  <a:schemeClr val="tx1"/>
                </a:solidFill>
              </a:rPr>
              <a:t>对下图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zh-CN" altLang="en-US" sz="2800" dirty="0">
                <a:solidFill>
                  <a:schemeClr val="tx1"/>
                </a:solidFill>
              </a:rPr>
              <a:t>的</a:t>
            </a:r>
            <a:r>
              <a:rPr lang="en-US" altLang="zh-CN" sz="2800">
                <a:solidFill>
                  <a:schemeClr val="tx1"/>
                </a:solidFill>
              </a:rPr>
              <a:t>K</a:t>
            </a:r>
            <a:r>
              <a:rPr lang="en-US" altLang="zh-CN" sz="2800" baseline="-25000">
                <a:solidFill>
                  <a:schemeClr val="tx1"/>
                </a:solidFill>
              </a:rPr>
              <a:t>6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用二边逐次修正法求较优</a:t>
            </a:r>
            <a:r>
              <a:rPr lang="en-US" altLang="zh-CN" sz="2800" i="1">
                <a:solidFill>
                  <a:schemeClr val="tx1"/>
                </a:solidFill>
              </a:rPr>
              <a:t>H</a:t>
            </a:r>
            <a:r>
              <a:rPr lang="zh-CN" altLang="en-US" sz="2800" dirty="0">
                <a:solidFill>
                  <a:schemeClr val="tx1"/>
                </a:solidFill>
              </a:rPr>
              <a:t>圈</a:t>
            </a:r>
            <a:r>
              <a:rPr lang="en-US" altLang="zh-CN" sz="2800">
                <a:solidFill>
                  <a:schemeClr val="tx1"/>
                </a:solidFill>
              </a:rPr>
              <a:t>.</a:t>
            </a:r>
            <a:endParaRPr lang="en-US" altLang="zh-CN" sz="2800">
              <a:solidFill>
                <a:schemeClr val="tx1"/>
              </a:solidFill>
            </a:endParaRPr>
          </a:p>
        </p:txBody>
      </p:sp>
      <p:pic>
        <p:nvPicPr>
          <p:cNvPr id="1383428" name="图片 13834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196975"/>
            <a:ext cx="2852737" cy="2620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3429" name="图片 13834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0" y="1196975"/>
            <a:ext cx="2181225" cy="2376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3430" name="图片 13834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650" y="1268413"/>
            <a:ext cx="2079625" cy="2232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3431" name="图片 13834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13" y="3952875"/>
            <a:ext cx="2298700" cy="242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3432" name="图片 13834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113" y="3967163"/>
            <a:ext cx="2263775" cy="2414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83433" name="文本框 1383432"/>
          <p:cNvSpPr txBox="1"/>
          <p:nvPr/>
        </p:nvSpPr>
        <p:spPr>
          <a:xfrm>
            <a:off x="5508625" y="3789363"/>
            <a:ext cx="31686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较优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3434" name="文本框 1383433"/>
          <p:cNvSpPr txBox="1"/>
          <p:nvPr/>
        </p:nvSpPr>
        <p:spPr>
          <a:xfrm>
            <a:off x="5508625" y="4724400"/>
            <a:ext cx="33115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其权为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W(C</a:t>
            </a:r>
            <a:r>
              <a:rPr lang="en-US" altLang="zh-CN" i="1" baseline="-25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)=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192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097" name="矩形 1383435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83435" name="对象 1383434"/>
          <p:cNvGraphicFramePr/>
          <p:nvPr/>
        </p:nvGraphicFramePr>
        <p:xfrm>
          <a:off x="5580063" y="4292600"/>
          <a:ext cx="2679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" name="" r:id="rId6" imgW="2678430" imgH="431800" progId="Equation.3">
                  <p:embed/>
                </p:oleObj>
              </mc:Choice>
              <mc:Fallback>
                <p:oleObj name="" r:id="rId6" imgW="2678430" imgH="431800" progId="Equation.3">
                  <p:embed/>
                  <p:pic>
                    <p:nvPicPr>
                      <p:cNvPr id="0" name="图片 356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80063" y="4292600"/>
                        <a:ext cx="2679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8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3426" grpId="0"/>
      <p:bldP spid="1383433" grpId="0"/>
      <p:bldP spid="1383434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4452" name="文本框 1384451"/>
          <p:cNvSpPr txBox="1"/>
          <p:nvPr/>
        </p:nvSpPr>
        <p:spPr>
          <a:xfrm>
            <a:off x="971550" y="549275"/>
            <a:ext cx="79216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分析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找出的这个解的好坏可用最优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圈的权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4453" name="文本框 1384452"/>
          <p:cNvSpPr txBox="1"/>
          <p:nvPr/>
        </p:nvSpPr>
        <p:spPr>
          <a:xfrm>
            <a:off x="971550" y="981075"/>
            <a:ext cx="79216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的下界与其比较而得出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即利用最小生成树可得最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4454" name="文本框 1384453"/>
          <p:cNvSpPr txBox="1"/>
          <p:nvPr/>
        </p:nvSpPr>
        <p:spPr>
          <a:xfrm>
            <a:off x="971550" y="1392238"/>
            <a:ext cx="770413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优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圈的一个下界，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方法如下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4455" name="文本框 1384454"/>
          <p:cNvSpPr txBox="1"/>
          <p:nvPr/>
        </p:nvSpPr>
        <p:spPr>
          <a:xfrm>
            <a:off x="900113" y="1844675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设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的一个最优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圈，则对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的任一顶点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4456" name="文本框 1384455"/>
          <p:cNvSpPr txBox="1"/>
          <p:nvPr/>
        </p:nvSpPr>
        <p:spPr>
          <a:xfrm>
            <a:off x="827088" y="2212975"/>
            <a:ext cx="81375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C-v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G-v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的路，也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G-v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是的生成树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如果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G-v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4457" name="文本框 1384456"/>
          <p:cNvSpPr txBox="1"/>
          <p:nvPr/>
        </p:nvSpPr>
        <p:spPr>
          <a:xfrm>
            <a:off x="755650" y="2598738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最小生成树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且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与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关联的边中权最小的两条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4458" name="文本框 1384457"/>
          <p:cNvSpPr txBox="1"/>
          <p:nvPr/>
        </p:nvSpPr>
        <p:spPr>
          <a:xfrm>
            <a:off x="755650" y="2959100"/>
            <a:ext cx="792003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边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则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w(T)+w(e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)+w(e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将是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w(C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的一个下界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84460" name="图片 13844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0788" y="3789363"/>
            <a:ext cx="2019300" cy="2054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4461" name="图片 13844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3933825"/>
            <a:ext cx="2520950" cy="2222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84463" name="文本框 1384462"/>
          <p:cNvSpPr txBox="1"/>
          <p:nvPr/>
        </p:nvSpPr>
        <p:spPr>
          <a:xfrm>
            <a:off x="2916238" y="3414713"/>
            <a:ext cx="32416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取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v=v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得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G-v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4464" name="文本框 1384463"/>
          <p:cNvSpPr txBox="1"/>
          <p:nvPr/>
        </p:nvSpPr>
        <p:spPr>
          <a:xfrm>
            <a:off x="2843213" y="3789363"/>
            <a:ext cx="33845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最小生成树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实线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其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4465" name="文本框 1384464"/>
          <p:cNvSpPr txBox="1"/>
          <p:nvPr/>
        </p:nvSpPr>
        <p:spPr>
          <a:xfrm>
            <a:off x="2843213" y="4114800"/>
            <a:ext cx="34575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权</a:t>
            </a:r>
            <a:r>
              <a:rPr lang="en-US" altLang="zh-CN" i="1" err="1">
                <a:latin typeface="Times New Roman" panose="02020603050405020304" pitchFamily="18" charset="0"/>
                <a:ea typeface="宋体" panose="02010600030101010101" pitchFamily="2" charset="-122"/>
              </a:rPr>
              <a:t>w(T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)=122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与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关联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4466" name="文本框 1384465"/>
          <p:cNvSpPr txBox="1"/>
          <p:nvPr/>
        </p:nvSpPr>
        <p:spPr>
          <a:xfrm>
            <a:off x="2844800" y="4437063"/>
            <a:ext cx="36718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的权最小的两条边为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4468" name="文本框 1384467"/>
          <p:cNvSpPr txBox="1"/>
          <p:nvPr/>
        </p:nvSpPr>
        <p:spPr>
          <a:xfrm>
            <a:off x="2987675" y="5157788"/>
            <a:ext cx="36004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w(T)+w(v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)+w(v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84469" name="文本框 1384468"/>
          <p:cNvSpPr txBox="1"/>
          <p:nvPr/>
        </p:nvSpPr>
        <p:spPr>
          <a:xfrm>
            <a:off x="2987675" y="5541963"/>
            <a:ext cx="41052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178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故最优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圈的权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84477" name="组合 1384476"/>
          <p:cNvGrpSpPr/>
          <p:nvPr/>
        </p:nvGrpSpPr>
        <p:grpSpPr>
          <a:xfrm>
            <a:off x="2971800" y="4797425"/>
            <a:ext cx="3049588" cy="519113"/>
            <a:chOff x="1872" y="3022"/>
            <a:chExt cx="1921" cy="327"/>
          </a:xfrm>
        </p:grpSpPr>
        <p:sp>
          <p:nvSpPr>
            <p:cNvPr id="90129" name="矩形 1384466"/>
            <p:cNvSpPr/>
            <p:nvPr/>
          </p:nvSpPr>
          <p:spPr>
            <a:xfrm>
              <a:off x="1872" y="3022"/>
              <a:ext cx="17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和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,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故</a:t>
              </a:r>
              <a:r>
                <a:rPr lang="en-US" altLang="zh-CN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w(C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90130" name="对象 1384470"/>
            <p:cNvGraphicFramePr/>
            <p:nvPr/>
          </p:nvGraphicFramePr>
          <p:xfrm>
            <a:off x="3649" y="3113"/>
            <a:ext cx="144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5" name="" r:id="rId3" imgW="228600" imgH="279400" progId="Equation.3">
                    <p:embed/>
                  </p:oleObj>
                </mc:Choice>
                <mc:Fallback>
                  <p:oleObj name="" r:id="rId3" imgW="228600" imgH="279400" progId="Equation.3">
                    <p:embed/>
                    <p:pic>
                      <p:nvPicPr>
                        <p:cNvPr id="0" name="图片 356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49" y="3113"/>
                          <a:ext cx="144" cy="1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4478" name="组合 1384477"/>
          <p:cNvGrpSpPr/>
          <p:nvPr/>
        </p:nvGrpSpPr>
        <p:grpSpPr>
          <a:xfrm>
            <a:off x="2911475" y="5970588"/>
            <a:ext cx="4464050" cy="519112"/>
            <a:chOff x="1834" y="3761"/>
            <a:chExt cx="2812" cy="327"/>
          </a:xfrm>
        </p:grpSpPr>
        <p:sp>
          <p:nvSpPr>
            <p:cNvPr id="90132" name="文本框 1384469"/>
            <p:cNvSpPr txBox="1"/>
            <p:nvPr/>
          </p:nvSpPr>
          <p:spPr>
            <a:xfrm>
              <a:off x="1834" y="3761"/>
              <a:ext cx="28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应满足</a:t>
              </a: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178</a:t>
              </a:r>
              <a:r>
                <a:rPr lang="en-US" altLang="zh-CN" i="1" err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w(C</a:t>
              </a:r>
              <a:r>
                <a:rPr lang="en-US" altLang="zh-CN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   </a:t>
              </a: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192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90133" name="对象 1384472"/>
            <p:cNvGraphicFramePr/>
            <p:nvPr/>
          </p:nvGraphicFramePr>
          <p:xfrm>
            <a:off x="2923" y="3860"/>
            <a:ext cx="144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7" name="" r:id="rId5" imgW="228600" imgH="279400" progId="Equation.3">
                    <p:embed/>
                  </p:oleObj>
                </mc:Choice>
                <mc:Fallback>
                  <p:oleObj name="" r:id="rId5" imgW="228600" imgH="279400" progId="Equation.3">
                    <p:embed/>
                    <p:pic>
                      <p:nvPicPr>
                        <p:cNvPr id="0" name="图片 356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23" y="3860"/>
                          <a:ext cx="144" cy="1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34" name="对象 1384474"/>
            <p:cNvGraphicFramePr/>
            <p:nvPr/>
          </p:nvGraphicFramePr>
          <p:xfrm>
            <a:off x="3504" y="3867"/>
            <a:ext cx="144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8" name="" r:id="rId7" imgW="228600" imgH="279400" progId="Equation.3">
                    <p:embed/>
                  </p:oleObj>
                </mc:Choice>
                <mc:Fallback>
                  <p:oleObj name="" r:id="rId7" imgW="228600" imgH="279400" progId="Equation.3">
                    <p:embed/>
                    <p:pic>
                      <p:nvPicPr>
                        <p:cNvPr id="0" name="图片 356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04" y="3867"/>
                          <a:ext cx="144" cy="1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5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445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5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445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8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8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8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8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8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8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8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6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8446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84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4452" grpId="0"/>
      <p:bldP spid="1384453" grpId="0"/>
      <p:bldP spid="1384454" grpId="0"/>
      <p:bldP spid="1384455" grpId="0"/>
      <p:bldP spid="1384456" grpId="0"/>
      <p:bldP spid="1384463" grpId="0"/>
      <p:bldP spid="1384464" grpId="0"/>
      <p:bldP spid="1384465" grpId="0"/>
      <p:bldP spid="1384466" grpId="0"/>
      <p:bldP spid="138446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5474" name="标题 1385473"/>
          <p:cNvSpPr>
            <a:spLocks noGrp="1"/>
          </p:cNvSpPr>
          <p:nvPr>
            <p:ph type="title"/>
          </p:nvPr>
        </p:nvSpPr>
        <p:spPr>
          <a:xfrm>
            <a:off x="914400" y="476250"/>
            <a:ext cx="7696200" cy="1143000"/>
          </a:xfrm>
        </p:spPr>
        <p:txBody>
          <a:bodyPr anchor="ctr"/>
          <a:p>
            <a:r>
              <a:rPr lang="en-US" altLang="zh-CN" sz="3200" dirty="0"/>
              <a:t>6. </a:t>
            </a:r>
            <a:r>
              <a:rPr lang="zh-CN" altLang="en-US" sz="3200" dirty="0"/>
              <a:t>最佳灾情巡视路线的模型的建立与求解</a:t>
            </a:r>
            <a:endParaRPr lang="zh-CN" altLang="en-US" sz="3200" dirty="0"/>
          </a:p>
        </p:txBody>
      </p:sp>
      <p:pic>
        <p:nvPicPr>
          <p:cNvPr id="1385476" name="图片 13854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733550"/>
            <a:ext cx="5143500" cy="400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85478" name="文本框 1385477"/>
          <p:cNvSpPr txBox="1"/>
          <p:nvPr/>
        </p:nvSpPr>
        <p:spPr>
          <a:xfrm>
            <a:off x="6300788" y="1484313"/>
            <a:ext cx="24479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问题转化为在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5479" name="文本框 1385478"/>
          <p:cNvSpPr txBox="1"/>
          <p:nvPr/>
        </p:nvSpPr>
        <p:spPr>
          <a:xfrm>
            <a:off x="6300788" y="1916113"/>
            <a:ext cx="25193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给定的加权网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5480" name="文本框 1385479"/>
          <p:cNvSpPr txBox="1"/>
          <p:nvPr/>
        </p:nvSpPr>
        <p:spPr>
          <a:xfrm>
            <a:off x="6300788" y="2333625"/>
            <a:ext cx="24479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络图中寻找从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5481" name="文本框 1385480"/>
          <p:cNvSpPr txBox="1"/>
          <p:nvPr/>
        </p:nvSpPr>
        <p:spPr>
          <a:xfrm>
            <a:off x="6300788" y="2781300"/>
            <a:ext cx="25193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给定点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出发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5482" name="文本框 1385481"/>
          <p:cNvSpPr txBox="1"/>
          <p:nvPr/>
        </p:nvSpPr>
        <p:spPr>
          <a:xfrm>
            <a:off x="6300788" y="3141663"/>
            <a:ext cx="23764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行遍所有顶点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5483" name="文本框 1385482"/>
          <p:cNvSpPr txBox="1"/>
          <p:nvPr/>
        </p:nvSpPr>
        <p:spPr>
          <a:xfrm>
            <a:off x="6300788" y="3573463"/>
            <a:ext cx="25193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至少一次再回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5484" name="文本框 1385483"/>
          <p:cNvSpPr txBox="1"/>
          <p:nvPr/>
        </p:nvSpPr>
        <p:spPr>
          <a:xfrm>
            <a:off x="6300788" y="4005263"/>
            <a:ext cx="24479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回到点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 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使得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5485" name="文本框 1385484"/>
          <p:cNvSpPr txBox="1"/>
          <p:nvPr/>
        </p:nvSpPr>
        <p:spPr>
          <a:xfrm>
            <a:off x="6227763" y="4437063"/>
            <a:ext cx="27368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总权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路程或时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5486" name="文本框 1385485"/>
          <p:cNvSpPr txBox="1"/>
          <p:nvPr/>
        </p:nvSpPr>
        <p:spPr>
          <a:xfrm>
            <a:off x="6300788" y="4854575"/>
            <a:ext cx="22320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时间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最小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即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5487" name="文本框 1385486"/>
          <p:cNvSpPr txBox="1"/>
          <p:nvPr/>
        </p:nvSpPr>
        <p:spPr>
          <a:xfrm>
            <a:off x="6227763" y="5229225"/>
            <a:ext cx="25209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最佳旅行售货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5488" name="文本框 1385487"/>
          <p:cNvSpPr txBox="1"/>
          <p:nvPr/>
        </p:nvSpPr>
        <p:spPr>
          <a:xfrm>
            <a:off x="6227763" y="5661025"/>
            <a:ext cx="26638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员问题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7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547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8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548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8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548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8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8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8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8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8548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8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8548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5474" grpId="0"/>
      <p:bldP spid="1385478" grpId="0"/>
      <p:bldP spid="1385480" grpId="0"/>
      <p:bldP spid="1385483" grpId="0"/>
      <p:bldP spid="1385484" grpId="0"/>
      <p:bldP spid="1385485" grpId="0"/>
      <p:bldP spid="138548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6500" name="文本框 1386499"/>
          <p:cNvSpPr txBox="1"/>
          <p:nvPr/>
        </p:nvSpPr>
        <p:spPr>
          <a:xfrm>
            <a:off x="1042988" y="476250"/>
            <a:ext cx="76327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最佳旅行售货员问题是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NP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完全问题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采用一种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6501" name="文本框 1386500"/>
          <p:cNvSpPr txBox="1"/>
          <p:nvPr/>
        </p:nvSpPr>
        <p:spPr>
          <a:xfrm>
            <a:off x="684213" y="908050"/>
            <a:ext cx="77771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近似算法求其一个近似最优解，来代替最优解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6502" name="文本框 1386501"/>
          <p:cNvSpPr txBox="1"/>
          <p:nvPr/>
        </p:nvSpPr>
        <p:spPr>
          <a:xfrm>
            <a:off x="1042988" y="1541463"/>
            <a:ext cx="7848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算法一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求加权图的最佳旅行售货员回路近似算法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6503" name="文本框 1386502"/>
          <p:cNvSpPr txBox="1"/>
          <p:nvPr/>
        </p:nvSpPr>
        <p:spPr>
          <a:xfrm>
            <a:off x="755650" y="1973263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用图论软件包求出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中任意两个顶点间的最短路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86525" name="组合 1386524"/>
          <p:cNvGrpSpPr/>
          <p:nvPr/>
        </p:nvGrpSpPr>
        <p:grpSpPr>
          <a:xfrm>
            <a:off x="827088" y="2405063"/>
            <a:ext cx="7993062" cy="519112"/>
            <a:chOff x="521" y="1706"/>
            <a:chExt cx="5035" cy="327"/>
          </a:xfrm>
        </p:grpSpPr>
        <p:sp>
          <p:nvSpPr>
            <p:cNvPr id="92166" name="文本框 1386503"/>
            <p:cNvSpPr txBox="1"/>
            <p:nvPr/>
          </p:nvSpPr>
          <p:spPr>
            <a:xfrm>
              <a:off x="521" y="1706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构造出完全图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92167" name="对象 1386506"/>
            <p:cNvGraphicFramePr/>
            <p:nvPr/>
          </p:nvGraphicFramePr>
          <p:xfrm>
            <a:off x="2154" y="1752"/>
            <a:ext cx="286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9" name="" r:id="rId1" imgW="4542790" imgH="405765" progId="Equation.3">
                    <p:embed/>
                  </p:oleObj>
                </mc:Choice>
                <mc:Fallback>
                  <p:oleObj name="" r:id="rId1" imgW="4542790" imgH="405765" progId="Equation.3">
                    <p:embed/>
                    <p:pic>
                      <p:nvPicPr>
                        <p:cNvPr id="0" name="图片 356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54" y="1752"/>
                          <a:ext cx="2864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86512" name="内容占位符 1386511"/>
          <p:cNvGraphicFramePr>
            <a:graphicFrameLocks noGrp="1"/>
          </p:cNvGraphicFramePr>
          <p:nvPr>
            <p:ph/>
          </p:nvPr>
        </p:nvGraphicFramePr>
        <p:xfrm>
          <a:off x="1235075" y="2852738"/>
          <a:ext cx="218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0" name="" r:id="rId3" imgW="2183765" imgH="431800" progId="Equation.3">
                  <p:embed/>
                </p:oleObj>
              </mc:Choice>
              <mc:Fallback>
                <p:oleObj name="" r:id="rId3" imgW="2183765" imgH="431800" progId="Equation.3">
                  <p:embed/>
                  <p:pic>
                    <p:nvPicPr>
                      <p:cNvPr id="0" name="图片 356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5075" y="2852738"/>
                        <a:ext cx="2184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9" name="矩形 1386515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86526" name="组合 1386525"/>
          <p:cNvGrpSpPr/>
          <p:nvPr/>
        </p:nvGrpSpPr>
        <p:grpSpPr>
          <a:xfrm>
            <a:off x="776288" y="3197225"/>
            <a:ext cx="7993062" cy="519113"/>
            <a:chOff x="489" y="2331"/>
            <a:chExt cx="5035" cy="327"/>
          </a:xfrm>
        </p:grpSpPr>
        <p:sp>
          <p:nvSpPr>
            <p:cNvPr id="92171" name="文本框 1386513"/>
            <p:cNvSpPr txBox="1"/>
            <p:nvPr/>
          </p:nvSpPr>
          <p:spPr>
            <a:xfrm>
              <a:off x="489" y="2331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marL="342900" indent="-342900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2)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输入图     的一个初始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圈；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92172" name="对象 1386514"/>
            <p:cNvGraphicFramePr/>
            <p:nvPr/>
          </p:nvGraphicFramePr>
          <p:xfrm>
            <a:off x="1518" y="2403"/>
            <a:ext cx="22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1" name="" r:id="rId5" imgW="368300" imgH="330200" progId="Equation.3">
                    <p:embed/>
                  </p:oleObj>
                </mc:Choice>
                <mc:Fallback>
                  <p:oleObj name="" r:id="rId5" imgW="368300" imgH="330200" progId="Equation.3">
                    <p:embed/>
                    <p:pic>
                      <p:nvPicPr>
                        <p:cNvPr id="0" name="图片 357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18" y="2403"/>
                          <a:ext cx="228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86517" name="文本框 1386516"/>
          <p:cNvSpPr txBox="1"/>
          <p:nvPr/>
        </p:nvSpPr>
        <p:spPr>
          <a:xfrm>
            <a:off x="788988" y="3611563"/>
            <a:ext cx="81359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用对角线完全算法（见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[3]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）产生一个初始圈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86527" name="组合 1386526"/>
          <p:cNvGrpSpPr/>
          <p:nvPr/>
        </p:nvGrpSpPr>
        <p:grpSpPr>
          <a:xfrm>
            <a:off x="755650" y="4133850"/>
            <a:ext cx="7993063" cy="519113"/>
            <a:chOff x="521" y="2967"/>
            <a:chExt cx="5035" cy="327"/>
          </a:xfrm>
        </p:grpSpPr>
        <p:sp>
          <p:nvSpPr>
            <p:cNvPr id="92175" name="文本框 1386517"/>
            <p:cNvSpPr txBox="1"/>
            <p:nvPr/>
          </p:nvSpPr>
          <p:spPr>
            <a:xfrm>
              <a:off x="521" y="2967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marL="342900" indent="-342900"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4)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随机搜索出    中若干个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圈，例如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2000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个；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92176" name="对象 1386521"/>
            <p:cNvGraphicFramePr/>
            <p:nvPr/>
          </p:nvGraphicFramePr>
          <p:xfrm>
            <a:off x="1972" y="3022"/>
            <a:ext cx="228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2" name="" r:id="rId7" imgW="368300" imgH="330200" progId="Equation.3">
                    <p:embed/>
                  </p:oleObj>
                </mc:Choice>
                <mc:Fallback>
                  <p:oleObj name="" r:id="rId7" imgW="368300" imgH="330200" progId="Equation.3">
                    <p:embed/>
                    <p:pic>
                      <p:nvPicPr>
                        <p:cNvPr id="0" name="图片 357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72" y="3022"/>
                          <a:ext cx="228" cy="2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86524" name="文本框 1386523"/>
          <p:cNvSpPr txBox="1"/>
          <p:nvPr/>
        </p:nvSpPr>
        <p:spPr>
          <a:xfrm>
            <a:off x="755650" y="4606925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对第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步所得的每个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圈，用二边逐次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6528" name="文本框 1386527"/>
          <p:cNvSpPr txBox="1"/>
          <p:nvPr/>
        </p:nvSpPr>
        <p:spPr>
          <a:xfrm>
            <a:off x="1116013" y="5051425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修正法进行优化，得到近似最优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6529" name="文本框 1386528"/>
          <p:cNvSpPr txBox="1"/>
          <p:nvPr/>
        </p:nvSpPr>
        <p:spPr>
          <a:xfrm>
            <a:off x="755650" y="5541963"/>
            <a:ext cx="80660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342900" indent="-34290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6)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在第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步求出的所有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圈中，找出权最小的一个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6530" name="文本框 1386529"/>
          <p:cNvSpPr txBox="1"/>
          <p:nvPr/>
        </p:nvSpPr>
        <p:spPr>
          <a:xfrm>
            <a:off x="1116013" y="6005513"/>
            <a:ext cx="56165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此即要找的最优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圈的近似解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6533" name="文本框 1386532"/>
          <p:cNvSpPr txBox="1"/>
          <p:nvPr/>
        </p:nvSpPr>
        <p:spPr>
          <a:xfrm>
            <a:off x="611188" y="188913"/>
            <a:ext cx="7993062" cy="11604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6534" name="文本框 1386533"/>
          <p:cNvSpPr txBox="1"/>
          <p:nvPr/>
        </p:nvSpPr>
        <p:spPr>
          <a:xfrm>
            <a:off x="900113" y="273050"/>
            <a:ext cx="79200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因二边逐次修正法的结果与初始圈有关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故本算法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6535" name="文本框 1386534"/>
          <p:cNvSpPr txBox="1"/>
          <p:nvPr/>
        </p:nvSpPr>
        <p:spPr>
          <a:xfrm>
            <a:off x="827088" y="684213"/>
            <a:ext cx="79930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2)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3)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4)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步分别用三种方法产生初始圈，以保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6536" name="文本框 1386535"/>
          <p:cNvSpPr txBox="1"/>
          <p:nvPr/>
        </p:nvSpPr>
        <p:spPr>
          <a:xfrm>
            <a:off x="755650" y="1077913"/>
            <a:ext cx="79930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证能得到较优的计算结果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6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86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86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28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86528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2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8652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8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8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8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35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86535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3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8653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6500" grpId="0"/>
      <p:bldP spid="1386501" grpId="0"/>
      <p:bldP spid="1386502" grpId="0"/>
      <p:bldP spid="1386503" grpId="0"/>
      <p:bldP spid="1386517" grpId="0"/>
      <p:bldP spid="1386524" grpId="0"/>
      <p:bldP spid="1386530" grpId="0"/>
      <p:bldP spid="1386533" grpId="0" animBg="1"/>
      <p:bldP spid="138653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9572" name="文本框 1389571"/>
          <p:cNvSpPr txBox="1"/>
          <p:nvPr/>
        </p:nvSpPr>
        <p:spPr>
          <a:xfrm>
            <a:off x="1116013" y="476250"/>
            <a:ext cx="77771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问题一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若分为三组巡视，设计总路程最短且各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9573" name="文本框 1389572"/>
          <p:cNvSpPr txBox="1"/>
          <p:nvPr/>
        </p:nvSpPr>
        <p:spPr>
          <a:xfrm>
            <a:off x="827088" y="981075"/>
            <a:ext cx="80660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组尽可能均衡的巡视路线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187" name="文本框 1389573"/>
          <p:cNvSpPr txBox="1"/>
          <p:nvPr/>
        </p:nvSpPr>
        <p:spPr>
          <a:xfrm>
            <a:off x="755650" y="1700213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89575" name="内容占位符 1389574"/>
          <p:cNvGraphicFramePr>
            <a:graphicFrameLocks noGrp="1"/>
          </p:cNvGraphicFramePr>
          <p:nvPr>
            <p:ph sz="quarter"/>
          </p:nvPr>
        </p:nvGraphicFramePr>
        <p:xfrm>
          <a:off x="601663" y="1885950"/>
          <a:ext cx="8002587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4" name="" r:id="rId1" imgW="8121650" imgH="777240" progId="Word.Document.8">
                  <p:embed/>
                </p:oleObj>
              </mc:Choice>
              <mc:Fallback>
                <p:oleObj name="" r:id="rId1" imgW="8121650" imgH="777240" progId="Word.Document.8">
                  <p:embed/>
                  <p:pic>
                    <p:nvPicPr>
                      <p:cNvPr id="0" name="图片 357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1663" y="1885950"/>
                        <a:ext cx="8002587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9581" name="内容占位符 1389580"/>
          <p:cNvGraphicFramePr>
            <a:graphicFrameLocks noGrp="1"/>
          </p:cNvGraphicFramePr>
          <p:nvPr>
            <p:ph sz="quarter"/>
          </p:nvPr>
        </p:nvGraphicFramePr>
        <p:xfrm>
          <a:off x="838200" y="2297113"/>
          <a:ext cx="6408738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7" name="" r:id="rId3" imgW="7181215" imgH="1188720" progId="Word.Document.8">
                  <p:embed/>
                </p:oleObj>
              </mc:Choice>
              <mc:Fallback>
                <p:oleObj name="" r:id="rId3" imgW="7181215" imgH="1188720" progId="Word.Document.8">
                  <p:embed/>
                  <p:pic>
                    <p:nvPicPr>
                      <p:cNvPr id="0" name="图片 35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2297113"/>
                        <a:ext cx="6408738" cy="1058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9584" name="内容占位符 1389583"/>
          <p:cNvGraphicFramePr>
            <a:graphicFrameLocks noGrp="1"/>
          </p:cNvGraphicFramePr>
          <p:nvPr>
            <p:ph sz="quarter"/>
          </p:nvPr>
        </p:nvGraphicFramePr>
        <p:xfrm>
          <a:off x="762000" y="2836863"/>
          <a:ext cx="46101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6" name="" r:id="rId5" imgW="5013960" imgH="777240" progId="Word.Document.8">
                  <p:embed/>
                </p:oleObj>
              </mc:Choice>
              <mc:Fallback>
                <p:oleObj name="" r:id="rId5" imgW="5013960" imgH="777240" progId="Word.Document.8">
                  <p:embed/>
                  <p:pic>
                    <p:nvPicPr>
                      <p:cNvPr id="0" name="图片 35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0" y="2836863"/>
                        <a:ext cx="4610100" cy="704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9577" name="文本框 1389576"/>
          <p:cNvSpPr txBox="1"/>
          <p:nvPr/>
        </p:nvSpPr>
        <p:spPr>
          <a:xfrm>
            <a:off x="1116013" y="1438275"/>
            <a:ext cx="74882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此问题是多个售货员的最佳旅行售货员问题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89589" name="内容占位符 1389588"/>
          <p:cNvGraphicFramePr>
            <a:graphicFrameLocks noGrp="1"/>
          </p:cNvGraphicFramePr>
          <p:nvPr>
            <p:ph sz="quarter"/>
          </p:nvPr>
        </p:nvGraphicFramePr>
        <p:xfrm>
          <a:off x="5292725" y="2625725"/>
          <a:ext cx="2808288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" name="" r:id="rId7" imgW="3404870" imgH="1371600" progId="Word.Document.8">
                  <p:embed/>
                </p:oleObj>
              </mc:Choice>
              <mc:Fallback>
                <p:oleObj name="" r:id="rId7" imgW="3404870" imgH="1371600" progId="Word.Document.8">
                  <p:embed/>
                  <p:pic>
                    <p:nvPicPr>
                      <p:cNvPr id="0" name="图片 35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92725" y="2625725"/>
                        <a:ext cx="2808288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9607" name="对象 1389606"/>
          <p:cNvGraphicFramePr/>
          <p:nvPr/>
        </p:nvGraphicFramePr>
        <p:xfrm>
          <a:off x="663575" y="3325813"/>
          <a:ext cx="7927975" cy="263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" name="" r:id="rId9" imgW="7400290" imgH="2792095" progId="Word.Document.8">
                  <p:embed/>
                </p:oleObj>
              </mc:Choice>
              <mc:Fallback>
                <p:oleObj name="" r:id="rId9" imgW="7400290" imgH="2792095" progId="Word.Document.8">
                  <p:embed/>
                  <p:pic>
                    <p:nvPicPr>
                      <p:cNvPr id="0" name="图片 35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3575" y="3325813"/>
                        <a:ext cx="7927975" cy="2636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9611" name="组合 1389610"/>
          <p:cNvGrpSpPr/>
          <p:nvPr/>
        </p:nvGrpSpPr>
        <p:grpSpPr>
          <a:xfrm>
            <a:off x="868363" y="5578475"/>
            <a:ext cx="2767012" cy="1058863"/>
            <a:chOff x="547" y="3514"/>
            <a:chExt cx="1743" cy="667"/>
          </a:xfrm>
        </p:grpSpPr>
        <p:sp>
          <p:nvSpPr>
            <p:cNvPr id="93195" name="文本框 1389607"/>
            <p:cNvSpPr txBox="1"/>
            <p:nvPr/>
          </p:nvSpPr>
          <p:spPr>
            <a:xfrm>
              <a:off x="547" y="3689"/>
              <a:ext cx="9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4)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93196" name="对象 1389608"/>
            <p:cNvGraphicFramePr/>
            <p:nvPr/>
          </p:nvGraphicFramePr>
          <p:xfrm>
            <a:off x="895" y="3514"/>
            <a:ext cx="1395" cy="6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3" name="" r:id="rId11" imgW="2222500" imgH="1066800" progId="Equation.3">
                    <p:embed/>
                  </p:oleObj>
                </mc:Choice>
                <mc:Fallback>
                  <p:oleObj name="" r:id="rId11" imgW="2222500" imgH="1066800" progId="Equation.3">
                    <p:embed/>
                    <p:pic>
                      <p:nvPicPr>
                        <p:cNvPr id="0" name="图片 357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95" y="3514"/>
                          <a:ext cx="1395" cy="6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9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89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9572" grpId="0"/>
      <p:bldP spid="1389573" grpId="0"/>
      <p:bldP spid="138957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9" name="文本框 1394691"/>
          <p:cNvSpPr txBox="1"/>
          <p:nvPr/>
        </p:nvSpPr>
        <p:spPr>
          <a:xfrm>
            <a:off x="611188" y="549275"/>
            <a:ext cx="80660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94696" name="内容占位符 1394695"/>
          <p:cNvGraphicFramePr>
            <a:graphicFrameLocks noGrp="1"/>
          </p:cNvGraphicFramePr>
          <p:nvPr>
            <p:ph sz="half"/>
          </p:nvPr>
        </p:nvGraphicFramePr>
        <p:xfrm>
          <a:off x="827088" y="547688"/>
          <a:ext cx="7623175" cy="216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" name="" r:id="rId1" imgW="8314690" imgH="2208530" progId="Word.Document.8">
                  <p:embed/>
                </p:oleObj>
              </mc:Choice>
              <mc:Fallback>
                <p:oleObj name="" r:id="rId1" imgW="8314690" imgH="2208530" progId="Word.Document.8">
                  <p:embed/>
                  <p:pic>
                    <p:nvPicPr>
                      <p:cNvPr id="0" name="图片 35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547688"/>
                        <a:ext cx="7623175" cy="2160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4702" name="内容占位符 1394701"/>
          <p:cNvGraphicFramePr>
            <a:graphicFrameLocks noGrp="1"/>
          </p:cNvGraphicFramePr>
          <p:nvPr>
            <p:ph sz="half"/>
          </p:nvPr>
        </p:nvGraphicFramePr>
        <p:xfrm>
          <a:off x="822325" y="2451100"/>
          <a:ext cx="7772400" cy="197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0" name="" r:id="rId3" imgW="7506970" imgH="1908175" progId="Word.Document.8">
                  <p:embed/>
                </p:oleObj>
              </mc:Choice>
              <mc:Fallback>
                <p:oleObj name="" r:id="rId3" imgW="7506970" imgH="1908175" progId="Word.Document.8">
                  <p:embed/>
                  <p:pic>
                    <p:nvPicPr>
                      <p:cNvPr id="0" name="图片 35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2325" y="2451100"/>
                        <a:ext cx="7772400" cy="1974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4706" name="文本框 1394705"/>
          <p:cNvSpPr txBox="1"/>
          <p:nvPr/>
        </p:nvSpPr>
        <p:spPr>
          <a:xfrm>
            <a:off x="755650" y="4133850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此问题包含两方面：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对顶点分组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b)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在每组中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4709" name="文本框 1394708"/>
          <p:cNvSpPr txBox="1"/>
          <p:nvPr/>
        </p:nvSpPr>
        <p:spPr>
          <a:xfrm>
            <a:off x="755650" y="4638675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单个售货员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最佳旅行售货员回路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4710" name="文本框 1394709"/>
          <p:cNvSpPr txBox="1"/>
          <p:nvPr/>
        </p:nvSpPr>
        <p:spPr>
          <a:xfrm>
            <a:off x="755650" y="5070475"/>
            <a:ext cx="79216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因单个售货员的最佳旅行售货员回路问题不存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4711" name="文本框 1394710"/>
          <p:cNvSpPr txBox="1"/>
          <p:nvPr/>
        </p:nvSpPr>
        <p:spPr>
          <a:xfrm>
            <a:off x="757238" y="5789613"/>
            <a:ext cx="81359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存在多项式时间内的精确算法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4713" name="文本框 1394712"/>
          <p:cNvSpPr txBox="1"/>
          <p:nvPr/>
        </p:nvSpPr>
        <p:spPr>
          <a:xfrm>
            <a:off x="1238250" y="5373688"/>
            <a:ext cx="18002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故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多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4714" name="文本框 1394713"/>
          <p:cNvSpPr txBox="1"/>
          <p:nvPr/>
        </p:nvSpPr>
        <p:spPr>
          <a:xfrm>
            <a:off x="7431088" y="5430838"/>
            <a:ext cx="10080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也不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9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9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706" grpId="0"/>
      <p:bldP spid="1394709" grpId="0"/>
      <p:bldP spid="1394710" grpId="0"/>
      <p:bldP spid="1394711" grpId="0"/>
      <p:bldP spid="1394713" grpId="0"/>
      <p:bldP spid="1394714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7764" name="文本框 1397763"/>
          <p:cNvSpPr txBox="1"/>
          <p:nvPr/>
        </p:nvSpPr>
        <p:spPr>
          <a:xfrm>
            <a:off x="827088" y="677863"/>
            <a:ext cx="7848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而图中节点数较多，为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个，我们只能去寻求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7765" name="文本框 1397764"/>
          <p:cNvSpPr txBox="1"/>
          <p:nvPr/>
        </p:nvSpPr>
        <p:spPr>
          <a:xfrm>
            <a:off x="755650" y="1254125"/>
            <a:ext cx="81375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一种较合理的划分准则，对图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进行粗步划分后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7766" name="文本框 1397765"/>
          <p:cNvSpPr txBox="1"/>
          <p:nvPr/>
        </p:nvSpPr>
        <p:spPr>
          <a:xfrm>
            <a:off x="827088" y="1830388"/>
            <a:ext cx="79216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出各部分的近似最佳旅行售货员回路的权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再进一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7767" name="文本框 1397766"/>
          <p:cNvSpPr txBox="1"/>
          <p:nvPr/>
        </p:nvSpPr>
        <p:spPr>
          <a:xfrm>
            <a:off x="828675" y="2405063"/>
            <a:ext cx="80645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进一步进行调整，使得各部分满足均衡性条件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3).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7768" name="文本框 1397767"/>
          <p:cNvSpPr txBox="1"/>
          <p:nvPr/>
        </p:nvSpPr>
        <p:spPr>
          <a:xfrm>
            <a:off x="900113" y="3054350"/>
            <a:ext cx="77771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从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点出发去其它点，要使路程较小应尽量走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7769" name="文本框 1397768"/>
          <p:cNvSpPr txBox="1"/>
          <p:nvPr/>
        </p:nvSpPr>
        <p:spPr>
          <a:xfrm>
            <a:off x="827088" y="3630613"/>
            <a:ext cx="79930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点到该点的最短路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7770" name="文本框 1397769"/>
          <p:cNvSpPr txBox="1"/>
          <p:nvPr/>
        </p:nvSpPr>
        <p:spPr>
          <a:xfrm>
            <a:off x="827088" y="4133850"/>
            <a:ext cx="79216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故用软件包求出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点到其余顶点的最短路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7771" name="文本框 1397770"/>
          <p:cNvSpPr txBox="1"/>
          <p:nvPr/>
        </p:nvSpPr>
        <p:spPr>
          <a:xfrm>
            <a:off x="755650" y="4710113"/>
            <a:ext cx="7848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这些最短路构成一棵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为树根的树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7772" name="文本框 1397771"/>
          <p:cNvSpPr txBox="1"/>
          <p:nvPr/>
        </p:nvSpPr>
        <p:spPr>
          <a:xfrm>
            <a:off x="1331913" y="5286375"/>
            <a:ext cx="67691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将从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点出发的树枝称为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干枝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6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776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9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9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9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7764" grpId="0"/>
      <p:bldP spid="1397766" grpId="0"/>
      <p:bldP spid="1397767" grpId="0"/>
      <p:bldP spid="1397768" grpId="0"/>
      <p:bldP spid="1397769" grpId="0"/>
      <p:bldP spid="1397770" grpId="0"/>
      <p:bldP spid="1397771" grpId="0"/>
      <p:bldP spid="139777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98788" name="图片 13987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1773238"/>
            <a:ext cx="6985000" cy="4608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8790" name="文本框 1398789"/>
          <p:cNvSpPr txBox="1"/>
          <p:nvPr/>
        </p:nvSpPr>
        <p:spPr>
          <a:xfrm>
            <a:off x="1116013" y="692150"/>
            <a:ext cx="75612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从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点出发到其它点共有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条干枝，它们的名称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791" name="文本框 1398790"/>
          <p:cNvSpPr txBox="1"/>
          <p:nvPr/>
        </p:nvSpPr>
        <p:spPr>
          <a:xfrm>
            <a:off x="754063" y="1268413"/>
            <a:ext cx="68421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分别为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793" name="文本框 1398792"/>
          <p:cNvSpPr txBox="1"/>
          <p:nvPr/>
        </p:nvSpPr>
        <p:spPr>
          <a:xfrm>
            <a:off x="684213" y="549275"/>
            <a:ext cx="8064500" cy="11604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794" name="文本框 1398793"/>
          <p:cNvSpPr txBox="1"/>
          <p:nvPr/>
        </p:nvSpPr>
        <p:spPr>
          <a:xfrm>
            <a:off x="611188" y="404813"/>
            <a:ext cx="806608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在分组时应遵从准则：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262" name="文本框 1398794"/>
          <p:cNvSpPr txBox="1"/>
          <p:nvPr/>
        </p:nvSpPr>
        <p:spPr>
          <a:xfrm>
            <a:off x="539750" y="404813"/>
            <a:ext cx="8280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798" name="文本框 1398797"/>
          <p:cNvSpPr txBox="1"/>
          <p:nvPr/>
        </p:nvSpPr>
        <p:spPr>
          <a:xfrm>
            <a:off x="539750" y="461963"/>
            <a:ext cx="6337300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799" name="文本框 1398798"/>
          <p:cNvSpPr txBox="1"/>
          <p:nvPr/>
        </p:nvSpPr>
        <p:spPr>
          <a:xfrm>
            <a:off x="466725" y="388938"/>
            <a:ext cx="845978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准则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尽量使同一干枝上及其分枝上的点分在同一组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803" name="文本框 1398802"/>
          <p:cNvSpPr txBox="1"/>
          <p:nvPr/>
        </p:nvSpPr>
        <p:spPr>
          <a:xfrm>
            <a:off x="754063" y="908050"/>
            <a:ext cx="80660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准则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应将相邻的干枝上的点分在同一组；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266" name="文本框 1398803"/>
          <p:cNvSpPr txBox="1"/>
          <p:nvPr/>
        </p:nvSpPr>
        <p:spPr>
          <a:xfrm>
            <a:off x="9051925" y="6445250"/>
            <a:ext cx="1841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805" name="文本框 1398804"/>
          <p:cNvSpPr txBox="1"/>
          <p:nvPr/>
        </p:nvSpPr>
        <p:spPr>
          <a:xfrm>
            <a:off x="755650" y="1341438"/>
            <a:ext cx="79930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准则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尽量将长的干枝与短的干枝分在同一组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806" name="文本框 1398805"/>
          <p:cNvSpPr txBox="1"/>
          <p:nvPr/>
        </p:nvSpPr>
        <p:spPr>
          <a:xfrm>
            <a:off x="539750" y="-26987"/>
            <a:ext cx="8280400" cy="18018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808" name="文本框 1398807"/>
          <p:cNvSpPr txBox="1"/>
          <p:nvPr/>
        </p:nvSpPr>
        <p:spPr>
          <a:xfrm>
            <a:off x="1116013" y="333375"/>
            <a:ext cx="74882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由上述分组准则，我们找到两种分组形式如下：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809" name="文本框 1398808"/>
          <p:cNvSpPr txBox="1"/>
          <p:nvPr/>
        </p:nvSpPr>
        <p:spPr>
          <a:xfrm>
            <a:off x="971550" y="836613"/>
            <a:ext cx="75612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1: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），（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），（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810" name="文本框 1398809"/>
          <p:cNvSpPr txBox="1"/>
          <p:nvPr/>
        </p:nvSpPr>
        <p:spPr>
          <a:xfrm>
            <a:off x="971550" y="1268413"/>
            <a:ext cx="77771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2: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），（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），（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8811" name="文本框 1398810"/>
          <p:cNvSpPr txBox="1"/>
          <p:nvPr/>
        </p:nvSpPr>
        <p:spPr>
          <a:xfrm>
            <a:off x="3851275" y="5661025"/>
            <a:ext cx="49688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极不均衡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故考虑分组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879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9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9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9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9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9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9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98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98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8790" grpId="0"/>
      <p:bldP spid="1398793" grpId="0" animBg="1"/>
      <p:bldP spid="1398794" grpId="0"/>
      <p:bldP spid="1398798" grpId="0" animBg="1"/>
      <p:bldP spid="1398799" grpId="0"/>
      <p:bldP spid="1398803" grpId="0"/>
      <p:bldP spid="1398805" grpId="0"/>
      <p:bldP spid="1398806" grpId="0" animBg="1"/>
      <p:bldP spid="1398808" grpId="0"/>
      <p:bldP spid="1398809" grpId="0"/>
      <p:bldP spid="1398810" grpId="0"/>
      <p:bldP spid="139881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00836" name="图片 14008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15888"/>
            <a:ext cx="7200900" cy="467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00837" name="文本框 1400836"/>
          <p:cNvSpPr txBox="1"/>
          <p:nvPr/>
        </p:nvSpPr>
        <p:spPr>
          <a:xfrm>
            <a:off x="4140200" y="4076700"/>
            <a:ext cx="460851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2:(①,②),(③,④),(⑤,⑥)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0838" name="文本框 1400837"/>
          <p:cNvSpPr txBox="1"/>
          <p:nvPr/>
        </p:nvSpPr>
        <p:spPr>
          <a:xfrm>
            <a:off x="755650" y="4581525"/>
            <a:ext cx="7993063" cy="9461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对分组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中每组顶点的生成子图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用算法一求出近似最优解及相应的巡视路线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0839" name="文本框 1400838"/>
          <p:cNvSpPr txBox="1"/>
          <p:nvPr/>
        </p:nvSpPr>
        <p:spPr>
          <a:xfrm>
            <a:off x="755650" y="5445125"/>
            <a:ext cx="8064500" cy="9461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在每个子图所构造的完全图中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取一个尽量包含上图中树上的边的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圈作为其第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步输入的初始圈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0837" grpId="0"/>
      <p:bldP spid="1400838" grpId="0"/>
      <p:bldP spid="1400839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99815" name="图片 13998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15888"/>
            <a:ext cx="7200900" cy="4535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9914" name="文本框 1399913"/>
          <p:cNvSpPr txBox="1"/>
          <p:nvPr/>
        </p:nvSpPr>
        <p:spPr>
          <a:xfrm>
            <a:off x="5940425" y="3644900"/>
            <a:ext cx="273685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的近似解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8307" name="文本框 1399914"/>
          <p:cNvSpPr txBox="1"/>
          <p:nvPr/>
        </p:nvSpPr>
        <p:spPr>
          <a:xfrm>
            <a:off x="900113" y="4508500"/>
            <a:ext cx="77041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99916" name="内容占位符 1399915"/>
          <p:cNvGraphicFramePr>
            <a:graphicFrameLocks noGrp="1"/>
          </p:cNvGraphicFramePr>
          <p:nvPr>
            <p:ph/>
          </p:nvPr>
        </p:nvGraphicFramePr>
        <p:xfrm>
          <a:off x="827088" y="4589463"/>
          <a:ext cx="7561262" cy="226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" name="" r:id="rId2" imgW="5394960" imgH="1746250" progId="Word.Document.8">
                  <p:embed/>
                </p:oleObj>
              </mc:Choice>
              <mc:Fallback>
                <p:oleObj name="" r:id="rId2" imgW="5394960" imgH="1746250" progId="Word.Document.8">
                  <p:embed/>
                  <p:pic>
                    <p:nvPicPr>
                      <p:cNvPr id="0" name="图片 353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7088" y="4589463"/>
                        <a:ext cx="7561262" cy="2268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9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9914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885" name="矩形 1402884"/>
          <p:cNvSpPr/>
          <p:nvPr/>
        </p:nvSpPr>
        <p:spPr>
          <a:xfrm>
            <a:off x="1122363" y="823913"/>
            <a:ext cx="36655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indent="26670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因为该分组的均衡度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402884" name="对象 1402883"/>
          <p:cNvGraphicFramePr/>
          <p:nvPr/>
        </p:nvGraphicFramePr>
        <p:xfrm>
          <a:off x="1081088" y="1484313"/>
          <a:ext cx="6370637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9" name="" r:id="rId1" imgW="6362700" imgH="1143000" progId="Equation.3">
                  <p:embed/>
                </p:oleObj>
              </mc:Choice>
              <mc:Fallback>
                <p:oleObj name="" r:id="rId1" imgW="6362700" imgH="1143000" progId="Equation.3">
                  <p:embed/>
                  <p:pic>
                    <p:nvPicPr>
                      <p:cNvPr id="0" name="图片 35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81088" y="1484313"/>
                        <a:ext cx="6370637" cy="1135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886" name="矩形 1402885"/>
          <p:cNvSpPr/>
          <p:nvPr/>
        </p:nvSpPr>
        <p:spPr>
          <a:xfrm>
            <a:off x="679450" y="2420938"/>
            <a:ext cx="4468813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r>
              <a:rPr lang="en-US" alt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所以此分法的均衡性很差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2887" name="文本框 1402886"/>
          <p:cNvSpPr txBox="1"/>
          <p:nvPr/>
        </p:nvSpPr>
        <p:spPr>
          <a:xfrm>
            <a:off x="900113" y="3357563"/>
            <a:ext cx="7848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为改善均衡性，将第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Ⅱ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组中的顶点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,2,3,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,4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2888" name="文本框 1402887"/>
          <p:cNvSpPr txBox="1"/>
          <p:nvPr/>
        </p:nvSpPr>
        <p:spPr>
          <a:xfrm>
            <a:off x="827088" y="4221163"/>
            <a:ext cx="79216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分给第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Ⅲ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组（顶点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为这两组的公共点），重新分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2889" name="文本框 1402888"/>
          <p:cNvSpPr txBox="1"/>
          <p:nvPr/>
        </p:nvSpPr>
        <p:spPr>
          <a:xfrm>
            <a:off x="827088" y="4997450"/>
            <a:ext cx="64087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分组后的近似最优解见表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885" grpId="0"/>
      <p:bldP spid="1402886" grpId="0"/>
      <p:bldP spid="1402887" grpId="0"/>
      <p:bldP spid="1402888" grpId="0"/>
      <p:bldP spid="140288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03908" name="图片 14039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260350"/>
            <a:ext cx="7200900" cy="4248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354" name="文本框 1403909"/>
          <p:cNvSpPr txBox="1"/>
          <p:nvPr/>
        </p:nvSpPr>
        <p:spPr>
          <a:xfrm>
            <a:off x="827088" y="4581525"/>
            <a:ext cx="785018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403911" name="内容占位符 1403910"/>
          <p:cNvGraphicFramePr>
            <a:graphicFrameLocks noGrp="1"/>
          </p:cNvGraphicFramePr>
          <p:nvPr>
            <p:ph/>
          </p:nvPr>
        </p:nvGraphicFramePr>
        <p:xfrm>
          <a:off x="971550" y="4221163"/>
          <a:ext cx="6769100" cy="251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" name="" r:id="rId2" imgW="5350510" imgH="1958340" progId="Word.Document.8">
                  <p:embed/>
                </p:oleObj>
              </mc:Choice>
              <mc:Fallback>
                <p:oleObj name="" r:id="rId2" imgW="5350510" imgH="1958340" progId="Word.Document.8">
                  <p:embed/>
                  <p:pic>
                    <p:nvPicPr>
                      <p:cNvPr id="0" name="图片 353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1550" y="4221163"/>
                        <a:ext cx="6769100" cy="2519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04937" name="对象 1404936"/>
          <p:cNvGraphicFramePr/>
          <p:nvPr/>
        </p:nvGraphicFramePr>
        <p:xfrm>
          <a:off x="1335088" y="1098550"/>
          <a:ext cx="65278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" name="" r:id="rId1" imgW="6540500" imgH="1143000" progId="Equation.3">
                  <p:embed/>
                </p:oleObj>
              </mc:Choice>
              <mc:Fallback>
                <p:oleObj name="" r:id="rId1" imgW="6540500" imgH="1143000" progId="Equation.3">
                  <p:embed/>
                  <p:pic>
                    <p:nvPicPr>
                      <p:cNvPr id="0" name="图片 35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5088" y="1098550"/>
                        <a:ext cx="6527800" cy="1135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4939" name="矩形 1404938"/>
          <p:cNvSpPr/>
          <p:nvPr/>
        </p:nvSpPr>
        <p:spPr>
          <a:xfrm>
            <a:off x="827088" y="569913"/>
            <a:ext cx="34861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因该分组的均衡度 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1379" name="矩形 1404939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4941" name="矩形 1404940"/>
          <p:cNvSpPr/>
          <p:nvPr/>
        </p:nvSpPr>
        <p:spPr>
          <a:xfrm>
            <a:off x="684213" y="2349500"/>
            <a:ext cx="4826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所以这种分法的均衡性较好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4943" name="文本框 1404942"/>
          <p:cNvSpPr txBox="1"/>
          <p:nvPr/>
        </p:nvSpPr>
        <p:spPr>
          <a:xfrm>
            <a:off x="900113" y="3351213"/>
            <a:ext cx="788511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问题二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当巡视人员在各乡（镇）、村的停留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4944" name="文本框 1404943"/>
          <p:cNvSpPr txBox="1"/>
          <p:nvPr/>
        </p:nvSpPr>
        <p:spPr>
          <a:xfrm>
            <a:off x="755650" y="3933825"/>
            <a:ext cx="7993063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停留时间一定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汽车的行驶速度一定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要在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小时内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4945" name="文本框 1404944"/>
          <p:cNvSpPr txBox="1"/>
          <p:nvPr/>
        </p:nvSpPr>
        <p:spPr>
          <a:xfrm>
            <a:off x="827088" y="4638675"/>
            <a:ext cx="75612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完成巡视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至少要分几组及最佳旅行的巡视路线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4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4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4939" grpId="0"/>
      <p:bldP spid="1404941" grpId="0"/>
      <p:bldP spid="1404943" grpId="0"/>
      <p:bldP spid="1404944" grpId="0"/>
      <p:bldP spid="140494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5961" name="文本框 1405960"/>
          <p:cNvSpPr txBox="1"/>
          <p:nvPr/>
        </p:nvSpPr>
        <p:spPr>
          <a:xfrm>
            <a:off x="755650" y="549275"/>
            <a:ext cx="79216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由于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=35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公里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需访问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5962" name="文本框 1405961"/>
          <p:cNvSpPr txBox="1"/>
          <p:nvPr/>
        </p:nvSpPr>
        <p:spPr>
          <a:xfrm>
            <a:off x="684213" y="981075"/>
            <a:ext cx="81359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的乡镇共有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17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个，村共有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35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计算出在乡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镇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及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05971" name="组合 1405970"/>
          <p:cNvGrpSpPr/>
          <p:nvPr/>
        </p:nvGrpSpPr>
        <p:grpSpPr>
          <a:xfrm>
            <a:off x="682625" y="1412875"/>
            <a:ext cx="8066088" cy="519113"/>
            <a:chOff x="430" y="1117"/>
            <a:chExt cx="5081" cy="327"/>
          </a:xfrm>
        </p:grpSpPr>
        <p:sp>
          <p:nvSpPr>
            <p:cNvPr id="102404" name="文本框 1405962"/>
            <p:cNvSpPr txBox="1"/>
            <p:nvPr/>
          </p:nvSpPr>
          <p:spPr>
            <a:xfrm>
              <a:off x="430" y="1117"/>
              <a:ext cx="50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村的总停留时间为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17   2+35=69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小时，要在</a:t>
              </a: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24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小时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02405" name="对象 1405968"/>
            <p:cNvGraphicFramePr/>
            <p:nvPr/>
          </p:nvGraphicFramePr>
          <p:xfrm>
            <a:off x="2558" y="1220"/>
            <a:ext cx="128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0" name="" r:id="rId1" imgW="203200" imgH="228600" progId="Equation.3">
                    <p:embed/>
                  </p:oleObj>
                </mc:Choice>
                <mc:Fallback>
                  <p:oleObj name="" r:id="rId1" imgW="203200" imgH="228600" progId="Equation.3">
                    <p:embed/>
                    <p:pic>
                      <p:nvPicPr>
                        <p:cNvPr id="0" name="图片 353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58" y="1220"/>
                          <a:ext cx="128" cy="1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05972" name="文本框 1405971"/>
          <p:cNvSpPr txBox="1"/>
          <p:nvPr/>
        </p:nvSpPr>
        <p:spPr>
          <a:xfrm>
            <a:off x="684213" y="1844675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内完成巡回，若不考虑行走时间，有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: 69/</a:t>
            </a:r>
            <a:r>
              <a:rPr lang="en-US" altLang="zh-CN" i="1">
                <a:latin typeface="Times New Roman" panose="02020603050405020304" pitchFamily="18" charset="0"/>
                <a:ea typeface="黑体" panose="02010609060101010101" pitchFamily="2" charset="-122"/>
              </a:rPr>
              <a:t>i&lt;24(i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07" name="矩形 140597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02408" name="对象 1405972"/>
          <p:cNvGraphicFramePr/>
          <p:nvPr/>
        </p:nvGraphicFramePr>
        <p:xfrm>
          <a:off x="0" y="0"/>
          <a:ext cx="114300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6" name="" r:id="rId3" imgW="114300" imgH="127000" progId="Equation.3">
                  <p:embed/>
                </p:oleObj>
              </mc:Choice>
              <mc:Fallback>
                <p:oleObj name="" r:id="rId3" imgW="114300" imgH="127000" progId="Equation.3">
                  <p:embed/>
                  <p:pic>
                    <p:nvPicPr>
                      <p:cNvPr id="0" name="图片 35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14300" cy="12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5976" name="文本框 1405975"/>
          <p:cNvSpPr txBox="1"/>
          <p:nvPr/>
        </p:nvSpPr>
        <p:spPr>
          <a:xfrm>
            <a:off x="684213" y="2276475"/>
            <a:ext cx="79200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分的组数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得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最小为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，故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至少要分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5977" name="文本框 1405976"/>
          <p:cNvSpPr txBox="1"/>
          <p:nvPr/>
        </p:nvSpPr>
        <p:spPr>
          <a:xfrm>
            <a:off x="735013" y="2820988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由于该网络的乡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镇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、村分布较为均匀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故有可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5978" name="文本框 1405977"/>
          <p:cNvSpPr txBox="1"/>
          <p:nvPr/>
        </p:nvSpPr>
        <p:spPr>
          <a:xfrm>
            <a:off x="682625" y="3254375"/>
            <a:ext cx="806608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能找出停留时间尽量均衡的分组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当分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组时各组停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5979" name="文本框 1405978"/>
          <p:cNvSpPr txBox="1"/>
          <p:nvPr/>
        </p:nvSpPr>
        <p:spPr>
          <a:xfrm>
            <a:off x="661988" y="3670300"/>
            <a:ext cx="81375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停留时间大约为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69/4=17.25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小时，则每组分配在路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5981" name="文本框 1405980"/>
          <p:cNvSpPr txBox="1"/>
          <p:nvPr/>
        </p:nvSpPr>
        <p:spPr>
          <a:xfrm>
            <a:off x="663575" y="4067175"/>
            <a:ext cx="82296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路途上的时间大约为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24-17.25=6.75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而前面讨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5982" name="文本框 1405981"/>
          <p:cNvSpPr txBox="1"/>
          <p:nvPr/>
        </p:nvSpPr>
        <p:spPr>
          <a:xfrm>
            <a:off x="611188" y="4487863"/>
            <a:ext cx="82089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论过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分三组时有个总路程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599.8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公里的巡视路线，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5983" name="文本框 1405982"/>
          <p:cNvSpPr txBox="1"/>
          <p:nvPr/>
        </p:nvSpPr>
        <p:spPr>
          <a:xfrm>
            <a:off x="611188" y="4848225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组时的总路程不会比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599.8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公里大太多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不妨以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5984" name="文本框 1405983"/>
          <p:cNvSpPr txBox="1"/>
          <p:nvPr/>
        </p:nvSpPr>
        <p:spPr>
          <a:xfrm>
            <a:off x="611188" y="5280025"/>
            <a:ext cx="853281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599.8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公里来计算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路上约用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599.8/35=17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若平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5986" name="文本框 1405985"/>
          <p:cNvSpPr txBox="1"/>
          <p:nvPr/>
        </p:nvSpPr>
        <p:spPr>
          <a:xfrm>
            <a:off x="592138" y="5697538"/>
            <a:ext cx="83010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均分配给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个组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每个组约需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17/4=4.25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&lt;6.75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5987" name="文本框 1405986"/>
          <p:cNvSpPr txBox="1"/>
          <p:nvPr/>
        </p:nvSpPr>
        <p:spPr>
          <a:xfrm>
            <a:off x="663575" y="6062663"/>
            <a:ext cx="64293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故分成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组是可能办到的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5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0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0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0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05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0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05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86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05986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0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5961" grpId="0"/>
      <p:bldP spid="1405962" grpId="0"/>
      <p:bldP spid="1405972" grpId="0"/>
      <p:bldP spid="1405976" grpId="0"/>
      <p:bldP spid="1405977" grpId="0"/>
      <p:bldP spid="1405978" grpId="0"/>
      <p:bldP spid="1405979" grpId="0"/>
      <p:bldP spid="1405981" grpId="0"/>
      <p:bldP spid="1405982" grpId="0"/>
      <p:bldP spid="1405983" grpId="0"/>
      <p:bldP spid="1405984" grpId="0"/>
      <p:bldP spid="1405987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8004" name="文本框 1408003"/>
          <p:cNvSpPr txBox="1"/>
          <p:nvPr/>
        </p:nvSpPr>
        <p:spPr>
          <a:xfrm>
            <a:off x="900113" y="620713"/>
            <a:ext cx="7920037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现在尝试将顶点分为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分组的原则：除遵从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8005" name="文本框 1408004"/>
          <p:cNvSpPr txBox="1"/>
          <p:nvPr/>
        </p:nvSpPr>
        <p:spPr>
          <a:xfrm>
            <a:off x="755650" y="1196975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前面准则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外，还应遵从以下准则：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8006" name="文本框 1408005"/>
          <p:cNvSpPr txBox="1"/>
          <p:nvPr/>
        </p:nvSpPr>
        <p:spPr>
          <a:xfrm>
            <a:off x="1331913" y="1844675"/>
            <a:ext cx="604837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准则</a:t>
            </a:r>
            <a:r>
              <a:rPr lang="en-US" altLang="zh-CN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尽量使各组的停留时间相等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8007" name="文本框 1408006"/>
          <p:cNvSpPr txBox="1"/>
          <p:nvPr/>
        </p:nvSpPr>
        <p:spPr>
          <a:xfrm>
            <a:off x="900113" y="2492375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用上述原则在下图上将图分为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组，同时计算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8008" name="文本框 1408007"/>
          <p:cNvSpPr txBox="1"/>
          <p:nvPr/>
        </p:nvSpPr>
        <p:spPr>
          <a:xfrm>
            <a:off x="900113" y="2997200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各组的停留时间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然后用算法一算出各组的近似最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8009" name="文本框 1408008"/>
          <p:cNvSpPr txBox="1"/>
          <p:nvPr/>
        </p:nvSpPr>
        <p:spPr>
          <a:xfrm>
            <a:off x="900113" y="3573463"/>
            <a:ext cx="77771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最佳旅行售货员巡回，得出路线长度及行走时间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8010" name="文本框 1408009"/>
          <p:cNvSpPr txBox="1"/>
          <p:nvPr/>
        </p:nvSpPr>
        <p:spPr>
          <a:xfrm>
            <a:off x="900113" y="4221163"/>
            <a:ext cx="75612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从而得出完成巡视的近似最佳时间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用算法一计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8011" name="文本框 1408010"/>
          <p:cNvSpPr txBox="1"/>
          <p:nvPr/>
        </p:nvSpPr>
        <p:spPr>
          <a:xfrm>
            <a:off x="900113" y="4797425"/>
            <a:ext cx="72723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计算时，初始圈的输入与分三组时同样处理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8012" name="文本框 1408011"/>
          <p:cNvSpPr txBox="1"/>
          <p:nvPr/>
        </p:nvSpPr>
        <p:spPr>
          <a:xfrm>
            <a:off x="971550" y="5373688"/>
            <a:ext cx="561657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这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组的近似最优解见表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3.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0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1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0801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0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8004" grpId="0"/>
      <p:bldP spid="1408005" grpId="0"/>
      <p:bldP spid="1408006" grpId="0"/>
      <p:bldP spid="1408007" grpId="0"/>
      <p:bldP spid="1408008" grpId="0"/>
      <p:bldP spid="1408009" grpId="0"/>
      <p:bldP spid="1408010" grpId="0"/>
      <p:bldP spid="1408012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09028" name="图片 14090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88913"/>
            <a:ext cx="7200900" cy="371633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409035" name="内容占位符 1409034"/>
          <p:cNvGraphicFramePr>
            <a:graphicFrameLocks noGrp="1"/>
          </p:cNvGraphicFramePr>
          <p:nvPr>
            <p:ph/>
          </p:nvPr>
        </p:nvGraphicFramePr>
        <p:xfrm>
          <a:off x="755650" y="3482975"/>
          <a:ext cx="7777163" cy="337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2" name="" r:id="rId2" imgW="5509260" imgH="2290445" progId="Word.Document.8">
                  <p:embed/>
                </p:oleObj>
              </mc:Choice>
              <mc:Fallback>
                <p:oleObj name="" r:id="rId2" imgW="5509260" imgH="2290445" progId="Word.Document.8">
                  <p:embed/>
                  <p:pic>
                    <p:nvPicPr>
                      <p:cNvPr id="0" name="图片 354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5650" y="3482975"/>
                        <a:ext cx="7777163" cy="337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71825" name="内容占位符 1271824"/>
          <p:cNvGraphicFramePr>
            <a:graphicFrameLocks noGrp="1"/>
          </p:cNvGraphicFramePr>
          <p:nvPr>
            <p:ph/>
          </p:nvPr>
        </p:nvGraphicFramePr>
        <p:xfrm>
          <a:off x="323850" y="44450"/>
          <a:ext cx="8450263" cy="351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1" name="" r:id="rId1" imgW="5509260" imgH="2290445" progId="Word.Document.8">
                  <p:embed/>
                </p:oleObj>
              </mc:Choice>
              <mc:Fallback>
                <p:oleObj name="" r:id="rId1" imgW="5509260" imgH="2290445" progId="Word.Document.8">
                  <p:embed/>
                  <p:pic>
                    <p:nvPicPr>
                      <p:cNvPr id="0" name="图片 35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44450"/>
                        <a:ext cx="8450263" cy="3513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1829" name="文本框 1271828"/>
          <p:cNvSpPr txBox="1"/>
          <p:nvPr/>
        </p:nvSpPr>
        <p:spPr>
          <a:xfrm>
            <a:off x="755650" y="3500438"/>
            <a:ext cx="7993063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符号说明：加有底纹的表示前面经过并停留过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1831" name="文本框 1271830"/>
          <p:cNvSpPr txBox="1"/>
          <p:nvPr/>
        </p:nvSpPr>
        <p:spPr>
          <a:xfrm>
            <a:off x="684213" y="3933825"/>
            <a:ext cx="7920037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此次只经过不停留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加框的表示此点只经过不停留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1834" name="文本框 1271833"/>
          <p:cNvSpPr txBox="1"/>
          <p:nvPr/>
        </p:nvSpPr>
        <p:spPr>
          <a:xfrm>
            <a:off x="735013" y="5357813"/>
            <a:ext cx="79422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可看出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分组的均衡度很好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且完全满足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24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1836" name="文本框 1271835"/>
          <p:cNvSpPr txBox="1"/>
          <p:nvPr/>
        </p:nvSpPr>
        <p:spPr>
          <a:xfrm>
            <a:off x="755650" y="5862638"/>
            <a:ext cx="5545138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小时完成巡视的要求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478" name="矩形 1271837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479" name="矩形 1271839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71841" name="组合 1271840"/>
          <p:cNvGrpSpPr/>
          <p:nvPr/>
        </p:nvGrpSpPr>
        <p:grpSpPr>
          <a:xfrm>
            <a:off x="323850" y="4481513"/>
            <a:ext cx="8137525" cy="819150"/>
            <a:chOff x="204" y="2823"/>
            <a:chExt cx="5126" cy="516"/>
          </a:xfrm>
        </p:grpSpPr>
        <p:sp>
          <p:nvSpPr>
            <p:cNvPr id="105481" name="文本框 1271831"/>
            <p:cNvSpPr txBox="1"/>
            <p:nvPr/>
          </p:nvSpPr>
          <p:spPr>
            <a:xfrm>
              <a:off x="204" y="2931"/>
              <a:ext cx="51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该分组实际均衡度                                </a:t>
              </a: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4.62% 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05482" name="对象 1271838"/>
            <p:cNvGraphicFramePr/>
            <p:nvPr/>
          </p:nvGraphicFramePr>
          <p:xfrm>
            <a:off x="2426" y="2823"/>
            <a:ext cx="1888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3" name="" r:id="rId3" imgW="2997200" imgH="825500" progId="Equation.3">
                    <p:embed/>
                  </p:oleObj>
                </mc:Choice>
                <mc:Fallback>
                  <p:oleObj name="" r:id="rId3" imgW="2997200" imgH="825500" progId="Equation.3">
                    <p:embed/>
                    <p:pic>
                      <p:nvPicPr>
                        <p:cNvPr id="0" name="图片 354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26" y="2823"/>
                          <a:ext cx="1888" cy="5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71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829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1829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7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7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834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71834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7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1831" grpId="0"/>
      <p:bldP spid="1271836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26" name="文本框 337925"/>
          <p:cNvSpPr txBox="1"/>
          <p:nvPr/>
        </p:nvSpPr>
        <p:spPr>
          <a:xfrm>
            <a:off x="4500563" y="3068638"/>
            <a:ext cx="2881312" cy="14335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8800" dirty="0">
                <a:solidFill>
                  <a:schemeClr val="bg1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再见</a:t>
            </a:r>
            <a:endParaRPr lang="zh-CN" altLang="en-US" sz="8800" dirty="0">
              <a:solidFill>
                <a:schemeClr val="bg1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6" grpId="0"/>
    </p:bldLst>
  </p:timing>
</p:sld>
</file>

<file path=ppt/theme/theme1.xml><?xml version="1.0" encoding="utf-8"?>
<a:theme xmlns:a="http://schemas.openxmlformats.org/drawingml/2006/main" name="1_Notebook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隶书"/>
        <a:cs typeface=""/>
      </a:majorFont>
      <a:minorFont>
        <a:latin typeface="Freestyle Script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8E001B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8E001B"/>
        </a:accent4>
        <a:accent5>
          <a:srgbClr val="D9EDEE"/>
        </a:accent5>
        <a:accent6>
          <a:srgbClr val="2D2DB7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B7"/>
        </a:accent6>
        <a:hlink>
          <a:srgbClr val="0099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隶书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8E001B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8E001B"/>
        </a:accent4>
        <a:accent5>
          <a:srgbClr val="D9EDEE"/>
        </a:accent5>
        <a:accent6>
          <a:srgbClr val="2D2DB7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B7"/>
        </a:accent6>
        <a:hlink>
          <a:srgbClr val="0099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Notebook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8E001B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8E001B"/>
        </a:accent4>
        <a:accent5>
          <a:srgbClr val="D9EDEE"/>
        </a:accent5>
        <a:accent6>
          <a:srgbClr val="2D2DB7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B7"/>
        </a:accent6>
        <a:hlink>
          <a:srgbClr val="0099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12527</Words>
  <Application>WPS 演示</Application>
  <PresentationFormat>在屏幕上显示</PresentationFormat>
  <Paragraphs>1373</Paragraphs>
  <Slides>99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528</vt:i4>
      </vt:variant>
      <vt:variant>
        <vt:lpstr>幻灯片标题</vt:lpstr>
      </vt:variant>
      <vt:variant>
        <vt:i4>99</vt:i4>
      </vt:variant>
    </vt:vector>
  </HeadingPairs>
  <TitlesOfParts>
    <vt:vector size="639" baseType="lpstr">
      <vt:lpstr>Arial</vt:lpstr>
      <vt:lpstr>宋体</vt:lpstr>
      <vt:lpstr>Wingdings</vt:lpstr>
      <vt:lpstr>隶书</vt:lpstr>
      <vt:lpstr>黑体</vt:lpstr>
      <vt:lpstr>Times New Roman</vt:lpstr>
      <vt:lpstr>微软雅黑</vt:lpstr>
      <vt:lpstr>Arial Unicode MS</vt:lpstr>
      <vt:lpstr>Freestyle Script</vt:lpstr>
      <vt:lpstr>1_Notebook</vt:lpstr>
      <vt:lpstr>1_自定义设计方案</vt:lpstr>
      <vt:lpstr>6_Notebook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Word.Document.8</vt:lpstr>
      <vt:lpstr>Equation.3</vt:lpstr>
      <vt:lpstr>Equation.3</vt:lpstr>
      <vt:lpstr>Word.Document.8</vt:lpstr>
      <vt:lpstr>Word.Document.8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Word.Document.8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1. 问题引入与分析</vt:lpstr>
      <vt:lpstr>PowerPoint 演示文稿</vt:lpstr>
      <vt:lpstr>PowerPoint 演示文稿</vt:lpstr>
      <vt:lpstr>PowerPoint 演示文稿</vt:lpstr>
      <vt:lpstr>PowerPoint 演示文稿</vt:lpstr>
      <vt:lpstr>2.图论的基本概念</vt:lpstr>
      <vt:lpstr>1) 图的概念</vt:lpstr>
      <vt:lpstr>PowerPoint 演示文稿</vt:lpstr>
      <vt:lpstr>PowerPoint 演示文稿</vt:lpstr>
      <vt:lpstr>PowerPoint 演示文稿</vt:lpstr>
      <vt:lpstr>PowerPoint 演示文稿</vt:lpstr>
      <vt:lpstr>2) 赋权图与子图 </vt:lpstr>
      <vt:lpstr>PowerPoint 演示文稿</vt:lpstr>
      <vt:lpstr>3) 图的矩阵表示 </vt:lpstr>
      <vt:lpstr>PowerPoint 演示文稿</vt:lpstr>
      <vt:lpstr>PowerPoint 演示文稿</vt:lpstr>
      <vt:lpstr>关联矩阵 </vt:lpstr>
      <vt:lpstr>PowerPoint 演示文稿</vt:lpstr>
      <vt:lpstr>4) 图的顶点度</vt:lpstr>
      <vt:lpstr>5) 路和连通</vt:lpstr>
      <vt:lpstr>PowerPoint 演示文稿</vt:lpstr>
      <vt:lpstr>PowerPoint 演示文稿</vt:lpstr>
      <vt:lpstr>3．最短路问题及算法</vt:lpstr>
      <vt:lpstr>PowerPoint 演示文稿</vt:lpstr>
      <vt:lpstr>1) 赋权图中从给定点到其余顶点的最短路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2) 求赋权图中任意两顶点间的最短路</vt:lpstr>
      <vt:lpstr> 算法的基本思想 </vt:lpstr>
      <vt:lpstr>（I）求距离矩阵的方法.</vt:lpstr>
      <vt:lpstr>（II）求路径矩阵的方法.</vt:lpstr>
      <vt:lpstr>（III）查找最短路路径的方法.</vt:lpstr>
      <vt:lpstr>（IV）Floyd算法：求任意两顶点间的最短路.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4．最小生成树及算法</vt:lpstr>
      <vt:lpstr>定理2 设G是具有n个顶点的图，则下述命题等价：</vt:lpstr>
      <vt:lpstr>2）图的生成树</vt:lpstr>
      <vt:lpstr>PowerPoint 演示文稿</vt:lpstr>
      <vt:lpstr>（II）找图中生成树的方法</vt:lpstr>
      <vt:lpstr>A 避圈法 </vt:lpstr>
      <vt:lpstr>PowerPoint 演示文稿</vt:lpstr>
      <vt:lpstr>PowerPoint 演示文稿</vt:lpstr>
      <vt:lpstr>PowerPoint 演示文稿</vt:lpstr>
      <vt:lpstr>PowerPoint 演示文稿</vt:lpstr>
      <vt:lpstr>B 破圈法</vt:lpstr>
      <vt:lpstr>B 破圈法</vt:lpstr>
      <vt:lpstr>3) 最小生成树与算法</vt:lpstr>
      <vt:lpstr>A  Kruskal算法（或避圈法）</vt:lpstr>
      <vt:lpstr>PowerPoint 演示文稿</vt:lpstr>
      <vt:lpstr>B破圈法</vt:lpstr>
      <vt:lpstr>5. 旅行售货员问题</vt:lpstr>
      <vt:lpstr>旅行售货员问题或货郎担问题. </vt:lpstr>
      <vt:lpstr>一个可行的办法 :</vt:lpstr>
      <vt:lpstr>PowerPoint 演示文稿</vt:lpstr>
      <vt:lpstr>例对下图16的K6,用二边逐次修正法求较优H圈.</vt:lpstr>
      <vt:lpstr>PowerPoint 演示文稿</vt:lpstr>
      <vt:lpstr>6. 最佳灾情巡视路线的模型的建立与求解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gongzuo123456789</cp:lastModifiedBy>
  <cp:revision>87</cp:revision>
  <dcterms:created xsi:type="dcterms:W3CDTF">2018-06-09T09:22:00Z</dcterms:created>
  <dcterms:modified xsi:type="dcterms:W3CDTF">2018-06-10T14:02:15Z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2052-10.1.0.7400</vt:lpwstr>
  </property>
</Properties>
</file>